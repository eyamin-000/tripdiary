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6" r:id="rId4"/>
  </p:sldMasterIdLst>
  <p:notesMasterIdLst>
    <p:notesMasterId r:id="rId13"/>
  </p:notesMasterIdLst>
  <p:sldIdLst>
    <p:sldId id="256" r:id="rId5"/>
    <p:sldId id="257" r:id="rId6"/>
    <p:sldId id="258" r:id="rId7"/>
    <p:sldId id="259" r:id="rId8"/>
    <p:sldId id="286" r:id="rId9"/>
    <p:sldId id="287" r:id="rId10"/>
    <p:sldId id="289" r:id="rId11"/>
    <p:sldId id="277"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89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884" autoAdjust="0"/>
    <p:restoredTop sz="92393" autoAdjust="0"/>
  </p:normalViewPr>
  <p:slideViewPr>
    <p:cSldViewPr snapToGrid="0">
      <p:cViewPr varScale="1">
        <p:scale>
          <a:sx n="58" d="100"/>
          <a:sy n="58" d="100"/>
        </p:scale>
        <p:origin x="12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9A39D8-0474-40FB-AC79-249CE7F1A8F9}" type="datetimeFigureOut">
              <a:rPr lang="en-US" smtClean="0"/>
              <a:t>10/30/2024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E4C86B-1BB3-4916-A0FA-B8BD37E7C293}" type="slidenum">
              <a:rPr lang="en-US" smtClean="0"/>
              <a:t>‹#›</a:t>
            </a:fld>
            <a:endParaRPr lang="en-US"/>
          </a:p>
        </p:txBody>
      </p:sp>
    </p:spTree>
    <p:extLst>
      <p:ext uri="{BB962C8B-B14F-4D97-AF65-F5344CB8AC3E}">
        <p14:creationId xmlns:p14="http://schemas.microsoft.com/office/powerpoint/2010/main" val="1750284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graphicFrame>
        <p:nvGraphicFramePr>
          <p:cNvPr id="28" name="Table 27">
            <a:extLst>
              <a:ext uri="{FF2B5EF4-FFF2-40B4-BE49-F238E27FC236}">
                <a16:creationId xmlns:a16="http://schemas.microsoft.com/office/drawing/2014/main" id="{B7713156-D27E-4AF4-94F2-64DA84439B87}"/>
              </a:ext>
            </a:extLst>
          </p:cNvPr>
          <p:cNvGraphicFramePr>
            <a:graphicFrameLocks noGrp="1"/>
          </p:cNvGraphicFramePr>
          <p:nvPr>
            <p:extLst>
              <p:ext uri="{D42A27DB-BD31-4B8C-83A1-F6EECF244321}">
                <p14:modId xmlns:p14="http://schemas.microsoft.com/office/powerpoint/2010/main" val="3155674593"/>
              </p:ext>
            </p:extLst>
          </p:nvPr>
        </p:nvGraphicFramePr>
        <p:xfrm>
          <a:off x="404103" y="5723590"/>
          <a:ext cx="8335798" cy="1026114"/>
        </p:xfrm>
        <a:graphic>
          <a:graphicData uri="http://schemas.openxmlformats.org/drawingml/2006/table">
            <a:tbl>
              <a:tblPr firstRow="1" bandRow="1">
                <a:tableStyleId>{D7AC3CCA-C797-4891-BE02-D94E43425B78}</a:tableStyleId>
              </a:tblPr>
              <a:tblGrid>
                <a:gridCol w="1349748">
                  <a:extLst>
                    <a:ext uri="{9D8B030D-6E8A-4147-A177-3AD203B41FA5}">
                      <a16:colId xmlns:a16="http://schemas.microsoft.com/office/drawing/2014/main" val="704821588"/>
                    </a:ext>
                  </a:extLst>
                </a:gridCol>
                <a:gridCol w="6986050">
                  <a:extLst>
                    <a:ext uri="{9D8B030D-6E8A-4147-A177-3AD203B41FA5}">
                      <a16:colId xmlns:a16="http://schemas.microsoft.com/office/drawing/2014/main" val="2999519864"/>
                    </a:ext>
                  </a:extLst>
                </a:gridCol>
              </a:tblGrid>
              <a:tr h="102611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2">
                              <a:lumMod val="50000"/>
                            </a:schemeClr>
                          </a:solidFill>
                          <a:effectLst/>
                          <a:uLnTx/>
                          <a:uFillTx/>
                          <a:latin typeface="+mn-lt"/>
                          <a:ea typeface="+mn-ea"/>
                          <a:cs typeface="+mn-cs"/>
                        </a:rPr>
                        <a:t>Instructor:</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endParaRPr lang="en-US" i="1" dirty="0">
                        <a:solidFill>
                          <a:schemeClr val="bg2">
                            <a:lumMod val="50000"/>
                          </a:schemeClr>
                        </a:solidFill>
                      </a:endParaRP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extLst>
                  <a:ext uri="{0D108BD9-81ED-4DB2-BD59-A6C34878D82A}">
                    <a16:rowId xmlns:a16="http://schemas.microsoft.com/office/drawing/2014/main" val="2259501735"/>
                  </a:ext>
                </a:extLst>
              </a:tr>
            </a:tbl>
          </a:graphicData>
        </a:graphic>
      </p:graphicFrame>
      <p:grpSp>
        <p:nvGrpSpPr>
          <p:cNvPr id="8" name="Group 16"/>
          <p:cNvGrpSpPr/>
          <p:nvPr/>
        </p:nvGrpSpPr>
        <p:grpSpPr>
          <a:xfrm>
            <a:off x="132160" y="1891732"/>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2" name="Title 1"/>
          <p:cNvSpPr>
            <a:spLocks noGrp="1"/>
          </p:cNvSpPr>
          <p:nvPr>
            <p:ph type="ctrTitle"/>
          </p:nvPr>
        </p:nvSpPr>
        <p:spPr>
          <a:xfrm>
            <a:off x="754241" y="3323341"/>
            <a:ext cx="7635519" cy="2126836"/>
          </a:xfrm>
          <a:prstGeom prst="rect">
            <a:avLst/>
          </a:prstGeom>
          <a:noFill/>
        </p:spPr>
        <p:txBody>
          <a:bodyPr vert="horz" lIns="91440" tIns="45720" rIns="91440" bIns="45720" rtlCol="0" anchor="ctr" anchorCtr="0">
            <a:normAutofit/>
          </a:bodyPr>
          <a:lstStyle>
            <a:lvl1pPr>
              <a:defRPr sz="3600">
                <a:solidFill>
                  <a:schemeClr val="bg2">
                    <a:lumMod val="50000"/>
                  </a:schemeClr>
                </a:solidFill>
              </a:defRPr>
            </a:lvl1pPr>
          </a:lstStyle>
          <a:p>
            <a:pPr lvl="0">
              <a:lnSpc>
                <a:spcPts val="2588"/>
              </a:lnSpc>
            </a:pPr>
            <a:r>
              <a:rPr lang="en-US"/>
              <a:t>Click to edit Master title style</a:t>
            </a:r>
            <a:endParaRPr dirty="0"/>
          </a:p>
        </p:txBody>
      </p:sp>
      <p:sp>
        <p:nvSpPr>
          <p:cNvPr id="13" name="Rectangle 12"/>
          <p:cNvSpPr/>
          <p:nvPr/>
        </p:nvSpPr>
        <p:spPr>
          <a:xfrm>
            <a:off x="320957" y="5549853"/>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445010" y="427012"/>
            <a:ext cx="1419654" cy="148492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4" name="Table 13">
            <a:extLst>
              <a:ext uri="{FF2B5EF4-FFF2-40B4-BE49-F238E27FC236}">
                <a16:creationId xmlns:a16="http://schemas.microsoft.com/office/drawing/2014/main" id="{3A100AAA-E928-457A-89C7-E75CA43EBB30}"/>
              </a:ext>
            </a:extLst>
          </p:cNvPr>
          <p:cNvGraphicFramePr>
            <a:graphicFrameLocks noGrp="1"/>
          </p:cNvGraphicFramePr>
          <p:nvPr>
            <p:extLst>
              <p:ext uri="{D42A27DB-BD31-4B8C-83A1-F6EECF244321}">
                <p14:modId xmlns:p14="http://schemas.microsoft.com/office/powerpoint/2010/main" val="2687680351"/>
              </p:ext>
            </p:extLst>
          </p:nvPr>
        </p:nvGraphicFramePr>
        <p:xfrm>
          <a:off x="404102" y="2717512"/>
          <a:ext cx="8335798" cy="444862"/>
        </p:xfrm>
        <a:graphic>
          <a:graphicData uri="http://schemas.openxmlformats.org/drawingml/2006/table">
            <a:tbl>
              <a:tblPr firstRow="1" bandRow="1">
                <a:tableStyleId>{D7AC3CCA-C797-4891-BE02-D94E43425B78}</a:tableStyleId>
              </a:tblPr>
              <a:tblGrid>
                <a:gridCol w="1258444">
                  <a:extLst>
                    <a:ext uri="{9D8B030D-6E8A-4147-A177-3AD203B41FA5}">
                      <a16:colId xmlns:a16="http://schemas.microsoft.com/office/drawing/2014/main" val="3905988420"/>
                    </a:ext>
                  </a:extLst>
                </a:gridCol>
                <a:gridCol w="990714">
                  <a:extLst>
                    <a:ext uri="{9D8B030D-6E8A-4147-A177-3AD203B41FA5}">
                      <a16:colId xmlns:a16="http://schemas.microsoft.com/office/drawing/2014/main" val="2889894460"/>
                    </a:ext>
                  </a:extLst>
                </a:gridCol>
                <a:gridCol w="1514007">
                  <a:extLst>
                    <a:ext uri="{9D8B030D-6E8A-4147-A177-3AD203B41FA5}">
                      <a16:colId xmlns:a16="http://schemas.microsoft.com/office/drawing/2014/main" val="3023211198"/>
                    </a:ext>
                  </a:extLst>
                </a:gridCol>
                <a:gridCol w="944380">
                  <a:extLst>
                    <a:ext uri="{9D8B030D-6E8A-4147-A177-3AD203B41FA5}">
                      <a16:colId xmlns:a16="http://schemas.microsoft.com/office/drawing/2014/main" val="1762131981"/>
                    </a:ext>
                  </a:extLst>
                </a:gridCol>
                <a:gridCol w="1424065">
                  <a:extLst>
                    <a:ext uri="{9D8B030D-6E8A-4147-A177-3AD203B41FA5}">
                      <a16:colId xmlns:a16="http://schemas.microsoft.com/office/drawing/2014/main" val="445458238"/>
                    </a:ext>
                  </a:extLst>
                </a:gridCol>
                <a:gridCol w="2204188">
                  <a:extLst>
                    <a:ext uri="{9D8B030D-6E8A-4147-A177-3AD203B41FA5}">
                      <a16:colId xmlns:a16="http://schemas.microsoft.com/office/drawing/2014/main" val="1508364941"/>
                    </a:ext>
                  </a:extLst>
                </a:gridCol>
              </a:tblGrid>
              <a:tr h="444862">
                <a:tc>
                  <a:txBody>
                    <a:bodyPr/>
                    <a:lstStyle/>
                    <a:p>
                      <a:pPr algn="r"/>
                      <a:r>
                        <a:rPr lang="en-US" sz="1600" dirty="0">
                          <a:solidFill>
                            <a:schemeClr val="bg2">
                              <a:lumMod val="50000"/>
                            </a:schemeClr>
                          </a:solidFill>
                        </a:rPr>
                        <a:t>Lecture: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Week: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Semester:</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7040212"/>
                  </a:ext>
                </a:extLst>
              </a:tr>
            </a:tbl>
          </a:graphicData>
        </a:graphic>
      </p:graphicFrame>
      <p:sp>
        <p:nvSpPr>
          <p:cNvPr id="31" name="Content Placeholder 30">
            <a:extLst>
              <a:ext uri="{FF2B5EF4-FFF2-40B4-BE49-F238E27FC236}">
                <a16:creationId xmlns:a16="http://schemas.microsoft.com/office/drawing/2014/main" id="{1AE39945-A5C9-4738-8042-EE14774BD725}"/>
              </a:ext>
            </a:extLst>
          </p:cNvPr>
          <p:cNvSpPr>
            <a:spLocks noGrp="1"/>
          </p:cNvSpPr>
          <p:nvPr>
            <p:ph sz="quarter" idx="10" hasCustomPrompt="1"/>
          </p:nvPr>
        </p:nvSpPr>
        <p:spPr>
          <a:xfrm>
            <a:off x="132160" y="2050473"/>
            <a:ext cx="8951676" cy="585800"/>
          </a:xfrm>
          <a:solidFill>
            <a:schemeClr val="bg2">
              <a:lumMod val="75000"/>
            </a:schemeClr>
          </a:solidFill>
        </p:spPr>
        <p:txBody>
          <a:bodyPr anchor="ctr">
            <a:noAutofit/>
          </a:bodyPr>
          <a:lstStyle>
            <a:lvl1pPr marL="0" indent="0">
              <a:buNone/>
              <a:defRPr sz="2400" b="1" cap="small" baseline="0">
                <a:solidFill>
                  <a:schemeClr val="bg1"/>
                </a:solidFill>
              </a:defRPr>
            </a:lvl1pPr>
          </a:lstStyle>
          <a:p>
            <a:pPr lvl="0"/>
            <a:r>
              <a:rPr lang="en-US" dirty="0"/>
              <a:t>Add Course Code: Course Name</a:t>
            </a:r>
          </a:p>
        </p:txBody>
      </p:sp>
      <p:sp>
        <p:nvSpPr>
          <p:cNvPr id="1025" name="Text Placeholder 1024">
            <a:extLst>
              <a:ext uri="{FF2B5EF4-FFF2-40B4-BE49-F238E27FC236}">
                <a16:creationId xmlns:a16="http://schemas.microsoft.com/office/drawing/2014/main" id="{1D66F559-4E11-46F3-907B-39773623988D}"/>
              </a:ext>
            </a:extLst>
          </p:cNvPr>
          <p:cNvSpPr>
            <a:spLocks noGrp="1"/>
          </p:cNvSpPr>
          <p:nvPr>
            <p:ph type="body" sz="quarter" idx="11" hasCustomPrompt="1"/>
          </p:nvPr>
        </p:nvSpPr>
        <p:spPr>
          <a:xfrm>
            <a:off x="1591400"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5" name="Text Placeholder 1024">
            <a:extLst>
              <a:ext uri="{FF2B5EF4-FFF2-40B4-BE49-F238E27FC236}">
                <a16:creationId xmlns:a16="http://schemas.microsoft.com/office/drawing/2014/main" id="{5FE0D7C2-73EA-4871-ACB3-22D6161B5379}"/>
              </a:ext>
            </a:extLst>
          </p:cNvPr>
          <p:cNvSpPr>
            <a:spLocks noGrp="1"/>
          </p:cNvSpPr>
          <p:nvPr>
            <p:ph type="body" sz="quarter" idx="12" hasCustomPrompt="1"/>
          </p:nvPr>
        </p:nvSpPr>
        <p:spPr>
          <a:xfrm>
            <a:off x="4122414"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6" name="Text Placeholder 1024">
            <a:extLst>
              <a:ext uri="{FF2B5EF4-FFF2-40B4-BE49-F238E27FC236}">
                <a16:creationId xmlns:a16="http://schemas.microsoft.com/office/drawing/2014/main" id="{686BCCD1-33DA-4ED5-A212-D0854B67FD05}"/>
              </a:ext>
            </a:extLst>
          </p:cNvPr>
          <p:cNvSpPr>
            <a:spLocks noGrp="1"/>
          </p:cNvSpPr>
          <p:nvPr>
            <p:ph type="body" sz="quarter" idx="13" hasCustomPrompt="1"/>
          </p:nvPr>
        </p:nvSpPr>
        <p:spPr>
          <a:xfrm>
            <a:off x="6445010" y="2735949"/>
            <a:ext cx="2294889"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Semester Year</a:t>
            </a:r>
          </a:p>
        </p:txBody>
      </p:sp>
      <p:sp>
        <p:nvSpPr>
          <p:cNvPr id="37" name="Text Placeholder 1024">
            <a:extLst>
              <a:ext uri="{FF2B5EF4-FFF2-40B4-BE49-F238E27FC236}">
                <a16:creationId xmlns:a16="http://schemas.microsoft.com/office/drawing/2014/main" id="{8D52C2CD-9D3F-4285-BE56-11CB615F5B57}"/>
              </a:ext>
            </a:extLst>
          </p:cNvPr>
          <p:cNvSpPr>
            <a:spLocks noGrp="1"/>
          </p:cNvSpPr>
          <p:nvPr>
            <p:ph type="body" sz="quarter" idx="14" hasCustomPrompt="1"/>
          </p:nvPr>
        </p:nvSpPr>
        <p:spPr>
          <a:xfrm>
            <a:off x="1713833" y="5723594"/>
            <a:ext cx="7026066" cy="1012257"/>
          </a:xfrm>
          <a:noFill/>
        </p:spPr>
        <p:txBody>
          <a:bodyPr anchor="t">
            <a:normAutofit/>
          </a:bodyPr>
          <a:lstStyle>
            <a:lvl1pPr marL="0" indent="0" algn="l">
              <a:buNone/>
              <a:defRPr sz="1600" b="1">
                <a:solidFill>
                  <a:schemeClr val="bg2">
                    <a:lumMod val="50000"/>
                  </a:schemeClr>
                </a:solidFill>
              </a:defRPr>
            </a:lvl1pPr>
          </a:lstStyle>
          <a:p>
            <a:pPr lvl="0"/>
            <a:r>
              <a:rPr lang="en-US" dirty="0"/>
              <a:t>Instructor Name, Designation &amp; Contact</a:t>
            </a:r>
          </a:p>
        </p:txBody>
      </p:sp>
      <p:pic>
        <p:nvPicPr>
          <p:cNvPr id="1028" name="Picture 1027" descr="A close up of a sign&#10;&#10;Description automatically generated">
            <a:extLst>
              <a:ext uri="{FF2B5EF4-FFF2-40B4-BE49-F238E27FC236}">
                <a16:creationId xmlns:a16="http://schemas.microsoft.com/office/drawing/2014/main" id="{E4EBCEBE-46C0-4E9A-81AE-CFC8FE0F1E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4301" y="436096"/>
            <a:ext cx="5091004" cy="1456019"/>
          </a:xfrm>
          <a:prstGeom prst="rect">
            <a:avLst/>
          </a:prstGeom>
        </p:spPr>
      </p:pic>
      <p:sp>
        <p:nvSpPr>
          <p:cNvPr id="26" name="TextBox 25">
            <a:extLst>
              <a:ext uri="{FF2B5EF4-FFF2-40B4-BE49-F238E27FC236}">
                <a16:creationId xmlns:a16="http://schemas.microsoft.com/office/drawing/2014/main" id="{90BFBF0B-56F3-4D8D-AAF0-AA58ACAFC1A1}"/>
              </a:ext>
            </a:extLst>
          </p:cNvPr>
          <p:cNvSpPr txBox="1"/>
          <p:nvPr/>
        </p:nvSpPr>
        <p:spPr>
          <a:xfrm>
            <a:off x="33408" y="105918"/>
            <a:ext cx="9110592" cy="403957"/>
          </a:xfrm>
          <a:prstGeom prst="rect">
            <a:avLst/>
          </a:prstGeom>
          <a:noFill/>
        </p:spPr>
        <p:txBody>
          <a:bodyPr wrap="square" rtlCol="0" anchor="ctr">
            <a:spAutoFit/>
          </a:bodyPr>
          <a:lstStyle/>
          <a:p>
            <a:pPr algn="ctr"/>
            <a:r>
              <a:rPr lang="en-US" sz="2025" b="1" cap="small" baseline="0" dirty="0">
                <a:solidFill>
                  <a:schemeClr val="bg2">
                    <a:lumMod val="50000"/>
                  </a:schemeClr>
                </a:solidFill>
              </a:rPr>
              <a:t>American International University-Bangladesh</a:t>
            </a:r>
          </a:p>
        </p:txBody>
      </p:sp>
    </p:spTree>
    <p:extLst>
      <p:ext uri="{BB962C8B-B14F-4D97-AF65-F5344CB8AC3E}">
        <p14:creationId xmlns:p14="http://schemas.microsoft.com/office/powerpoint/2010/main" val="22801865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dditional Titl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t>Click to edit Master subtitle style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AC86D67-CC72-46EB-BBC7-7910A58504B1}"/>
              </a:ext>
            </a:extLst>
          </p:cNvPr>
          <p:cNvSpPr>
            <a:spLocks noGrp="1"/>
          </p:cNvSpPr>
          <p:nvPr>
            <p:ph type="body" sz="quarter" idx="13"/>
          </p:nvPr>
        </p:nvSpPr>
        <p:spPr>
          <a:xfrm>
            <a:off x="104048" y="124690"/>
            <a:ext cx="7585075" cy="1214438"/>
          </a:xfrm>
          <a:solidFill>
            <a:schemeClr val="bg2">
              <a:lumMod val="50000"/>
            </a:schemeClr>
          </a:solidFill>
        </p:spPr>
        <p:txBody>
          <a:bodyPr anchor="ctr">
            <a:normAutofit/>
          </a:bodyPr>
          <a:lstStyle>
            <a:lvl1pPr marL="0" indent="0">
              <a:buNone/>
              <a:defRPr sz="4000" b="1" i="0" cap="small" baseline="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4121831953"/>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ectur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9BC180F2-0FAB-41E7-A4CA-0411023C7A0F}"/>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3234255838"/>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arning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ACD07B3C-B01D-4A6F-ACD5-5054206EC9BF}"/>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6666513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earning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147BEC90-B43E-4B77-AAB5-B3F4312086AD}"/>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214075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References">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References</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29729581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General 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Tree>
    <p:extLst>
      <p:ext uri="{BB962C8B-B14F-4D97-AF65-F5344CB8AC3E}">
        <p14:creationId xmlns:p14="http://schemas.microsoft.com/office/powerpoint/2010/main" val="3891864333"/>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General Lecture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1288473"/>
            <a:ext cx="9136063" cy="514884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0" name="Text Placeholder 9">
            <a:extLst>
              <a:ext uri="{FF2B5EF4-FFF2-40B4-BE49-F238E27FC236}">
                <a16:creationId xmlns:a16="http://schemas.microsoft.com/office/drawing/2014/main" id="{F1BD4A48-C012-4D53-91CF-62280C25B55A}"/>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2839740005"/>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only  with Pictur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5" name="Picture Placeholder 4">
            <a:extLst>
              <a:ext uri="{FF2B5EF4-FFF2-40B4-BE49-F238E27FC236}">
                <a16:creationId xmlns:a16="http://schemas.microsoft.com/office/drawing/2014/main" id="{A56E4875-D77F-4C0B-B5D6-2AD1AB911DAB}"/>
              </a:ext>
            </a:extLst>
          </p:cNvPr>
          <p:cNvSpPr>
            <a:spLocks noGrp="1"/>
          </p:cNvSpPr>
          <p:nvPr>
            <p:ph type="pic" sz="quarter" idx="13"/>
          </p:nvPr>
        </p:nvSpPr>
        <p:spPr>
          <a:xfrm>
            <a:off x="19050" y="846142"/>
            <a:ext cx="9124950" cy="5166731"/>
          </a:xfrm>
        </p:spPr>
        <p:txBody>
          <a:bodyPr/>
          <a:lstStyle/>
          <a:p>
            <a:r>
              <a:rPr lang="en-US"/>
              <a:t>Click icon to add picture</a:t>
            </a:r>
          </a:p>
        </p:txBody>
      </p:sp>
      <p:sp>
        <p:nvSpPr>
          <p:cNvPr id="15" name="Subtitle 2">
            <a:extLst>
              <a:ext uri="{FF2B5EF4-FFF2-40B4-BE49-F238E27FC236}">
                <a16:creationId xmlns:a16="http://schemas.microsoft.com/office/drawing/2014/main" id="{DC25A691-C672-4CCE-9A63-D7B700E436C8}"/>
              </a:ext>
            </a:extLst>
          </p:cNvPr>
          <p:cNvSpPr>
            <a:spLocks noGrp="1"/>
          </p:cNvSpPr>
          <p:nvPr>
            <p:ph type="subTitle" idx="1" hasCustomPrompt="1"/>
          </p:nvPr>
        </p:nvSpPr>
        <p:spPr>
          <a:xfrm>
            <a:off x="19049" y="6027744"/>
            <a:ext cx="9105363" cy="423147"/>
          </a:xfrm>
          <a:prstGeom prst="rect">
            <a:avLst/>
          </a:prstGeom>
        </p:spPr>
        <p:txBody>
          <a:bodyPr vert="horz" lIns="91440" tIns="45720" rIns="91440" bIns="45720" rtlCol="0">
            <a:normAutofit/>
          </a:bodyPr>
          <a:lstStyle>
            <a:lvl1pPr marL="0" indent="0" algn="ctr" defTabSz="514350" rtl="0" eaLnBrk="1" latinLnBrk="0" hangingPunct="1">
              <a:lnSpc>
                <a:spcPct val="100000"/>
              </a:lnSpc>
              <a:spcBef>
                <a:spcPts val="0"/>
              </a:spcBef>
              <a:buClr>
                <a:schemeClr val="bg1">
                  <a:lumMod val="65000"/>
                </a:schemeClr>
              </a:buClr>
              <a:buSzPct val="90000"/>
              <a:buFont typeface="Wingdings" pitchFamily="2" charset="2"/>
              <a:buNone/>
              <a:defRPr sz="2000" b="1" i="1" kern="1200" cap="none" baseline="0">
                <a:solidFill>
                  <a:schemeClr val="bg2">
                    <a:lumMod val="50000"/>
                  </a:schemeClr>
                </a:solidFill>
                <a:latin typeface="+mn-lt"/>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Picture Title</a:t>
            </a:r>
            <a:endParaRPr dirty="0"/>
          </a:p>
        </p:txBody>
      </p:sp>
    </p:spTree>
    <p:extLst>
      <p:ext uri="{BB962C8B-B14F-4D97-AF65-F5344CB8AC3E}">
        <p14:creationId xmlns:p14="http://schemas.microsoft.com/office/powerpoint/2010/main" val="407616073"/>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3239668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mplete 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1"/>
            <a:ext cx="8324850" cy="1094509"/>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4047720506"/>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5" name="Text Placeholder 9">
            <a:extLst>
              <a:ext uri="{FF2B5EF4-FFF2-40B4-BE49-F238E27FC236}">
                <a16:creationId xmlns:a16="http://schemas.microsoft.com/office/drawing/2014/main" id="{BF7DB251-A264-46E3-B7B2-E1200825F03F}"/>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3428238995"/>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ntent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0" y="845554"/>
            <a:ext cx="4486216"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845554"/>
            <a:ext cx="4543907"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p>
            <a:r>
              <a:rPr lang="en-US"/>
              <a:t>CSC3113: Theory of Computation</a:t>
            </a:r>
          </a:p>
        </p:txBody>
      </p:sp>
      <p:grpSp>
        <p:nvGrpSpPr>
          <p:cNvPr id="13" name="Group 12">
            <a:extLst>
              <a:ext uri="{FF2B5EF4-FFF2-40B4-BE49-F238E27FC236}">
                <a16:creationId xmlns:a16="http://schemas.microsoft.com/office/drawing/2014/main" id="{5359A54D-F4EB-4D3A-ADCC-70BE6BCFD28F}"/>
              </a:ext>
            </a:extLst>
          </p:cNvPr>
          <p:cNvGrpSpPr/>
          <p:nvPr/>
        </p:nvGrpSpPr>
        <p:grpSpPr>
          <a:xfrm>
            <a:off x="5733" y="693860"/>
            <a:ext cx="8319118" cy="151690"/>
            <a:chOff x="284163" y="1577847"/>
            <a:chExt cx="8576373" cy="137411"/>
          </a:xfrm>
        </p:grpSpPr>
        <p:sp>
          <p:nvSpPr>
            <p:cNvPr id="14" name="Rectangle 13">
              <a:extLst>
                <a:ext uri="{FF2B5EF4-FFF2-40B4-BE49-F238E27FC236}">
                  <a16:creationId xmlns:a16="http://schemas.microsoft.com/office/drawing/2014/main" id="{BB71FE46-35EE-4525-A735-EC3CDF6904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2763FE95-3F5B-4E61-8591-3A427CB3CA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6" name="Rectangle 15">
              <a:extLst>
                <a:ext uri="{FF2B5EF4-FFF2-40B4-BE49-F238E27FC236}">
                  <a16:creationId xmlns:a16="http://schemas.microsoft.com/office/drawing/2014/main" id="{0408824F-5137-4F32-8805-7F484861BAE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7" name="Picture 2" descr="Image result for AIUB logo">
            <a:extLst>
              <a:ext uri="{FF2B5EF4-FFF2-40B4-BE49-F238E27FC236}">
                <a16:creationId xmlns:a16="http://schemas.microsoft.com/office/drawing/2014/main" id="{C28BA035-C25B-49DA-BF31-F2CBF34929A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8">
            <a:extLst>
              <a:ext uri="{FF2B5EF4-FFF2-40B4-BE49-F238E27FC236}">
                <a16:creationId xmlns:a16="http://schemas.microsoft.com/office/drawing/2014/main" id="{952F0B7E-5DB3-422F-9E9E-BF1000E21F0C}"/>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27609348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ntents with Subtitle">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0" y="862291"/>
            <a:ext cx="4476198" cy="833250"/>
          </a:xfrm>
          <a:prstGeom prst="rect">
            <a:avLst/>
          </a:prstGeom>
        </p:spPr>
        <p:txBody>
          <a:bodyPr anchor="ctr">
            <a:noAutofit/>
          </a:bodyPr>
          <a:lstStyle>
            <a:lvl1pPr marL="0" indent="0" algn="ctr">
              <a:lnSpc>
                <a:spcPct val="100000"/>
              </a:lnSpc>
              <a:spcBef>
                <a:spcPts val="338"/>
              </a:spcBef>
              <a:buNone/>
              <a:defRPr sz="2400" b="0">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1</a:t>
            </a:r>
          </a:p>
        </p:txBody>
      </p:sp>
      <p:sp>
        <p:nvSpPr>
          <p:cNvPr id="4" name="Content Placeholder 3"/>
          <p:cNvSpPr>
            <a:spLocks noGrp="1"/>
          </p:cNvSpPr>
          <p:nvPr>
            <p:ph sz="half" idx="2" hasCustomPrompt="1"/>
          </p:nvPr>
        </p:nvSpPr>
        <p:spPr>
          <a:xfrm>
            <a:off x="0" y="1726562"/>
            <a:ext cx="4476198"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5" name="Text Placeholder 4"/>
          <p:cNvSpPr>
            <a:spLocks noGrp="1"/>
          </p:cNvSpPr>
          <p:nvPr>
            <p:ph type="body" sz="quarter" idx="3" hasCustomPrompt="1"/>
          </p:nvPr>
        </p:nvSpPr>
        <p:spPr>
          <a:xfrm>
            <a:off x="4638628" y="862291"/>
            <a:ext cx="4476199" cy="833250"/>
          </a:xfrm>
          <a:prstGeom prst="rect">
            <a:avLst/>
          </a:prstGeom>
        </p:spPr>
        <p:txBody>
          <a:bodyPr anchor="ctr">
            <a:noAutofit/>
          </a:bodyPr>
          <a:lstStyle>
            <a:lvl1pPr marL="0" indent="0" algn="ctr">
              <a:lnSpc>
                <a:spcPct val="100000"/>
              </a:lnSpc>
              <a:spcBef>
                <a:spcPts val="338"/>
              </a:spcBef>
              <a:buNone/>
              <a:defRPr lang="fi-FI" sz="2400" b="0"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2</a:t>
            </a:r>
          </a:p>
        </p:txBody>
      </p:sp>
      <p:sp>
        <p:nvSpPr>
          <p:cNvPr id="6" name="Content Placeholder 5"/>
          <p:cNvSpPr>
            <a:spLocks noGrp="1"/>
          </p:cNvSpPr>
          <p:nvPr>
            <p:ph sz="quarter" idx="4" hasCustomPrompt="1"/>
          </p:nvPr>
        </p:nvSpPr>
        <p:spPr>
          <a:xfrm>
            <a:off x="4640094" y="1726561"/>
            <a:ext cx="4476196"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grpSp>
        <p:nvGrpSpPr>
          <p:cNvPr id="15" name="Group 14">
            <a:extLst>
              <a:ext uri="{FF2B5EF4-FFF2-40B4-BE49-F238E27FC236}">
                <a16:creationId xmlns:a16="http://schemas.microsoft.com/office/drawing/2014/main" id="{0E24A26A-48C7-48C3-A79C-351ABE2ADD3F}"/>
              </a:ext>
            </a:extLst>
          </p:cNvPr>
          <p:cNvGrpSpPr/>
          <p:nvPr/>
        </p:nvGrpSpPr>
        <p:grpSpPr>
          <a:xfrm>
            <a:off x="5733" y="693860"/>
            <a:ext cx="8319118" cy="151690"/>
            <a:chOff x="284163" y="1577847"/>
            <a:chExt cx="8576373" cy="137411"/>
          </a:xfrm>
        </p:grpSpPr>
        <p:sp>
          <p:nvSpPr>
            <p:cNvPr id="16" name="Rectangle 15">
              <a:extLst>
                <a:ext uri="{FF2B5EF4-FFF2-40B4-BE49-F238E27FC236}">
                  <a16:creationId xmlns:a16="http://schemas.microsoft.com/office/drawing/2014/main" id="{3F56B814-B539-41F1-A738-F61039A623A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7D3600D2-D436-40F4-8926-0D5600A1AC9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B9DA912-4B64-4758-BE48-65A67F158C2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0B270661-1070-47DF-98AC-28C3719430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20" name="Text Placeholder 8">
            <a:extLst>
              <a:ext uri="{FF2B5EF4-FFF2-40B4-BE49-F238E27FC236}">
                <a16:creationId xmlns:a16="http://schemas.microsoft.com/office/drawing/2014/main" id="{F5CF1E09-2079-4323-8C3B-EE1BCFCFB41A}"/>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1287420701"/>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4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4441114" y="65642"/>
            <a:ext cx="4695247"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1" y="1389672"/>
            <a:ext cx="4331191" cy="3884092"/>
          </a:xfrm>
        </p:spPr>
        <p:txBody>
          <a:bodyPr/>
          <a:lstStyle/>
          <a:p>
            <a:r>
              <a:rPr lang="en-US"/>
              <a:t>Click icon to add picture</a:t>
            </a:r>
          </a:p>
        </p:txBody>
      </p:sp>
    </p:spTree>
    <p:extLst>
      <p:ext uri="{BB962C8B-B14F-4D97-AF65-F5344CB8AC3E}">
        <p14:creationId xmlns:p14="http://schemas.microsoft.com/office/powerpoint/2010/main" val="3745132808"/>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424474" y="65642"/>
            <a:ext cx="5711888"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2" y="1389672"/>
            <a:ext cx="3229110" cy="3884092"/>
          </a:xfrm>
        </p:spPr>
        <p:txBody>
          <a:bodyPr/>
          <a:lstStyle/>
          <a:p>
            <a:r>
              <a:rPr lang="en-US"/>
              <a:t>Click icon to add picture</a:t>
            </a:r>
          </a:p>
        </p:txBody>
      </p:sp>
    </p:spTree>
    <p:extLst>
      <p:ext uri="{BB962C8B-B14F-4D97-AF65-F5344CB8AC3E}">
        <p14:creationId xmlns:p14="http://schemas.microsoft.com/office/powerpoint/2010/main" val="774870983"/>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27710" y="1403570"/>
            <a:ext cx="4316725" cy="3902716"/>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4446919" y="0"/>
            <a:ext cx="4601102" cy="6405066"/>
          </a:xfrm>
        </p:spPr>
        <p:txBody>
          <a:bodyPr/>
          <a:lstStyle/>
          <a:p>
            <a:r>
              <a:rPr lang="en-US"/>
              <a:t>Click icon to add picture</a:t>
            </a:r>
          </a:p>
        </p:txBody>
      </p:sp>
    </p:spTree>
    <p:extLst>
      <p:ext uri="{BB962C8B-B14F-4D97-AF65-F5344CB8AC3E}">
        <p14:creationId xmlns:p14="http://schemas.microsoft.com/office/powerpoint/2010/main" val="2908538395"/>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3438" y="1389673"/>
            <a:ext cx="3242518" cy="391661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410618" y="31669"/>
            <a:ext cx="5699943" cy="6405362"/>
          </a:xfrm>
        </p:spPr>
        <p:txBody>
          <a:bodyPr/>
          <a:lstStyle/>
          <a:p>
            <a:r>
              <a:rPr lang="en-US"/>
              <a:t>Click icon to add picture</a:t>
            </a:r>
          </a:p>
        </p:txBody>
      </p:sp>
    </p:spTree>
    <p:extLst>
      <p:ext uri="{BB962C8B-B14F-4D97-AF65-F5344CB8AC3E}">
        <p14:creationId xmlns:p14="http://schemas.microsoft.com/office/powerpoint/2010/main" val="3724207148"/>
      </p:ext>
    </p:extLst>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5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29744" y="11545"/>
            <a:ext cx="8269938" cy="865337"/>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461165" y="5830031"/>
            <a:ext cx="4638517"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905148"/>
            <a:ext cx="4304781" cy="550362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642103" y="3603573"/>
            <a:ext cx="5517486" cy="120636"/>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0" y="801269"/>
            <a:ext cx="829744" cy="103879"/>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E4EBD9B3-5B6B-46F4-8C50-4874619C4AA7}"/>
              </a:ext>
            </a:extLst>
          </p:cNvPr>
          <p:cNvSpPr>
            <a:spLocks noGrp="1"/>
          </p:cNvSpPr>
          <p:nvPr>
            <p:ph sz="quarter" idx="15"/>
          </p:nvPr>
        </p:nvSpPr>
        <p:spPr>
          <a:xfrm>
            <a:off x="4461165" y="905147"/>
            <a:ext cx="4649500" cy="4897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45599877"/>
      </p:ext>
    </p:extLst>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6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1978018"/>
            <a:ext cx="3027361" cy="892547"/>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108604"/>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01783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4106799"/>
      </p:ext>
    </p:extLst>
  </p:cSld>
  <p:clrMapOvr>
    <a:masterClrMapping/>
  </p:clrMapOvr>
  <p:hf hdr="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8_Picture, Content with Caption">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10096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9048" y="2723902"/>
            <a:ext cx="9105902" cy="344865"/>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9048" y="-1"/>
            <a:ext cx="8427736" cy="678873"/>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9048" y="692729"/>
            <a:ext cx="9124950" cy="2017317"/>
          </a:xfrm>
          <a:prstGeom prst="rect">
            <a:avLst/>
          </a:prstGeom>
        </p:spPr>
        <p:txBody>
          <a:bodyPr/>
          <a:lstStyle>
            <a:lvl1pPr>
              <a:buNone/>
              <a:defRPr/>
            </a:lvl1pPr>
          </a:lstStyle>
          <a:p>
            <a:r>
              <a:rPr lang="en-US"/>
              <a:t>Click icon to add picture</a:t>
            </a:r>
            <a:endParaRPr/>
          </a:p>
        </p:txBody>
      </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446784" y="10325"/>
            <a:ext cx="678165" cy="6824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3174872"/>
      </p:ext>
    </p:extLst>
  </p:cSld>
  <p:clrMapOvr>
    <a:masterClrMapping/>
  </p:clrMapOvr>
  <p:hf hd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7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2120908"/>
            <a:ext cx="3027361" cy="749656"/>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295402"/>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3032" y="3018120"/>
            <a:ext cx="9111382" cy="341891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EF04E520-C1FA-43ED-B1FB-7EEC95054D0D}"/>
              </a:ext>
            </a:extLst>
          </p:cNvPr>
          <p:cNvSpPr>
            <a:spLocks noGrp="1"/>
          </p:cNvSpPr>
          <p:nvPr>
            <p:ph sz="quarter" idx="14"/>
          </p:nvPr>
        </p:nvSpPr>
        <p:spPr>
          <a:xfrm>
            <a:off x="3198814" y="-3175"/>
            <a:ext cx="5926137" cy="2963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11005845"/>
      </p:ext>
    </p:extLst>
  </p:cSld>
  <p:clrMapOvr>
    <a:masterClrMapping/>
  </p:clrMapOvr>
  <p:hf hd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1732" y="4955894"/>
            <a:ext cx="4487951"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611732" y="5760756"/>
            <a:ext cx="4487951"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2" y="813356"/>
            <a:ext cx="4283267"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4" y="3650022"/>
            <a:ext cx="4281053"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247281" y="3117286"/>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99455" y="357962"/>
            <a:ext cx="3295091" cy="103544"/>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C4F520B4-FEA5-40A6-A63E-7A2FBCA9F0CD}"/>
              </a:ext>
            </a:extLst>
          </p:cNvPr>
          <p:cNvSpPr>
            <a:spLocks noGrp="1"/>
          </p:cNvSpPr>
          <p:nvPr>
            <p:ph sz="quarter" idx="15"/>
          </p:nvPr>
        </p:nvSpPr>
        <p:spPr>
          <a:xfrm>
            <a:off x="4616451" y="-22225"/>
            <a:ext cx="4483100" cy="4977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1434808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3 Pictures with Caption">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36395" y="4955894"/>
            <a:ext cx="5904853"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3" name="Picture Placeholder 2"/>
          <p:cNvSpPr>
            <a:spLocks noGrp="1"/>
          </p:cNvSpPr>
          <p:nvPr>
            <p:ph type="pic" idx="1"/>
          </p:nvPr>
        </p:nvSpPr>
        <p:spPr>
          <a:xfrm>
            <a:off x="3220183" y="14286"/>
            <a:ext cx="5904853" cy="4932247"/>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4" name="Text Placeholder 3"/>
          <p:cNvSpPr>
            <a:spLocks noGrp="1"/>
          </p:cNvSpPr>
          <p:nvPr>
            <p:ph type="body" sz="half" idx="2" hasCustomPrompt="1"/>
          </p:nvPr>
        </p:nvSpPr>
        <p:spPr>
          <a:xfrm>
            <a:off x="3236395" y="5760756"/>
            <a:ext cx="5904853" cy="566738"/>
          </a:xfrm>
          <a:prstGeom prst="rect">
            <a:avLst/>
          </a:prstGeom>
          <a:solidFill>
            <a:schemeClr val="bg2">
              <a:lumMod val="75000"/>
            </a:schemeClr>
          </a:solidFill>
        </p:spPr>
        <p:txBody>
          <a:bodyPr anchor="ctr">
            <a:noAutofit/>
          </a:bodyPr>
          <a:lstStyle>
            <a:lvl1pPr marL="0" indent="0">
              <a:spcBef>
                <a:spcPts val="0"/>
              </a:spcBef>
              <a:buNone/>
              <a:defRPr sz="18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2990163"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2" y="3650022"/>
            <a:ext cx="2987790"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85560" y="313980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4"/>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Tree>
    <p:extLst>
      <p:ext uri="{BB962C8B-B14F-4D97-AF65-F5344CB8AC3E}">
        <p14:creationId xmlns:p14="http://schemas.microsoft.com/office/powerpoint/2010/main" val="2695846658"/>
      </p:ext>
    </p:extLst>
  </p:cSld>
  <p:clrMapOvr>
    <a:overrideClrMapping bg1="lt1" tx1="dk1" bg2="lt2" tx2="dk2" accent1="accent1" accent2="accent2" accent3="accent3" accent4="accent4" accent5="accent5" accent6="accent6" hlink="hlink" folHlink="folHlink"/>
  </p:clrMapOvr>
  <p:hf hdr="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Mission &amp; Vision">
    <p:spTree>
      <p:nvGrpSpPr>
        <p:cNvPr id="1" name=""/>
        <p:cNvGrpSpPr/>
        <p:nvPr/>
      </p:nvGrpSpPr>
      <p:grpSpPr>
        <a:xfrm>
          <a:off x="0" y="0"/>
          <a:ext cx="0" cy="0"/>
          <a:chOff x="0" y="0"/>
          <a:chExt cx="0" cy="0"/>
        </a:xfrm>
      </p:grpSpPr>
      <p:grpSp>
        <p:nvGrpSpPr>
          <p:cNvPr id="11" name="Group 10"/>
          <p:cNvGrpSpPr/>
          <p:nvPr/>
        </p:nvGrpSpPr>
        <p:grpSpPr>
          <a:xfrm rot="5400000">
            <a:off x="2738521" y="2916283"/>
            <a:ext cx="3892454" cy="130602"/>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CEDEE83-FAFE-4DBD-8381-923287B5D359}"/>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0" name="TextBox 19">
            <a:extLst>
              <a:ext uri="{FF2B5EF4-FFF2-40B4-BE49-F238E27FC236}">
                <a16:creationId xmlns:a16="http://schemas.microsoft.com/office/drawing/2014/main" id="{43E2F543-4B76-4677-882A-2A87F5D0F0BA}"/>
              </a:ext>
            </a:extLst>
          </p:cNvPr>
          <p:cNvSpPr txBox="1"/>
          <p:nvPr/>
        </p:nvSpPr>
        <p:spPr>
          <a:xfrm>
            <a:off x="0" y="1201317"/>
            <a:ext cx="4572000" cy="369332"/>
          </a:xfrm>
          <a:prstGeom prst="rect">
            <a:avLst/>
          </a:prstGeom>
          <a:noFill/>
        </p:spPr>
        <p:txBody>
          <a:bodyPr wrap="square" rtlCol="0">
            <a:spAutoFit/>
          </a:bodyPr>
          <a:lstStyle/>
          <a:p>
            <a:pPr algn="ctr"/>
            <a:r>
              <a:rPr lang="en-US" b="1" dirty="0">
                <a:solidFill>
                  <a:schemeClr val="tx1"/>
                </a:solidFill>
              </a:rPr>
              <a:t>American International University-Bangladesh</a:t>
            </a:r>
          </a:p>
        </p:txBody>
      </p:sp>
      <p:sp>
        <p:nvSpPr>
          <p:cNvPr id="21" name="TextBox 20">
            <a:extLst>
              <a:ext uri="{FF2B5EF4-FFF2-40B4-BE49-F238E27FC236}">
                <a16:creationId xmlns:a16="http://schemas.microsoft.com/office/drawing/2014/main" id="{411B5F34-93B2-4082-86C1-5DED06698B8C}"/>
              </a:ext>
            </a:extLst>
          </p:cNvPr>
          <p:cNvSpPr txBox="1"/>
          <p:nvPr/>
        </p:nvSpPr>
        <p:spPr>
          <a:xfrm>
            <a:off x="114490" y="5281054"/>
            <a:ext cx="4564358" cy="1107996"/>
          </a:xfrm>
          <a:prstGeom prst="rect">
            <a:avLst/>
          </a:prstGeom>
          <a:noFill/>
        </p:spPr>
        <p:txBody>
          <a:bodyPr wrap="square" rtlCol="0">
            <a:spAutoFit/>
          </a:bodyPr>
          <a:lstStyle/>
          <a:p>
            <a:pPr algn="just"/>
            <a:r>
              <a:rPr lang="en-US" sz="1800" b="1" i="0" kern="1200" dirty="0">
                <a:solidFill>
                  <a:srgbClr val="004EA8"/>
                </a:solidFill>
                <a:effectLst/>
                <a:latin typeface="+mn-lt"/>
                <a:ea typeface="+mn-ea"/>
                <a:cs typeface="+mn-cs"/>
              </a:rPr>
              <a:t>Vision: </a:t>
            </a:r>
            <a:r>
              <a:rPr lang="en-US" sz="1600" kern="1200" dirty="0">
                <a:solidFill>
                  <a:srgbClr val="004EA8"/>
                </a:solidFill>
                <a:latin typeface="+mn-lt"/>
                <a:ea typeface="+mn-ea"/>
                <a:cs typeface="+mn-cs"/>
              </a:rPr>
              <a:t>The Faculty of Science and Technology is committed to equip students with world class scientific research and industry-oriented knowledge and skills.</a:t>
            </a:r>
          </a:p>
        </p:txBody>
      </p:sp>
      <p:sp>
        <p:nvSpPr>
          <p:cNvPr id="7" name="TextBox 6">
            <a:extLst>
              <a:ext uri="{FF2B5EF4-FFF2-40B4-BE49-F238E27FC236}">
                <a16:creationId xmlns:a16="http://schemas.microsoft.com/office/drawing/2014/main" id="{305A9FB5-E3AF-434A-9216-D167818705BD}"/>
              </a:ext>
            </a:extLst>
          </p:cNvPr>
          <p:cNvSpPr txBox="1"/>
          <p:nvPr/>
        </p:nvSpPr>
        <p:spPr>
          <a:xfrm>
            <a:off x="0" y="1651077"/>
            <a:ext cx="4637117" cy="3031599"/>
          </a:xfrm>
          <a:prstGeom prst="rect">
            <a:avLst/>
          </a:prstGeom>
          <a:noFill/>
        </p:spPr>
        <p:txBody>
          <a:bodyPr wrap="square" rtlCol="0">
            <a:spAutoFit/>
          </a:bodyPr>
          <a:lstStyle/>
          <a:p>
            <a:pPr algn="just">
              <a:spcBef>
                <a:spcPts val="0"/>
              </a:spcBef>
            </a:pPr>
            <a:r>
              <a:rPr lang="en-US" sz="1550" b="1" i="0" kern="1200" dirty="0">
                <a:solidFill>
                  <a:schemeClr val="tx1"/>
                </a:solidFill>
                <a:effectLst/>
                <a:latin typeface="+mn-lt"/>
                <a:ea typeface="+mn-ea"/>
                <a:cs typeface="+mn-cs"/>
              </a:rPr>
              <a:t>Vision: </a:t>
            </a:r>
            <a:r>
              <a:rPr lang="en-US" sz="1550" b="0" i="0" dirty="0">
                <a:solidFill>
                  <a:schemeClr val="tx1"/>
                </a:solidFill>
                <a:effectLst/>
                <a:latin typeface="+mn-lt"/>
              </a:rPr>
              <a:t>AMERICAN INTERNATIONAL UNIVERSITY-BANGLADESH (AIUB) envisions promoting professionals and excellent leadership catering to the technological progress and development needs of the country.</a:t>
            </a:r>
          </a:p>
          <a:p>
            <a:pPr algn="just">
              <a:spcBef>
                <a:spcPts val="600"/>
              </a:spcBef>
            </a:pPr>
            <a:r>
              <a:rPr lang="en-US" sz="1550" b="1" i="0" dirty="0">
                <a:solidFill>
                  <a:schemeClr val="tx1"/>
                </a:solidFill>
                <a:effectLst/>
                <a:latin typeface="+mn-lt"/>
              </a:rPr>
              <a:t>Mission: </a:t>
            </a:r>
            <a:r>
              <a:rPr lang="en-US" sz="1550" b="0" i="0" dirty="0">
                <a:solidFill>
                  <a:schemeClr val="tx1"/>
                </a:solidFill>
                <a:effectLst/>
                <a:latin typeface="+mn-lt"/>
              </a:rPr>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endParaRPr lang="en-US" sz="1550" b="0" dirty="0">
              <a:solidFill>
                <a:schemeClr val="tx1"/>
              </a:solidFill>
              <a:latin typeface="+mn-lt"/>
            </a:endParaRPr>
          </a:p>
        </p:txBody>
      </p:sp>
      <p:sp>
        <p:nvSpPr>
          <p:cNvPr id="22" name="TextBox 21">
            <a:extLst>
              <a:ext uri="{FF2B5EF4-FFF2-40B4-BE49-F238E27FC236}">
                <a16:creationId xmlns:a16="http://schemas.microsoft.com/office/drawing/2014/main" id="{36E669BC-32E3-47A9-82A8-9D07E3B007A0}"/>
              </a:ext>
            </a:extLst>
          </p:cNvPr>
          <p:cNvSpPr txBox="1"/>
          <p:nvPr/>
        </p:nvSpPr>
        <p:spPr>
          <a:xfrm>
            <a:off x="4747890" y="5244420"/>
            <a:ext cx="4415444" cy="1323439"/>
          </a:xfrm>
          <a:prstGeom prst="rect">
            <a:avLst/>
          </a:prstGeom>
          <a:noFill/>
        </p:spPr>
        <p:txBody>
          <a:bodyPr wrap="square" rtlCol="0">
            <a:spAutoFit/>
          </a:bodyPr>
          <a:lstStyle/>
          <a:p>
            <a:pPr algn="just"/>
            <a:r>
              <a:rPr lang="en-US" sz="1600" b="1" i="0" dirty="0">
                <a:solidFill>
                  <a:srgbClr val="004EA8"/>
                </a:solidFill>
                <a:effectLst/>
                <a:latin typeface="+mn-lt"/>
              </a:rPr>
              <a:t>Mission: </a:t>
            </a:r>
            <a:r>
              <a:rPr lang="en-US" sz="1600" kern="1200" dirty="0">
                <a:solidFill>
                  <a:srgbClr val="004EA8"/>
                </a:solidFill>
                <a:latin typeface="+mn-lt"/>
                <a:ea typeface="+mn-ea"/>
                <a:cs typeface="+mn-cs"/>
              </a:rPr>
              <a:t>To create highly skilled and globally competitive professionals with advanced theoretical and applied knowledge responsive to the needs of the society in the discipline of science and technology.</a:t>
            </a:r>
          </a:p>
        </p:txBody>
      </p:sp>
      <p:sp>
        <p:nvSpPr>
          <p:cNvPr id="16" name="TextBox 15">
            <a:extLst>
              <a:ext uri="{FF2B5EF4-FFF2-40B4-BE49-F238E27FC236}">
                <a16:creationId xmlns:a16="http://schemas.microsoft.com/office/drawing/2014/main" id="{8074BD07-0EFB-4C90-9394-3C92D2488C0C}"/>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3" name="TextBox 22">
            <a:extLst>
              <a:ext uri="{FF2B5EF4-FFF2-40B4-BE49-F238E27FC236}">
                <a16:creationId xmlns:a16="http://schemas.microsoft.com/office/drawing/2014/main" id="{27271016-6EAB-4AD8-A786-64E4AAD6CCD3}"/>
              </a:ext>
            </a:extLst>
          </p:cNvPr>
          <p:cNvSpPr txBox="1"/>
          <p:nvPr/>
        </p:nvSpPr>
        <p:spPr>
          <a:xfrm>
            <a:off x="2189595" y="4888350"/>
            <a:ext cx="4564358" cy="369332"/>
          </a:xfrm>
          <a:prstGeom prst="rect">
            <a:avLst/>
          </a:prstGeom>
          <a:noFill/>
        </p:spPr>
        <p:txBody>
          <a:bodyPr wrap="square" rtlCol="0">
            <a:spAutoFit/>
          </a:bodyPr>
          <a:lstStyle/>
          <a:p>
            <a:pPr algn="ctr"/>
            <a:r>
              <a:rPr lang="en-US" b="1" dirty="0">
                <a:solidFill>
                  <a:srgbClr val="004EA8"/>
                </a:solidFill>
              </a:rPr>
              <a:t>Faculty of Science &amp; Technology</a:t>
            </a:r>
          </a:p>
        </p:txBody>
      </p:sp>
      <p:sp>
        <p:nvSpPr>
          <p:cNvPr id="26" name="TextBox 25">
            <a:extLst>
              <a:ext uri="{FF2B5EF4-FFF2-40B4-BE49-F238E27FC236}">
                <a16:creationId xmlns:a16="http://schemas.microsoft.com/office/drawing/2014/main" id="{B313C981-553F-4AEF-8558-BB2F43844A97}"/>
              </a:ext>
            </a:extLst>
          </p:cNvPr>
          <p:cNvSpPr txBox="1"/>
          <p:nvPr/>
        </p:nvSpPr>
        <p:spPr>
          <a:xfrm>
            <a:off x="4747890" y="1506507"/>
            <a:ext cx="4415444" cy="3270126"/>
          </a:xfrm>
          <a:prstGeom prst="rect">
            <a:avLst/>
          </a:prstGeom>
          <a:noFill/>
        </p:spPr>
        <p:txBody>
          <a:bodyPr wrap="square" rtlCol="0">
            <a:spAutoFit/>
          </a:bodyPr>
          <a:lstStyle/>
          <a:p>
            <a:pPr algn="just"/>
            <a:r>
              <a:rPr lang="en-US" sz="1550" b="1" i="0" kern="1200" dirty="0">
                <a:solidFill>
                  <a:srgbClr val="7030A0"/>
                </a:solidFill>
                <a:effectLst/>
                <a:latin typeface="+mn-lt"/>
                <a:ea typeface="+mn-ea"/>
                <a:cs typeface="+mn-cs"/>
              </a:rPr>
              <a:t>Vision: </a:t>
            </a:r>
            <a:r>
              <a:rPr lang="en-US" sz="1550" kern="1200" dirty="0">
                <a:solidFill>
                  <a:srgbClr val="7030A0"/>
                </a:solidFill>
                <a:latin typeface="+mn-lt"/>
                <a:ea typeface="+mn-ea"/>
                <a:cs typeface="+mn-cs"/>
              </a:rPr>
              <a:t>Our vision is to be the preeminent Department of Computer Science through creating recognized professionals who will provide innovative solutions by leveraging contemporary research methods and development techniques of computing that is in line with the national and global context.</a:t>
            </a:r>
          </a:p>
          <a:p>
            <a:pPr algn="just">
              <a:spcBef>
                <a:spcPts val="600"/>
              </a:spcBef>
            </a:pPr>
            <a:r>
              <a:rPr lang="en-US" sz="1550" b="1" i="0" dirty="0">
                <a:solidFill>
                  <a:srgbClr val="7030A0"/>
                </a:solidFill>
                <a:effectLst/>
                <a:latin typeface="+mn-lt"/>
              </a:rPr>
              <a:t>Mission: </a:t>
            </a:r>
            <a:r>
              <a:rPr lang="en-US" sz="1550" kern="1200" dirty="0">
                <a:solidFill>
                  <a:srgbClr val="7030A0"/>
                </a:solidFill>
                <a:latin typeface="+mn-lt"/>
                <a:ea typeface="+mn-ea"/>
                <a:cs typeface="+mn-cs"/>
              </a:rPr>
              <a:t>The mission of the Department of Computer Science of AIUB is to educate students in a student-centric dynamic learning environment; to provide advanced facilities for conducting innovative research and development to meet the challenges of the modern era of computing, and to motivate them towards a life-long learning process.</a:t>
            </a:r>
          </a:p>
        </p:txBody>
      </p:sp>
      <p:sp>
        <p:nvSpPr>
          <p:cNvPr id="27" name="TextBox 26">
            <a:extLst>
              <a:ext uri="{FF2B5EF4-FFF2-40B4-BE49-F238E27FC236}">
                <a16:creationId xmlns:a16="http://schemas.microsoft.com/office/drawing/2014/main" id="{CECE72D9-A752-42CB-8761-B8D151CDE5EC}"/>
              </a:ext>
            </a:extLst>
          </p:cNvPr>
          <p:cNvSpPr txBox="1"/>
          <p:nvPr/>
        </p:nvSpPr>
        <p:spPr>
          <a:xfrm>
            <a:off x="4567782" y="1178740"/>
            <a:ext cx="4564358" cy="369332"/>
          </a:xfrm>
          <a:prstGeom prst="rect">
            <a:avLst/>
          </a:prstGeom>
          <a:noFill/>
        </p:spPr>
        <p:txBody>
          <a:bodyPr wrap="square" rtlCol="0">
            <a:spAutoFit/>
          </a:bodyPr>
          <a:lstStyle/>
          <a:p>
            <a:pPr algn="ctr"/>
            <a:r>
              <a:rPr lang="en-US" b="1" dirty="0">
                <a:solidFill>
                  <a:srgbClr val="7030A0"/>
                </a:solidFill>
              </a:rPr>
              <a:t>Department of Computer Science</a:t>
            </a:r>
          </a:p>
        </p:txBody>
      </p:sp>
      <p:grpSp>
        <p:nvGrpSpPr>
          <p:cNvPr id="28" name="Group 27">
            <a:extLst>
              <a:ext uri="{FF2B5EF4-FFF2-40B4-BE49-F238E27FC236}">
                <a16:creationId xmlns:a16="http://schemas.microsoft.com/office/drawing/2014/main" id="{5FF880C0-C2D1-4E4C-9789-CA877BB8B536}"/>
              </a:ext>
            </a:extLst>
          </p:cNvPr>
          <p:cNvGrpSpPr/>
          <p:nvPr/>
        </p:nvGrpSpPr>
        <p:grpSpPr>
          <a:xfrm>
            <a:off x="152400" y="4817017"/>
            <a:ext cx="9005455" cy="121616"/>
            <a:chOff x="284163" y="1577847"/>
            <a:chExt cx="8576373" cy="137411"/>
          </a:xfrm>
        </p:grpSpPr>
        <p:sp>
          <p:nvSpPr>
            <p:cNvPr id="29" name="Rectangle 28">
              <a:extLst>
                <a:ext uri="{FF2B5EF4-FFF2-40B4-BE49-F238E27FC236}">
                  <a16:creationId xmlns:a16="http://schemas.microsoft.com/office/drawing/2014/main" id="{839641B2-8010-449D-94C5-AC23C56EF0C4}"/>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0" name="Rectangle 29">
              <a:extLst>
                <a:ext uri="{FF2B5EF4-FFF2-40B4-BE49-F238E27FC236}">
                  <a16:creationId xmlns:a16="http://schemas.microsoft.com/office/drawing/2014/main" id="{871E5DAE-6AA4-49D6-A0E3-4A4752AB47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E48749CA-D36E-499C-B6E3-FECC525A0191}"/>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2212671634"/>
      </p:ext>
    </p:extLst>
  </p:cSld>
  <p:clrMapOvr>
    <a:masterClrMapping/>
  </p:clrMapOvr>
  <p:hf hdr="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Policies">
    <p:spTree>
      <p:nvGrpSpPr>
        <p:cNvPr id="1" name=""/>
        <p:cNvGrpSpPr/>
        <p:nvPr/>
      </p:nvGrpSpPr>
      <p:grpSpPr>
        <a:xfrm>
          <a:off x="0" y="0"/>
          <a:ext cx="0" cy="0"/>
          <a:chOff x="0" y="0"/>
          <a:chExt cx="0" cy="0"/>
        </a:xfrm>
      </p:grpSpPr>
      <p:grpSp>
        <p:nvGrpSpPr>
          <p:cNvPr id="9" name="Group 8"/>
          <p:cNvGrpSpPr/>
          <p:nvPr/>
        </p:nvGrpSpPr>
        <p:grpSpPr>
          <a:xfrm>
            <a:off x="199700" y="1117965"/>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Content Placeholder 2"/>
          <p:cNvSpPr>
            <a:spLocks noGrp="1"/>
          </p:cNvSpPr>
          <p:nvPr>
            <p:ph sz="half" idx="1" hasCustomPrompt="1"/>
          </p:nvPr>
        </p:nvSpPr>
        <p:spPr>
          <a:xfrm>
            <a:off x="0" y="1241517"/>
            <a:ext cx="4486216"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Class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1241517"/>
            <a:ext cx="4543907"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Course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lvl1pPr>
              <a:defRPr sz="1200"/>
            </a:lvl1pPr>
          </a:lstStyle>
          <a:p>
            <a:r>
              <a:rPr lang="en-US"/>
              <a:t>CSC3113: Theory of Computation</a:t>
            </a:r>
          </a:p>
        </p:txBody>
      </p:sp>
      <p:sp>
        <p:nvSpPr>
          <p:cNvPr id="13" name="Rectangle 12">
            <a:extLst>
              <a:ext uri="{FF2B5EF4-FFF2-40B4-BE49-F238E27FC236}">
                <a16:creationId xmlns:a16="http://schemas.microsoft.com/office/drawing/2014/main" id="{4EA8B8D1-F9C5-452D-ADEC-F8665E1C2ED4}"/>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6" name="Picture 2" descr="Image result for AIUB logo">
            <a:extLst>
              <a:ext uri="{FF2B5EF4-FFF2-40B4-BE49-F238E27FC236}">
                <a16:creationId xmlns:a16="http://schemas.microsoft.com/office/drawing/2014/main" id="{003CA08F-CB81-462F-838C-6E7B88B87AE4}"/>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7A32B08-ADDB-46D8-A9C9-DAAE2926D273}"/>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
        <p:nvSpPr>
          <p:cNvPr id="14" name="TextBox 13">
            <a:extLst>
              <a:ext uri="{FF2B5EF4-FFF2-40B4-BE49-F238E27FC236}">
                <a16:creationId xmlns:a16="http://schemas.microsoft.com/office/drawing/2014/main" id="{6656A384-BF04-4F7C-AE8F-220230A3DB7C}"/>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1949850001"/>
      </p:ext>
    </p:extLst>
  </p:cSld>
  <p:clrMapOvr>
    <a:masterClrMapping/>
  </p:clrMapOvr>
  <p:hf hd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valuation">
    <p:spTree>
      <p:nvGrpSpPr>
        <p:cNvPr id="1" name=""/>
        <p:cNvGrpSpPr/>
        <p:nvPr/>
      </p:nvGrpSpPr>
      <p:grpSpPr>
        <a:xfrm>
          <a:off x="0" y="0"/>
          <a:ext cx="0" cy="0"/>
          <a:chOff x="0" y="0"/>
          <a:chExt cx="0" cy="0"/>
        </a:xfrm>
      </p:grpSpPr>
      <p:grpSp>
        <p:nvGrpSpPr>
          <p:cNvPr id="11" name="Group 10"/>
          <p:cNvGrpSpPr/>
          <p:nvPr/>
        </p:nvGrpSpPr>
        <p:grpSpPr>
          <a:xfrm>
            <a:off x="294416" y="1147036"/>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Text Placeholder 2"/>
          <p:cNvSpPr>
            <a:spLocks noGrp="1"/>
          </p:cNvSpPr>
          <p:nvPr>
            <p:ph type="body" idx="1" hasCustomPrompt="1"/>
          </p:nvPr>
        </p:nvSpPr>
        <p:spPr>
          <a:xfrm>
            <a:off x="0" y="1291790"/>
            <a:ext cx="4476198" cy="833250"/>
          </a:xfrm>
          <a:prstGeom prst="rect">
            <a:avLst/>
          </a:prstGeom>
        </p:spPr>
        <p:txBody>
          <a:bodyPr anchor="ctr">
            <a:noAutofit/>
          </a:bodyPr>
          <a:lstStyle>
            <a:lvl1pPr marL="0" indent="0" algn="ctr">
              <a:lnSpc>
                <a:spcPct val="100000"/>
              </a:lnSpc>
              <a:spcBef>
                <a:spcPts val="338"/>
              </a:spcBef>
              <a:buNone/>
              <a:defRPr sz="2800" b="1">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Exam Policies</a:t>
            </a:r>
          </a:p>
        </p:txBody>
      </p:sp>
      <p:sp>
        <p:nvSpPr>
          <p:cNvPr id="4" name="Content Placeholder 3"/>
          <p:cNvSpPr>
            <a:spLocks noGrp="1"/>
          </p:cNvSpPr>
          <p:nvPr>
            <p:ph sz="half" idx="2"/>
          </p:nvPr>
        </p:nvSpPr>
        <p:spPr>
          <a:xfrm>
            <a:off x="0" y="2132388"/>
            <a:ext cx="4476198"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5" name="Text Placeholder 4"/>
          <p:cNvSpPr>
            <a:spLocks noGrp="1"/>
          </p:cNvSpPr>
          <p:nvPr>
            <p:ph type="body" sz="quarter" idx="3" hasCustomPrompt="1"/>
          </p:nvPr>
        </p:nvSpPr>
        <p:spPr>
          <a:xfrm>
            <a:off x="4638628" y="1291790"/>
            <a:ext cx="4476199" cy="833250"/>
          </a:xfrm>
          <a:prstGeom prst="rect">
            <a:avLst/>
          </a:prstGeom>
        </p:spPr>
        <p:txBody>
          <a:bodyPr anchor="ctr">
            <a:noAutofit/>
          </a:bodyPr>
          <a:lstStyle>
            <a:lvl1pPr marL="0" indent="0" algn="ctr">
              <a:lnSpc>
                <a:spcPct val="100000"/>
              </a:lnSpc>
              <a:spcBef>
                <a:spcPts val="338"/>
              </a:spcBef>
              <a:buNone/>
              <a:defRPr lang="fi-FI" sz="2800" b="1"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Evaluation</a:t>
            </a:r>
          </a:p>
        </p:txBody>
      </p:sp>
      <p:sp>
        <p:nvSpPr>
          <p:cNvPr id="6" name="Content Placeholder 5"/>
          <p:cNvSpPr>
            <a:spLocks noGrp="1"/>
          </p:cNvSpPr>
          <p:nvPr>
            <p:ph sz="quarter" idx="4"/>
          </p:nvPr>
        </p:nvSpPr>
        <p:spPr>
          <a:xfrm>
            <a:off x="4640094" y="2132387"/>
            <a:ext cx="4476196"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1D86C17-0C2E-4A9E-8501-70C782C29781}"/>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
        <p:nvSpPr>
          <p:cNvPr id="16" name="TextBox 15">
            <a:extLst>
              <a:ext uri="{FF2B5EF4-FFF2-40B4-BE49-F238E27FC236}">
                <a16:creationId xmlns:a16="http://schemas.microsoft.com/office/drawing/2014/main" id="{6FDC5B31-A712-4DEA-87EF-92D23E31834E}"/>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327010529"/>
      </p:ext>
    </p:extLst>
  </p:cSld>
  <p:clrMapOvr>
    <a:masterClrMapping/>
  </p:clrMapOvr>
  <p:hf hdr="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urs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52A48B43-4475-459B-B819-2CD0A3D98CA9}"/>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28320601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urse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4D9DBD4C-E7AF-4DD4-9110-15778D18CB8E}"/>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4750271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urse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E60FCC8C-2E83-43B6-8537-1F46ED6C7B47}"/>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4899253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re-requisit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Pre-Requisite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2486284333"/>
      </p:ext>
    </p:extLst>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8332797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0" y="812264"/>
            <a:ext cx="3027361" cy="343293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2" y="5119261"/>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2" y="4319931"/>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6437034"/>
          </a:xfrm>
          <a:prstGeom prst="rect">
            <a:avLst/>
          </a:prstGeo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299071086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Wide 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8723" y="3062026"/>
            <a:ext cx="9105691" cy="335848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0" y="1624470"/>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10010" y="825140"/>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29" name="Group 28">
            <a:extLst>
              <a:ext uri="{FF2B5EF4-FFF2-40B4-BE49-F238E27FC236}">
                <a16:creationId xmlns:a16="http://schemas.microsoft.com/office/drawing/2014/main" id="{0DD6D0B9-9A41-470F-9EE1-03BA0F0542D8}"/>
              </a:ext>
            </a:extLst>
          </p:cNvPr>
          <p:cNvGrpSpPr/>
          <p:nvPr/>
        </p:nvGrpSpPr>
        <p:grpSpPr>
          <a:xfrm>
            <a:off x="19586" y="2961399"/>
            <a:ext cx="9124412" cy="56355"/>
            <a:chOff x="284163" y="1577847"/>
            <a:chExt cx="8576373" cy="137411"/>
          </a:xfrm>
        </p:grpSpPr>
        <p:sp>
          <p:nvSpPr>
            <p:cNvPr id="30" name="Rectangle 29">
              <a:extLst>
                <a:ext uri="{FF2B5EF4-FFF2-40B4-BE49-F238E27FC236}">
                  <a16:creationId xmlns:a16="http://schemas.microsoft.com/office/drawing/2014/main" id="{5334261B-3D7F-4C94-9273-CBFDAAAFFEE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B9144A11-DF47-49A5-AA16-B82657B26C06}"/>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2" name="Rectangle 31">
              <a:extLst>
                <a:ext uri="{FF2B5EF4-FFF2-40B4-BE49-F238E27FC236}">
                  <a16:creationId xmlns:a16="http://schemas.microsoft.com/office/drawing/2014/main" id="{2F46EAE9-8CB1-41D6-A4AE-2B066FDBAB3E}"/>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11" name="Group 10">
            <a:extLst>
              <a:ext uri="{FF2B5EF4-FFF2-40B4-BE49-F238E27FC236}">
                <a16:creationId xmlns:a16="http://schemas.microsoft.com/office/drawing/2014/main" id="{97CA4437-962B-4188-B249-DE6974B189B1}"/>
              </a:ext>
            </a:extLst>
          </p:cNvPr>
          <p:cNvGrpSpPr/>
          <p:nvPr/>
        </p:nvGrpSpPr>
        <p:grpSpPr>
          <a:xfrm>
            <a:off x="19586" y="2961399"/>
            <a:ext cx="9124412" cy="56355"/>
            <a:chOff x="284163" y="1577847"/>
            <a:chExt cx="8576373" cy="137411"/>
          </a:xfrm>
        </p:grpSpPr>
        <p:sp>
          <p:nvSpPr>
            <p:cNvPr id="12" name="Rectangle 11">
              <a:extLst>
                <a:ext uri="{FF2B5EF4-FFF2-40B4-BE49-F238E27FC236}">
                  <a16:creationId xmlns:a16="http://schemas.microsoft.com/office/drawing/2014/main" id="{38D109A9-C05A-41C4-99D7-304EEC7FFF7B}"/>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a:extLst>
                <a:ext uri="{FF2B5EF4-FFF2-40B4-BE49-F238E27FC236}">
                  <a16:creationId xmlns:a16="http://schemas.microsoft.com/office/drawing/2014/main" id="{99BA0469-26BC-4E1C-95DA-12CE88A1918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B64BDEF7-9772-4424-9939-406B9BBA28D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16" name="Group 15">
            <a:extLst>
              <a:ext uri="{FF2B5EF4-FFF2-40B4-BE49-F238E27FC236}">
                <a16:creationId xmlns:a16="http://schemas.microsoft.com/office/drawing/2014/main" id="{703EB59F-48EB-431F-90B4-9029BD96E288}"/>
              </a:ext>
            </a:extLst>
          </p:cNvPr>
          <p:cNvGrpSpPr/>
          <p:nvPr userDrawn="1"/>
        </p:nvGrpSpPr>
        <p:grpSpPr>
          <a:xfrm>
            <a:off x="19586" y="2961399"/>
            <a:ext cx="9124412" cy="56355"/>
            <a:chOff x="284163" y="1577847"/>
            <a:chExt cx="8576373" cy="137411"/>
          </a:xfrm>
        </p:grpSpPr>
        <p:sp>
          <p:nvSpPr>
            <p:cNvPr id="17" name="Rectangle 16">
              <a:extLst>
                <a:ext uri="{FF2B5EF4-FFF2-40B4-BE49-F238E27FC236}">
                  <a16:creationId xmlns:a16="http://schemas.microsoft.com/office/drawing/2014/main" id="{B11D1820-352F-43C3-BC91-5A4DD834872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A6043263-5204-4846-8AD1-D7F2A4159B11}"/>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9" name="Rectangle 18">
              <a:extLst>
                <a:ext uri="{FF2B5EF4-FFF2-40B4-BE49-F238E27FC236}">
                  <a16:creationId xmlns:a16="http://schemas.microsoft.com/office/drawing/2014/main" id="{03D1CA3C-F889-4DF8-9E32-457B7E4A4B8E}"/>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30986400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5432425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_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781833" y="41984"/>
            <a:ext cx="3269673" cy="693738"/>
          </a:xfrm>
        </p:spPr>
        <p:txBody>
          <a:bodyPr anchor="ctr">
            <a:noAutofit/>
          </a:bodyPr>
          <a:lstStyle>
            <a:lvl1pPr marL="0" indent="0">
              <a:buNone/>
              <a:defRPr sz="28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2880821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2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56659573"/>
      </p:ext>
    </p:extLst>
  </p:cSld>
  <p:clrMapOvr>
    <a:masterClrMapping/>
  </p:clrMapOvr>
  <p:hf hdr="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194457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 y="858982"/>
            <a:ext cx="9143999" cy="55780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5729" y="6464746"/>
            <a:ext cx="6124902" cy="365125"/>
          </a:xfrm>
          <a:prstGeom prst="rect">
            <a:avLst/>
          </a:prstGeom>
        </p:spPr>
        <p:txBody>
          <a:bodyPr vert="horz" lIns="91440" tIns="45720" rIns="91440" bIns="45720" rtlCol="0" anchor="ctr"/>
          <a:lstStyle>
            <a:lvl1pPr algn="l">
              <a:defRPr sz="1200" b="1">
                <a:solidFill>
                  <a:schemeClr val="bg1">
                    <a:lumMod val="65000"/>
                  </a:schemeClr>
                </a:solidFill>
              </a:defRPr>
            </a:lvl1pPr>
          </a:lstStyle>
          <a:p>
            <a:r>
              <a:rPr lang="en-US"/>
              <a:t>CSC3113: Theory of Computation</a:t>
            </a:r>
          </a:p>
        </p:txBody>
      </p:sp>
      <p:sp>
        <p:nvSpPr>
          <p:cNvPr id="2" name="Title Placeholder 1"/>
          <p:cNvSpPr>
            <a:spLocks noGrp="1"/>
          </p:cNvSpPr>
          <p:nvPr>
            <p:ph type="title"/>
          </p:nvPr>
        </p:nvSpPr>
        <p:spPr>
          <a:xfrm>
            <a:off x="20814" y="35835"/>
            <a:ext cx="9123186" cy="658025"/>
          </a:xfrm>
          <a:prstGeom prst="rect">
            <a:avLst/>
          </a:prstGeom>
          <a:solidFill>
            <a:schemeClr val="bg1">
              <a:alpha val="70000"/>
            </a:schemeClr>
          </a:solidFill>
        </p:spPr>
        <p:txBody>
          <a:bodyPr vert="horz" lIns="91440" tIns="45720" rIns="91440" bIns="45720" rtlCol="0" anchor="ctr">
            <a:normAutofit/>
          </a:bodyPr>
          <a:lstStyle/>
          <a:p>
            <a:r>
              <a:rPr lang="en-US"/>
              <a:t>Click to edit Master title style</a:t>
            </a:r>
            <a:endParaRPr dirty="0"/>
          </a:p>
        </p:txBody>
      </p:sp>
      <p:sp>
        <p:nvSpPr>
          <p:cNvPr id="6" name="TextBox 5">
            <a:extLst>
              <a:ext uri="{FF2B5EF4-FFF2-40B4-BE49-F238E27FC236}">
                <a16:creationId xmlns:a16="http://schemas.microsoft.com/office/drawing/2014/main" id="{F810FEC4-6E92-4F0D-B445-E1D71BD2B483}"/>
              </a:ext>
            </a:extLst>
          </p:cNvPr>
          <p:cNvSpPr txBox="1"/>
          <p:nvPr/>
        </p:nvSpPr>
        <p:spPr>
          <a:xfrm>
            <a:off x="7980219" y="6520165"/>
            <a:ext cx="1163782" cy="230832"/>
          </a:xfrm>
          <a:prstGeom prst="rect">
            <a:avLst/>
          </a:prstGeom>
          <a:noFill/>
        </p:spPr>
        <p:txBody>
          <a:bodyPr wrap="square" rtlCol="0">
            <a:spAutoFit/>
          </a:bodyPr>
          <a:lstStyle/>
          <a:p>
            <a:pPr algn="r"/>
            <a:fld id="{877AA9C8-8998-44D2-B8A4-3667A019ADA0}" type="slidenum">
              <a:rPr lang="en-US" sz="900" b="1" smtClean="0">
                <a:solidFill>
                  <a:schemeClr val="bg1">
                    <a:lumMod val="50000"/>
                  </a:schemeClr>
                </a:solidFill>
              </a:rPr>
              <a:pPr algn="r"/>
              <a:t>‹#›</a:t>
            </a:fld>
            <a:endParaRPr lang="en-US" sz="900" b="1" dirty="0">
              <a:solidFill>
                <a:schemeClr val="bg1">
                  <a:lumMod val="50000"/>
                </a:schemeClr>
              </a:solidFill>
            </a:endParaRPr>
          </a:p>
        </p:txBody>
      </p:sp>
    </p:spTree>
    <p:extLst>
      <p:ext uri="{BB962C8B-B14F-4D97-AF65-F5344CB8AC3E}">
        <p14:creationId xmlns:p14="http://schemas.microsoft.com/office/powerpoint/2010/main" val="1536397258"/>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6" r:id="rId20"/>
    <p:sldLayoutId id="2147483757" r:id="rId21"/>
    <p:sldLayoutId id="2147483758" r:id="rId22"/>
    <p:sldLayoutId id="2147483759" r:id="rId23"/>
    <p:sldLayoutId id="2147483760" r:id="rId24"/>
    <p:sldLayoutId id="2147483761" r:id="rId25"/>
    <p:sldLayoutId id="2147483762" r:id="rId26"/>
    <p:sldLayoutId id="2147483763" r:id="rId27"/>
    <p:sldLayoutId id="2147483764" r:id="rId28"/>
    <p:sldLayoutId id="2147483765" r:id="rId29"/>
    <p:sldLayoutId id="2147483766" r:id="rId30"/>
    <p:sldLayoutId id="2147483767" r:id="rId31"/>
    <p:sldLayoutId id="2147483768" r:id="rId32"/>
    <p:sldLayoutId id="2147483769" r:id="rId33"/>
    <p:sldLayoutId id="2147483770" r:id="rId34"/>
    <p:sldLayoutId id="2147483771" r:id="rId35"/>
    <p:sldLayoutId id="2147483772" r:id="rId36"/>
    <p:sldLayoutId id="2147483773" r:id="rId37"/>
    <p:sldLayoutId id="2147483697" r:id="rId38"/>
  </p:sldLayoutIdLst>
  <p:hf hdr="0"/>
  <p:txStyles>
    <p:titleStyle>
      <a:lvl1pPr algn="ctr" defTabSz="514350" rtl="0" eaLnBrk="1" latinLnBrk="0" hangingPunct="1">
        <a:spcBef>
          <a:spcPts val="600"/>
        </a:spcBef>
        <a:buNone/>
        <a:defRPr sz="3200" b="1" i="0" kern="1200" cap="small" baseline="0">
          <a:solidFill>
            <a:schemeClr val="bg1"/>
          </a:solidFill>
          <a:latin typeface="+mj-lt"/>
          <a:ea typeface="+mj-ea"/>
          <a:cs typeface="+mj-cs"/>
        </a:defRPr>
      </a:lvl1pPr>
    </p:titleStyle>
    <p:body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p:bodyStyle>
    <p:otherStyle>
      <a:defPPr>
        <a:defRP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hyperlink" Target="AllExercise_FA-TOC_Hopcroft.pdf" TargetMode="External"/><Relationship Id="rId2" Type="http://schemas.openxmlformats.org/officeDocument/2006/relationships/hyperlink" Target="AllExercise_FA-TOC_Papadimitriou.pdf"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C6C9D-A5DC-4F0A-877F-0CDEBFC1AF4E}"/>
              </a:ext>
            </a:extLst>
          </p:cNvPr>
          <p:cNvSpPr>
            <a:spLocks noGrp="1"/>
          </p:cNvSpPr>
          <p:nvPr>
            <p:ph type="ctrTitle"/>
          </p:nvPr>
        </p:nvSpPr>
        <p:spPr/>
        <p:txBody>
          <a:bodyPr/>
          <a:lstStyle/>
          <a:p>
            <a:r>
              <a:rPr lang="en-US" dirty="0"/>
              <a:t>Non-deterministic Finite Automaton (NFA)</a:t>
            </a:r>
          </a:p>
        </p:txBody>
      </p:sp>
      <p:sp>
        <p:nvSpPr>
          <p:cNvPr id="3" name="Content Placeholder 2">
            <a:extLst>
              <a:ext uri="{FF2B5EF4-FFF2-40B4-BE49-F238E27FC236}">
                <a16:creationId xmlns:a16="http://schemas.microsoft.com/office/drawing/2014/main" id="{5B258E3E-6D6E-4093-B9F4-536C162B43D0}"/>
              </a:ext>
            </a:extLst>
          </p:cNvPr>
          <p:cNvSpPr>
            <a:spLocks noGrp="1"/>
          </p:cNvSpPr>
          <p:nvPr>
            <p:ph sz="quarter" idx="10"/>
          </p:nvPr>
        </p:nvSpPr>
        <p:spPr/>
        <p:txBody>
          <a:bodyPr/>
          <a:lstStyle/>
          <a:p>
            <a:r>
              <a:rPr lang="en-US" dirty="0"/>
              <a:t>CSC3113: Theory of Computation</a:t>
            </a:r>
          </a:p>
        </p:txBody>
      </p:sp>
      <p:sp>
        <p:nvSpPr>
          <p:cNvPr id="4" name="Text Placeholder 3">
            <a:extLst>
              <a:ext uri="{FF2B5EF4-FFF2-40B4-BE49-F238E27FC236}">
                <a16:creationId xmlns:a16="http://schemas.microsoft.com/office/drawing/2014/main" id="{91376256-EB7C-4561-BED1-CECA985FD0B2}"/>
              </a:ext>
            </a:extLst>
          </p:cNvPr>
          <p:cNvSpPr>
            <a:spLocks noGrp="1"/>
          </p:cNvSpPr>
          <p:nvPr>
            <p:ph type="body" sz="quarter" idx="11"/>
          </p:nvPr>
        </p:nvSpPr>
        <p:spPr/>
        <p:txBody>
          <a:bodyPr/>
          <a:lstStyle/>
          <a:p>
            <a:r>
              <a:rPr lang="en-US" dirty="0"/>
              <a:t>4</a:t>
            </a:r>
          </a:p>
        </p:txBody>
      </p:sp>
      <p:sp>
        <p:nvSpPr>
          <p:cNvPr id="5" name="Text Placeholder 4">
            <a:extLst>
              <a:ext uri="{FF2B5EF4-FFF2-40B4-BE49-F238E27FC236}">
                <a16:creationId xmlns:a16="http://schemas.microsoft.com/office/drawing/2014/main" id="{870CC902-C485-4520-8AD7-51BA188623CC}"/>
              </a:ext>
            </a:extLst>
          </p:cNvPr>
          <p:cNvSpPr>
            <a:spLocks noGrp="1"/>
          </p:cNvSpPr>
          <p:nvPr>
            <p:ph type="body" sz="quarter" idx="12"/>
          </p:nvPr>
        </p:nvSpPr>
        <p:spPr/>
        <p:txBody>
          <a:bodyPr/>
          <a:lstStyle/>
          <a:p>
            <a:r>
              <a:rPr lang="en-US" dirty="0"/>
              <a:t>3</a:t>
            </a:r>
          </a:p>
        </p:txBody>
      </p:sp>
      <p:sp>
        <p:nvSpPr>
          <p:cNvPr id="6" name="Text Placeholder 5">
            <a:extLst>
              <a:ext uri="{FF2B5EF4-FFF2-40B4-BE49-F238E27FC236}">
                <a16:creationId xmlns:a16="http://schemas.microsoft.com/office/drawing/2014/main" id="{FA8C51C5-868C-4051-A04F-FC945CA34685}"/>
              </a:ext>
            </a:extLst>
          </p:cNvPr>
          <p:cNvSpPr>
            <a:spLocks noGrp="1"/>
          </p:cNvSpPr>
          <p:nvPr>
            <p:ph type="body" sz="quarter" idx="13"/>
          </p:nvPr>
        </p:nvSpPr>
        <p:spPr/>
        <p:txBody>
          <a:bodyPr/>
          <a:lstStyle/>
          <a:p>
            <a:r>
              <a:rPr lang="en-US"/>
              <a:t>Fall 2024-2025</a:t>
            </a:r>
            <a:endParaRPr lang="en-US" dirty="0"/>
          </a:p>
        </p:txBody>
      </p:sp>
      <p:sp>
        <p:nvSpPr>
          <p:cNvPr id="7" name="Text Placeholder 6">
            <a:extLst>
              <a:ext uri="{FF2B5EF4-FFF2-40B4-BE49-F238E27FC236}">
                <a16:creationId xmlns:a16="http://schemas.microsoft.com/office/drawing/2014/main" id="{341AB14A-DC6C-4689-AD70-C6C8EFF28C33}"/>
              </a:ext>
            </a:extLst>
          </p:cNvPr>
          <p:cNvSpPr>
            <a:spLocks noGrp="1"/>
          </p:cNvSpPr>
          <p:nvPr>
            <p:ph type="body" sz="quarter" idx="14"/>
          </p:nvPr>
        </p:nvSpPr>
        <p:spPr/>
        <p:txBody>
          <a:bodyPr/>
          <a:lstStyle/>
          <a:p>
            <a:r>
              <a:rPr lang="en-US" dirty="0"/>
              <a:t>Sharfuddin Mahmood, Assistant Professor, </a:t>
            </a:r>
          </a:p>
          <a:p>
            <a:r>
              <a:rPr lang="en-US" dirty="0"/>
              <a:t>Department of Computer Science, Faculty of Science &amp; Technology.</a:t>
            </a:r>
          </a:p>
          <a:p>
            <a:r>
              <a:rPr lang="en-US"/>
              <a:t>smahmood@</a:t>
            </a:r>
            <a:r>
              <a:rPr lang="en-US" dirty="0"/>
              <a:t>aiub.edu</a:t>
            </a:r>
          </a:p>
          <a:p>
            <a:endParaRPr lang="en-US" dirty="0"/>
          </a:p>
        </p:txBody>
      </p:sp>
    </p:spTree>
    <p:extLst>
      <p:ext uri="{BB962C8B-B14F-4D97-AF65-F5344CB8AC3E}">
        <p14:creationId xmlns:p14="http://schemas.microsoft.com/office/powerpoint/2010/main" val="2004203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5D449C3-B5F2-47E9-A4C9-274521D1EE87}"/>
              </a:ext>
            </a:extLst>
          </p:cNvPr>
          <p:cNvSpPr>
            <a:spLocks noGrp="1"/>
          </p:cNvSpPr>
          <p:nvPr>
            <p:ph type="ftr" sz="quarter" idx="11"/>
          </p:nvPr>
        </p:nvSpPr>
        <p:spPr/>
        <p:txBody>
          <a:bodyPr/>
          <a:lstStyle/>
          <a:p>
            <a:r>
              <a:rPr lang="en-US"/>
              <a:t>CSC3113: Theory of Computation</a:t>
            </a:r>
          </a:p>
        </p:txBody>
      </p:sp>
      <p:sp>
        <p:nvSpPr>
          <p:cNvPr id="5" name="Subtitle 4">
            <a:extLst>
              <a:ext uri="{FF2B5EF4-FFF2-40B4-BE49-F238E27FC236}">
                <a16:creationId xmlns:a16="http://schemas.microsoft.com/office/drawing/2014/main" id="{E223BF72-D6A7-42DD-9D28-565738CFA89E}"/>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182D35BC-5B07-4B4B-8181-9F5A677C48A4}"/>
              </a:ext>
            </a:extLst>
          </p:cNvPr>
          <p:cNvSpPr>
            <a:spLocks noGrp="1"/>
          </p:cNvSpPr>
          <p:nvPr>
            <p:ph type="body" sz="quarter" idx="12"/>
          </p:nvPr>
        </p:nvSpPr>
        <p:spPr/>
        <p:txBody>
          <a:bodyPr/>
          <a:lstStyle/>
          <a:p>
            <a:r>
              <a:rPr lang="en-US" sz="2400" dirty="0"/>
              <a:t>DFA-NFA Equivalence.</a:t>
            </a:r>
            <a:endParaRPr lang="en-US" dirty="0"/>
          </a:p>
          <a:p>
            <a:r>
              <a:rPr lang="en-US" dirty="0"/>
              <a:t>Nondeterministic Finite Automata (NFA).</a:t>
            </a:r>
          </a:p>
          <a:p>
            <a:pPr lvl="1"/>
            <a:r>
              <a:rPr lang="en-US" sz="2200" dirty="0">
                <a:solidFill>
                  <a:schemeClr val="tx1">
                    <a:lumMod val="95000"/>
                    <a:lumOff val="5000"/>
                  </a:schemeClr>
                </a:solidFill>
              </a:rPr>
              <a:t>Practice, solve exercise of NFA.</a:t>
            </a:r>
          </a:p>
          <a:p>
            <a:pPr lvl="1"/>
            <a:r>
              <a:rPr lang="en-US" sz="2200" dirty="0">
                <a:solidFill>
                  <a:schemeClr val="tx1">
                    <a:lumMod val="95000"/>
                    <a:lumOff val="5000"/>
                  </a:schemeClr>
                </a:solidFill>
              </a:rPr>
              <a:t>Closure under regular operations.</a:t>
            </a:r>
          </a:p>
          <a:p>
            <a:pPr marL="257175" lvl="1" indent="0">
              <a:buNone/>
            </a:pPr>
            <a:endParaRPr lang="en-US" sz="2200" dirty="0">
              <a:solidFill>
                <a:schemeClr val="tx1">
                  <a:lumMod val="95000"/>
                  <a:lumOff val="5000"/>
                </a:schemeClr>
              </a:solidFill>
            </a:endParaRPr>
          </a:p>
          <a:p>
            <a:pPr marL="257175" lvl="1" indent="0">
              <a:buNone/>
            </a:pPr>
            <a:endParaRPr lang="en-US" dirty="0">
              <a:solidFill>
                <a:schemeClr val="tx1">
                  <a:lumMod val="95000"/>
                  <a:lumOff val="5000"/>
                </a:schemeClr>
              </a:solidFill>
            </a:endParaRPr>
          </a:p>
          <a:p>
            <a:pPr lvl="1"/>
            <a:endParaRPr lang="en-US" dirty="0">
              <a:solidFill>
                <a:schemeClr val="tx1">
                  <a:lumMod val="95000"/>
                  <a:lumOff val="5000"/>
                </a:schemeClr>
              </a:solidFill>
            </a:endParaRPr>
          </a:p>
          <a:p>
            <a:endParaRPr lang="en-US" sz="2400" dirty="0">
              <a:solidFill>
                <a:schemeClr val="tx1">
                  <a:lumMod val="95000"/>
                  <a:lumOff val="5000"/>
                </a:schemeClr>
              </a:solidFill>
            </a:endParaRPr>
          </a:p>
          <a:p>
            <a:endParaRPr lang="en-US" sz="2400" dirty="0">
              <a:solidFill>
                <a:schemeClr val="tx1">
                  <a:lumMod val="95000"/>
                  <a:lumOff val="5000"/>
                </a:schemeClr>
              </a:solidFill>
            </a:endParaRPr>
          </a:p>
          <a:p>
            <a:endParaRPr lang="en-US" dirty="0"/>
          </a:p>
          <a:p>
            <a:endParaRPr lang="en-US" dirty="0"/>
          </a:p>
        </p:txBody>
      </p:sp>
    </p:spTree>
    <p:extLst>
      <p:ext uri="{BB962C8B-B14F-4D97-AF65-F5344CB8AC3E}">
        <p14:creationId xmlns:p14="http://schemas.microsoft.com/office/powerpoint/2010/main" val="479166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186BC14-4F4A-42DD-8727-F9FA0B1D26EE}"/>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411696D-9FF9-4C39-9FB1-DD3661434219}"/>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DBA83E4F-7F22-4D31-90C1-08F4D9B0B002}"/>
              </a:ext>
            </a:extLst>
          </p:cNvPr>
          <p:cNvSpPr>
            <a:spLocks noGrp="1"/>
          </p:cNvSpPr>
          <p:nvPr>
            <p:ph type="body" sz="quarter" idx="12"/>
          </p:nvPr>
        </p:nvSpPr>
        <p:spPr/>
        <p:txBody>
          <a:bodyPr/>
          <a:lstStyle/>
          <a:p>
            <a:r>
              <a:rPr lang="en-US" sz="2400" dirty="0"/>
              <a:t>Equivalence of DFA &amp; NFA.</a:t>
            </a:r>
          </a:p>
          <a:p>
            <a:r>
              <a:rPr lang="en-US" dirty="0"/>
              <a:t>Understand, learn &amp; practice with example</a:t>
            </a:r>
          </a:p>
          <a:p>
            <a:pPr lvl="1"/>
            <a:r>
              <a:rPr lang="en-US" sz="2200" dirty="0"/>
              <a:t>Practice designing NFA.</a:t>
            </a:r>
          </a:p>
          <a:p>
            <a:pPr lvl="1"/>
            <a:r>
              <a:rPr lang="en-US" sz="2200" dirty="0"/>
              <a:t>Understanding closure under regular operation for NFA.</a:t>
            </a:r>
          </a:p>
          <a:p>
            <a:pPr lvl="1"/>
            <a:endParaRPr lang="en-US" dirty="0"/>
          </a:p>
          <a:p>
            <a:pPr lvl="1"/>
            <a:endParaRPr lang="en-US" dirty="0"/>
          </a:p>
        </p:txBody>
      </p:sp>
    </p:spTree>
    <p:extLst>
      <p:ext uri="{BB962C8B-B14F-4D97-AF65-F5344CB8AC3E}">
        <p14:creationId xmlns:p14="http://schemas.microsoft.com/office/powerpoint/2010/main" val="1008975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8810EDF-8BAD-430C-B55B-A2BC5FD61C2A}"/>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F1C383E6-1994-47BD-8D2A-374225D9B669}"/>
              </a:ext>
            </a:extLst>
          </p:cNvPr>
          <p:cNvSpPr>
            <a:spLocks noGrp="1"/>
          </p:cNvSpPr>
          <p:nvPr>
            <p:ph type="subTitle" idx="1"/>
          </p:nvPr>
        </p:nvSpPr>
        <p:spPr/>
        <p:txBody>
          <a:bodyPr/>
          <a:lstStyle/>
          <a:p>
            <a:r>
              <a:rPr lang="en-US" dirty="0"/>
              <a:t>All outcome are represented with examples</a:t>
            </a:r>
          </a:p>
        </p:txBody>
      </p:sp>
      <p:sp>
        <p:nvSpPr>
          <p:cNvPr id="3" name="Text Placeholder 2">
            <a:extLst>
              <a:ext uri="{FF2B5EF4-FFF2-40B4-BE49-F238E27FC236}">
                <a16:creationId xmlns:a16="http://schemas.microsoft.com/office/drawing/2014/main" id="{87461010-27AE-47B7-AE24-8B1B50A5414D}"/>
              </a:ext>
            </a:extLst>
          </p:cNvPr>
          <p:cNvSpPr>
            <a:spLocks noGrp="1"/>
          </p:cNvSpPr>
          <p:nvPr>
            <p:ph type="body" sz="quarter" idx="12"/>
          </p:nvPr>
        </p:nvSpPr>
        <p:spPr/>
        <p:txBody>
          <a:bodyPr>
            <a:normAutofit/>
          </a:bodyPr>
          <a:lstStyle/>
          <a:p>
            <a:r>
              <a:rPr lang="en-US" dirty="0"/>
              <a:t>Equivalence of DFA &amp; NFA.</a:t>
            </a:r>
          </a:p>
          <a:p>
            <a:r>
              <a:rPr lang="en-US" dirty="0"/>
              <a:t>Conversion from NFA to DFA.</a:t>
            </a:r>
          </a:p>
          <a:p>
            <a:r>
              <a:rPr lang="en-US" dirty="0"/>
              <a:t>Practice &amp; Design of NFA</a:t>
            </a:r>
          </a:p>
          <a:p>
            <a:r>
              <a:rPr lang="en-US" dirty="0"/>
              <a:t>Closure under regular operations for NFA.</a:t>
            </a:r>
          </a:p>
        </p:txBody>
      </p:sp>
    </p:spTree>
    <p:extLst>
      <p:ext uri="{BB962C8B-B14F-4D97-AF65-F5344CB8AC3E}">
        <p14:creationId xmlns:p14="http://schemas.microsoft.com/office/powerpoint/2010/main" val="1537562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F9E02EC-4C7E-4556-922B-37AAA88EF08C}"/>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725BF30C-7AFC-4704-977B-D2882BFD0DF4}"/>
              </a:ext>
            </a:extLst>
          </p:cNvPr>
          <p:cNvSpPr>
            <a:spLocks noGrp="1"/>
          </p:cNvSpPr>
          <p:nvPr>
            <p:ph type="body" sz="quarter" idx="12"/>
          </p:nvPr>
        </p:nvSpPr>
        <p:spPr/>
        <p:txBody>
          <a:bodyPr/>
          <a:lstStyle/>
          <a:p>
            <a:r>
              <a:rPr lang="en-US" dirty="0"/>
              <a:t>Equivalence between NFA &amp; DFA</a:t>
            </a:r>
          </a:p>
        </p:txBody>
      </p:sp>
      <p:sp>
        <p:nvSpPr>
          <p:cNvPr id="4" name="Text Placeholder 3">
            <a:extLst>
              <a:ext uri="{FF2B5EF4-FFF2-40B4-BE49-F238E27FC236}">
                <a16:creationId xmlns:a16="http://schemas.microsoft.com/office/drawing/2014/main" id="{7DBEB6AE-39B8-4EC7-90FD-57588FF31D57}"/>
              </a:ext>
            </a:extLst>
          </p:cNvPr>
          <p:cNvSpPr>
            <a:spLocks noGrp="1"/>
          </p:cNvSpPr>
          <p:nvPr>
            <p:ph type="body" sz="quarter" idx="13"/>
          </p:nvPr>
        </p:nvSpPr>
        <p:spPr/>
        <p:txBody>
          <a:bodyPr>
            <a:normAutofit fontScale="92500" lnSpcReduction="10000"/>
          </a:bodyPr>
          <a:lstStyle/>
          <a:p>
            <a:pPr eaLnBrk="1" hangingPunct="1"/>
            <a:r>
              <a:rPr lang="en-US" altLang="en-US" sz="2800" dirty="0"/>
              <a:t>Every NFA has an equivalent DFA.</a:t>
            </a:r>
          </a:p>
          <a:p>
            <a:pPr eaLnBrk="1" hangingPunct="1"/>
            <a:r>
              <a:rPr lang="en-US" altLang="en-US" sz="2800" dirty="0"/>
              <a:t>Let </a:t>
            </a:r>
            <a:r>
              <a:rPr lang="en-US" altLang="en-US" sz="2800" i="1" dirty="0"/>
              <a:t>N</a:t>
            </a:r>
            <a:r>
              <a:rPr lang="en-US" altLang="en-US" sz="2800" dirty="0"/>
              <a:t> = (</a:t>
            </a:r>
            <a:r>
              <a:rPr lang="en-US" altLang="en-US" sz="2800" i="1" dirty="0"/>
              <a:t>Q</a:t>
            </a:r>
            <a:r>
              <a:rPr lang="en-US" altLang="en-US" sz="2800" dirty="0"/>
              <a:t>, </a:t>
            </a:r>
            <a:r>
              <a:rPr lang="el-GR" altLang="en-US" sz="2800" dirty="0">
                <a:cs typeface="Arial" panose="020B0604020202020204" pitchFamily="34" charset="0"/>
              </a:rPr>
              <a:t>Σ</a:t>
            </a:r>
            <a:r>
              <a:rPr lang="en-US" altLang="en-US" sz="2800" dirty="0">
                <a:cs typeface="Arial" panose="020B0604020202020204" pitchFamily="34" charset="0"/>
              </a:rPr>
              <a:t>, </a:t>
            </a:r>
            <a:r>
              <a:rPr lang="el-GR" altLang="en-US" sz="2800" i="1" dirty="0">
                <a:cs typeface="Arial" panose="020B0604020202020204" pitchFamily="34" charset="0"/>
                <a:sym typeface="Symbol" panose="05050102010706020507" pitchFamily="18" charset="2"/>
              </a:rPr>
              <a:t></a:t>
            </a:r>
            <a:r>
              <a:rPr lang="en-US" altLang="en-US" sz="2800" dirty="0">
                <a:cs typeface="Arial" panose="020B0604020202020204" pitchFamily="34" charset="0"/>
                <a:sym typeface="Symbol" panose="05050102010706020507" pitchFamily="18" charset="2"/>
              </a:rPr>
              <a:t>, </a:t>
            </a:r>
            <a:r>
              <a:rPr lang="en-US" altLang="en-US" sz="2800" i="1" dirty="0">
                <a:cs typeface="Arial" panose="020B0604020202020204" pitchFamily="34" charset="0"/>
                <a:sym typeface="Symbol" panose="05050102010706020507" pitchFamily="18" charset="2"/>
              </a:rPr>
              <a:t>q</a:t>
            </a:r>
            <a:r>
              <a:rPr lang="en-US" altLang="en-US" sz="2800" baseline="-25000" dirty="0">
                <a:cs typeface="Arial" panose="020B0604020202020204" pitchFamily="34" charset="0"/>
                <a:sym typeface="Symbol" panose="05050102010706020507" pitchFamily="18" charset="2"/>
              </a:rPr>
              <a:t>0</a:t>
            </a:r>
            <a:r>
              <a:rPr lang="en-US" altLang="en-US" sz="2800" dirty="0">
                <a:cs typeface="Arial" panose="020B0604020202020204" pitchFamily="34" charset="0"/>
                <a:sym typeface="Symbol" panose="05050102010706020507" pitchFamily="18" charset="2"/>
              </a:rPr>
              <a:t>, </a:t>
            </a:r>
            <a:r>
              <a:rPr lang="en-US" altLang="en-US" sz="2800" i="1" dirty="0">
                <a:cs typeface="Arial" panose="020B0604020202020204" pitchFamily="34" charset="0"/>
                <a:sym typeface="Symbol" panose="05050102010706020507" pitchFamily="18" charset="2"/>
              </a:rPr>
              <a:t>F</a:t>
            </a:r>
            <a:r>
              <a:rPr lang="en-US" altLang="en-US" sz="2800" dirty="0"/>
              <a:t>) be the NFA recognizing some language </a:t>
            </a:r>
            <a:r>
              <a:rPr lang="en-US" altLang="en-US" sz="2800" i="1" dirty="0"/>
              <a:t>A</a:t>
            </a:r>
            <a:r>
              <a:rPr lang="en-US" altLang="en-US" sz="2800" dirty="0"/>
              <a:t>.</a:t>
            </a:r>
          </a:p>
          <a:p>
            <a:pPr eaLnBrk="1" hangingPunct="1"/>
            <a:r>
              <a:rPr lang="en-US" altLang="en-US" sz="2800" dirty="0"/>
              <a:t>Construct a DFA </a:t>
            </a:r>
            <a:r>
              <a:rPr lang="en-US" altLang="en-US" sz="2800" i="1" dirty="0"/>
              <a:t>M </a:t>
            </a:r>
            <a:r>
              <a:rPr lang="en-US" altLang="en-US" sz="2800" dirty="0"/>
              <a:t>= (</a:t>
            </a:r>
            <a:r>
              <a:rPr lang="en-US" altLang="en-US" sz="2800" i="1" dirty="0"/>
              <a:t>Q</a:t>
            </a:r>
            <a:r>
              <a:rPr lang="en-US" altLang="en-US" sz="2800" dirty="0">
                <a:sym typeface="Symbol" panose="05050102010706020507" pitchFamily="18" charset="2"/>
              </a:rPr>
              <a:t></a:t>
            </a:r>
            <a:r>
              <a:rPr lang="en-US" altLang="en-US" sz="2800" dirty="0"/>
              <a:t>, </a:t>
            </a:r>
            <a:r>
              <a:rPr lang="el-GR" altLang="en-US" sz="2800" dirty="0">
                <a:cs typeface="Arial" panose="020B0604020202020204" pitchFamily="34" charset="0"/>
              </a:rPr>
              <a:t>Σ</a:t>
            </a:r>
            <a:r>
              <a:rPr lang="en-US" altLang="en-US" sz="2800" dirty="0">
                <a:cs typeface="Arial" panose="020B0604020202020204" pitchFamily="34" charset="0"/>
              </a:rPr>
              <a:t>, </a:t>
            </a:r>
            <a:r>
              <a:rPr lang="el-GR" altLang="en-US" sz="2800" i="1" dirty="0">
                <a:cs typeface="Arial" panose="020B0604020202020204" pitchFamily="34" charset="0"/>
                <a:sym typeface="Symbol" panose="05050102010706020507" pitchFamily="18" charset="2"/>
              </a:rPr>
              <a:t> </a:t>
            </a:r>
            <a:r>
              <a:rPr lang="en-US" altLang="en-US" sz="2800" dirty="0">
                <a:sym typeface="Symbol" panose="05050102010706020507" pitchFamily="18" charset="2"/>
              </a:rPr>
              <a:t></a:t>
            </a:r>
            <a:r>
              <a:rPr lang="en-US" altLang="en-US" sz="2800" dirty="0">
                <a:cs typeface="Arial" panose="020B0604020202020204" pitchFamily="34" charset="0"/>
                <a:sym typeface="Symbol" panose="05050102010706020507" pitchFamily="18" charset="2"/>
              </a:rPr>
              <a:t>, </a:t>
            </a:r>
            <a:r>
              <a:rPr lang="en-US" altLang="en-US" sz="2800" i="1" dirty="0">
                <a:cs typeface="Arial" panose="020B0604020202020204" pitchFamily="34" charset="0"/>
                <a:sym typeface="Symbol" panose="05050102010706020507" pitchFamily="18" charset="2"/>
              </a:rPr>
              <a:t>q</a:t>
            </a:r>
            <a:r>
              <a:rPr lang="en-US" altLang="en-US" sz="2800" baseline="-25000" dirty="0">
                <a:cs typeface="Arial" panose="020B0604020202020204" pitchFamily="34" charset="0"/>
                <a:sym typeface="Symbol" panose="05050102010706020507" pitchFamily="18" charset="2"/>
              </a:rPr>
              <a:t>0</a:t>
            </a:r>
            <a:r>
              <a:rPr lang="en-US" altLang="en-US" sz="2800" dirty="0">
                <a:sym typeface="Symbol" panose="05050102010706020507" pitchFamily="18" charset="2"/>
              </a:rPr>
              <a:t></a:t>
            </a:r>
            <a:r>
              <a:rPr lang="en-US" altLang="en-US" sz="2800" dirty="0">
                <a:cs typeface="Arial" panose="020B0604020202020204" pitchFamily="34" charset="0"/>
                <a:sym typeface="Symbol" panose="05050102010706020507" pitchFamily="18" charset="2"/>
              </a:rPr>
              <a:t>, </a:t>
            </a:r>
            <a:r>
              <a:rPr lang="en-US" altLang="en-US" sz="2800" i="1" dirty="0">
                <a:cs typeface="Arial" panose="020B0604020202020204" pitchFamily="34" charset="0"/>
                <a:sym typeface="Symbol" panose="05050102010706020507" pitchFamily="18" charset="2"/>
              </a:rPr>
              <a:t>F</a:t>
            </a:r>
            <a:r>
              <a:rPr lang="en-US" altLang="en-US" sz="2800" dirty="0">
                <a:sym typeface="Symbol" panose="05050102010706020507" pitchFamily="18" charset="2"/>
              </a:rPr>
              <a:t></a:t>
            </a:r>
            <a:r>
              <a:rPr lang="en-US" altLang="en-US" sz="2800" dirty="0"/>
              <a:t>) which recognizes </a:t>
            </a:r>
            <a:r>
              <a:rPr lang="en-US" altLang="en-US" sz="2800" i="1" dirty="0"/>
              <a:t>A</a:t>
            </a:r>
            <a:r>
              <a:rPr lang="en-US" altLang="en-US" sz="2800" dirty="0"/>
              <a:t>.</a:t>
            </a:r>
          </a:p>
          <a:p>
            <a:pPr lvl="1" eaLnBrk="1" hangingPunct="1"/>
            <a:r>
              <a:rPr lang="en-US" altLang="en-US" i="1" dirty="0"/>
              <a:t>Q</a:t>
            </a:r>
            <a:r>
              <a:rPr lang="en-US" altLang="en-US" dirty="0">
                <a:sym typeface="Symbol" panose="05050102010706020507" pitchFamily="18" charset="2"/>
              </a:rPr>
              <a:t>= </a:t>
            </a:r>
            <a:r>
              <a:rPr lang="en-US" altLang="en-US" dirty="0">
                <a:latin typeface="Rage Italic" panose="03070502040507070304" pitchFamily="66" charset="0"/>
                <a:cs typeface="Arial" panose="020B0604020202020204" pitchFamily="34" charset="0"/>
                <a:sym typeface="Symbol" panose="05050102010706020507" pitchFamily="18" charset="2"/>
              </a:rPr>
              <a:t>P</a:t>
            </a:r>
            <a:r>
              <a:rPr lang="en-US" altLang="en-US" dirty="0">
                <a:cs typeface="Arial" panose="020B0604020202020204" pitchFamily="34" charset="0"/>
                <a:sym typeface="Symbol" panose="05050102010706020507" pitchFamily="18" charset="2"/>
              </a:rPr>
              <a:t>(</a:t>
            </a:r>
            <a:r>
              <a:rPr lang="en-US" altLang="en-US" i="1" dirty="0">
                <a:cs typeface="Arial" panose="020B0604020202020204" pitchFamily="34" charset="0"/>
                <a:sym typeface="Symbol" panose="05050102010706020507" pitchFamily="18" charset="2"/>
              </a:rPr>
              <a:t>Q</a:t>
            </a:r>
            <a:r>
              <a:rPr lang="en-US" altLang="en-US" dirty="0">
                <a:cs typeface="Arial" panose="020B0604020202020204" pitchFamily="34" charset="0"/>
                <a:sym typeface="Symbol" panose="05050102010706020507" pitchFamily="18" charset="2"/>
              </a:rPr>
              <a:t>), power set of Q. </a:t>
            </a:r>
          </a:p>
          <a:p>
            <a:pPr lvl="2" eaLnBrk="1" hangingPunct="1"/>
            <a:r>
              <a:rPr lang="en-US" altLang="en-US" sz="2400" dirty="0">
                <a:cs typeface="Arial" panose="020B0604020202020204" pitchFamily="34" charset="0"/>
                <a:sym typeface="Symbol" panose="05050102010706020507" pitchFamily="18" charset="2"/>
              </a:rPr>
              <a:t>Every state of </a:t>
            </a:r>
            <a:r>
              <a:rPr lang="en-US" altLang="en-US" sz="2400" i="1" dirty="0">
                <a:cs typeface="Arial" panose="020B0604020202020204" pitchFamily="34" charset="0"/>
                <a:sym typeface="Symbol" panose="05050102010706020507" pitchFamily="18" charset="2"/>
              </a:rPr>
              <a:t>M</a:t>
            </a:r>
            <a:r>
              <a:rPr lang="en-US" altLang="en-US" sz="2400" dirty="0">
                <a:cs typeface="Arial" panose="020B0604020202020204" pitchFamily="34" charset="0"/>
                <a:sym typeface="Symbol" panose="05050102010706020507" pitchFamily="18" charset="2"/>
              </a:rPr>
              <a:t> is a set of states of </a:t>
            </a:r>
            <a:r>
              <a:rPr lang="en-US" altLang="en-US" sz="2400" i="1" dirty="0">
                <a:cs typeface="Arial" panose="020B0604020202020204" pitchFamily="34" charset="0"/>
                <a:sym typeface="Symbol" panose="05050102010706020507" pitchFamily="18" charset="2"/>
              </a:rPr>
              <a:t>N</a:t>
            </a:r>
            <a:r>
              <a:rPr lang="en-US" altLang="en-US" sz="2400" dirty="0">
                <a:cs typeface="Arial" panose="020B0604020202020204" pitchFamily="34" charset="0"/>
                <a:sym typeface="Symbol" panose="05050102010706020507" pitchFamily="18" charset="2"/>
              </a:rPr>
              <a:t>.</a:t>
            </a:r>
          </a:p>
          <a:p>
            <a:pPr lvl="1" eaLnBrk="1" hangingPunct="1"/>
            <a:r>
              <a:rPr lang="en-US" altLang="en-US" dirty="0">
                <a:sym typeface="Symbol" panose="05050102010706020507" pitchFamily="18" charset="2"/>
              </a:rPr>
              <a:t>Let </a:t>
            </a:r>
            <a:r>
              <a:rPr lang="en-US" altLang="en-US" i="1" dirty="0"/>
              <a:t>E</a:t>
            </a:r>
            <a:r>
              <a:rPr lang="en-US" altLang="en-US" dirty="0"/>
              <a:t>(</a:t>
            </a:r>
            <a:r>
              <a:rPr lang="en-US" altLang="en-US" i="1" dirty="0"/>
              <a:t>R</a:t>
            </a:r>
            <a:r>
              <a:rPr lang="en-US" altLang="en-US" dirty="0"/>
              <a:t>) = {</a:t>
            </a:r>
            <a:r>
              <a:rPr lang="en-US" altLang="en-US" i="1" dirty="0"/>
              <a:t>q </a:t>
            </a:r>
            <a:r>
              <a:rPr lang="en-US" altLang="en-US" dirty="0"/>
              <a:t>| </a:t>
            </a:r>
            <a:r>
              <a:rPr lang="en-US" altLang="en-US" i="1" dirty="0"/>
              <a:t>q</a:t>
            </a:r>
            <a:r>
              <a:rPr lang="en-US" altLang="en-US" dirty="0"/>
              <a:t> can be reached from </a:t>
            </a:r>
            <a:r>
              <a:rPr lang="en-US" altLang="en-US" i="1" dirty="0"/>
              <a:t>R</a:t>
            </a:r>
            <a:r>
              <a:rPr lang="en-US" altLang="en-US" dirty="0">
                <a:sym typeface="Symbol" panose="05050102010706020507" pitchFamily="18" charset="2"/>
              </a:rPr>
              <a:t></a:t>
            </a:r>
            <a:r>
              <a:rPr lang="en-US" altLang="en-US" i="1" dirty="0">
                <a:sym typeface="Symbol" panose="05050102010706020507" pitchFamily="18" charset="2"/>
              </a:rPr>
              <a:t>Q</a:t>
            </a:r>
            <a:r>
              <a:rPr lang="en-US" altLang="en-US" dirty="0"/>
              <a:t> by traveling along 0 or more </a:t>
            </a:r>
            <a:r>
              <a:rPr lang="el-GR" altLang="en-US" i="1" dirty="0">
                <a:cs typeface="Arial" panose="020B0604020202020204" pitchFamily="34" charset="0"/>
                <a:sym typeface="Symbol" panose="05050102010706020507" pitchFamily="18" charset="2"/>
              </a:rPr>
              <a:t></a:t>
            </a:r>
            <a:r>
              <a:rPr lang="en-US" altLang="en-US" dirty="0"/>
              <a:t> arrows, including the members of </a:t>
            </a:r>
            <a:r>
              <a:rPr lang="en-US" altLang="en-US" i="1" dirty="0"/>
              <a:t>R</a:t>
            </a:r>
            <a:r>
              <a:rPr lang="en-US" altLang="en-US" dirty="0"/>
              <a:t> themselves}.</a:t>
            </a:r>
            <a:endParaRPr lang="en-US" altLang="en-US" dirty="0">
              <a:cs typeface="Arial" panose="020B0604020202020204" pitchFamily="34" charset="0"/>
              <a:sym typeface="Symbol" panose="05050102010706020507" pitchFamily="18" charset="2"/>
            </a:endParaRPr>
          </a:p>
          <a:p>
            <a:pPr lvl="1" eaLnBrk="1" hangingPunct="1"/>
            <a:r>
              <a:rPr lang="en-US" altLang="en-US" dirty="0">
                <a:cs typeface="Arial" panose="020B0604020202020204" pitchFamily="34" charset="0"/>
                <a:sym typeface="Symbol" panose="05050102010706020507" pitchFamily="18" charset="2"/>
              </a:rPr>
              <a:t>For </a:t>
            </a:r>
            <a:r>
              <a:rPr lang="en-US" altLang="en-US" i="1" dirty="0">
                <a:cs typeface="Arial" panose="020B0604020202020204" pitchFamily="34" charset="0"/>
                <a:sym typeface="Symbol" panose="05050102010706020507" pitchFamily="18" charset="2"/>
              </a:rPr>
              <a:t>B</a:t>
            </a:r>
            <a:r>
              <a:rPr lang="en-US" altLang="en-US" dirty="0">
                <a:sym typeface="Symbol" panose="05050102010706020507" pitchFamily="18" charset="2"/>
              </a:rPr>
              <a:t></a:t>
            </a:r>
            <a:r>
              <a:rPr lang="en-US" altLang="en-US" i="1" dirty="0"/>
              <a:t>Q</a:t>
            </a:r>
            <a:r>
              <a:rPr lang="en-US" altLang="en-US" dirty="0">
                <a:sym typeface="Symbol" panose="05050102010706020507" pitchFamily="18" charset="2"/>
              </a:rPr>
              <a:t> and </a:t>
            </a:r>
            <a:r>
              <a:rPr lang="en-US" altLang="en-US" i="1" dirty="0">
                <a:sym typeface="Symbol" panose="05050102010706020507" pitchFamily="18" charset="2"/>
              </a:rPr>
              <a:t>a</a:t>
            </a:r>
            <a:r>
              <a:rPr lang="en-US" altLang="en-US" dirty="0">
                <a:sym typeface="Symbol" panose="05050102010706020507" pitchFamily="18" charset="2"/>
              </a:rPr>
              <a:t></a:t>
            </a:r>
            <a:r>
              <a:rPr lang="el-GR" altLang="en-US" dirty="0">
                <a:cs typeface="Arial" panose="020B0604020202020204" pitchFamily="34" charset="0"/>
              </a:rPr>
              <a:t>Σ</a:t>
            </a:r>
            <a:r>
              <a:rPr lang="en-US" altLang="en-US" dirty="0">
                <a:sym typeface="Symbol" panose="05050102010706020507" pitchFamily="18" charset="2"/>
              </a:rPr>
              <a:t>, </a:t>
            </a:r>
            <a:r>
              <a:rPr lang="el-GR" altLang="en-US" i="1" dirty="0">
                <a:cs typeface="Arial" panose="020B0604020202020204" pitchFamily="34" charset="0"/>
                <a:sym typeface="Symbol" panose="05050102010706020507" pitchFamily="18" charset="2"/>
              </a:rPr>
              <a:t> </a:t>
            </a:r>
            <a:r>
              <a:rPr lang="en-US" altLang="en-US" dirty="0">
                <a:sym typeface="Symbol" panose="05050102010706020507" pitchFamily="18" charset="2"/>
              </a:rPr>
              <a:t>(</a:t>
            </a:r>
            <a:r>
              <a:rPr lang="en-US" altLang="en-US" i="1" dirty="0">
                <a:sym typeface="Symbol" panose="05050102010706020507" pitchFamily="18" charset="2"/>
              </a:rPr>
              <a:t>B</a:t>
            </a:r>
            <a:r>
              <a:rPr lang="en-US" altLang="en-US" dirty="0">
                <a:sym typeface="Symbol" panose="05050102010706020507" pitchFamily="18" charset="2"/>
              </a:rPr>
              <a:t>, </a:t>
            </a:r>
            <a:r>
              <a:rPr lang="en-US" altLang="en-US" i="1" dirty="0">
                <a:sym typeface="Symbol" panose="05050102010706020507" pitchFamily="18" charset="2"/>
              </a:rPr>
              <a:t>a</a:t>
            </a:r>
            <a:r>
              <a:rPr lang="en-US" altLang="en-US" dirty="0">
                <a:sym typeface="Symbol" panose="05050102010706020507" pitchFamily="18" charset="2"/>
              </a:rPr>
              <a:t>)={</a:t>
            </a:r>
            <a:r>
              <a:rPr lang="en-US" altLang="en-US" i="1" dirty="0">
                <a:sym typeface="Symbol" panose="05050102010706020507" pitchFamily="18" charset="2"/>
              </a:rPr>
              <a:t>q </a:t>
            </a:r>
            <a:r>
              <a:rPr lang="en-US" altLang="en-US" dirty="0">
                <a:sym typeface="Symbol" panose="05050102010706020507" pitchFamily="18" charset="2"/>
              </a:rPr>
              <a:t></a:t>
            </a:r>
            <a:r>
              <a:rPr lang="en-US" altLang="en-US" i="1" dirty="0"/>
              <a:t>Q</a:t>
            </a:r>
            <a:r>
              <a:rPr lang="en-US" altLang="en-US" dirty="0">
                <a:sym typeface="Symbol" panose="05050102010706020507" pitchFamily="18" charset="2"/>
              </a:rPr>
              <a:t> | </a:t>
            </a:r>
            <a:r>
              <a:rPr lang="en-US" altLang="en-US" i="1" dirty="0">
                <a:sym typeface="Symbol" panose="05050102010706020507" pitchFamily="18" charset="2"/>
              </a:rPr>
              <a:t>q </a:t>
            </a:r>
            <a:r>
              <a:rPr lang="en-US" altLang="en-US" dirty="0">
                <a:sym typeface="Symbol" panose="05050102010706020507" pitchFamily="18" charset="2"/>
              </a:rPr>
              <a:t></a:t>
            </a:r>
            <a:r>
              <a:rPr lang="en-US" altLang="en-US" i="1" dirty="0">
                <a:sym typeface="Symbol" panose="05050102010706020507" pitchFamily="18" charset="2"/>
              </a:rPr>
              <a:t>E</a:t>
            </a:r>
            <a:r>
              <a:rPr lang="en-US" altLang="en-US" dirty="0">
                <a:sym typeface="Symbol" panose="05050102010706020507" pitchFamily="18" charset="2"/>
              </a:rPr>
              <a:t>(</a:t>
            </a:r>
            <a:r>
              <a:rPr lang="el-GR" altLang="en-US" i="1" dirty="0">
                <a:cs typeface="Arial" panose="020B0604020202020204" pitchFamily="34" charset="0"/>
                <a:sym typeface="Symbol" panose="05050102010706020507" pitchFamily="18" charset="2"/>
              </a:rPr>
              <a:t> </a:t>
            </a:r>
            <a:r>
              <a:rPr lang="en-US" altLang="en-US" dirty="0">
                <a:sym typeface="Symbol" panose="05050102010706020507" pitchFamily="18" charset="2"/>
              </a:rPr>
              <a:t>(</a:t>
            </a:r>
            <a:r>
              <a:rPr lang="en-US" altLang="en-US" i="1" dirty="0">
                <a:sym typeface="Symbol" panose="05050102010706020507" pitchFamily="18" charset="2"/>
              </a:rPr>
              <a:t>r</a:t>
            </a:r>
            <a:r>
              <a:rPr lang="en-US" altLang="en-US" dirty="0">
                <a:sym typeface="Symbol" panose="05050102010706020507" pitchFamily="18" charset="2"/>
              </a:rPr>
              <a:t>, </a:t>
            </a:r>
            <a:r>
              <a:rPr lang="en-US" altLang="en-US" i="1" dirty="0">
                <a:sym typeface="Symbol" panose="05050102010706020507" pitchFamily="18" charset="2"/>
              </a:rPr>
              <a:t>a</a:t>
            </a:r>
            <a:r>
              <a:rPr lang="en-US" altLang="en-US" dirty="0">
                <a:sym typeface="Symbol" panose="05050102010706020507" pitchFamily="18" charset="2"/>
              </a:rPr>
              <a:t>)) for some </a:t>
            </a:r>
            <a:r>
              <a:rPr lang="en-US" altLang="en-US" i="1" dirty="0">
                <a:sym typeface="Symbol" panose="05050102010706020507" pitchFamily="18" charset="2"/>
              </a:rPr>
              <a:t>r </a:t>
            </a:r>
            <a:r>
              <a:rPr lang="en-US" altLang="en-US" dirty="0">
                <a:sym typeface="Symbol" panose="05050102010706020507" pitchFamily="18" charset="2"/>
              </a:rPr>
              <a:t></a:t>
            </a:r>
            <a:r>
              <a:rPr lang="en-US" altLang="en-US" i="1" dirty="0">
                <a:sym typeface="Symbol" panose="05050102010706020507" pitchFamily="18" charset="2"/>
              </a:rPr>
              <a:t>B</a:t>
            </a:r>
            <a:r>
              <a:rPr lang="en-US" altLang="en-US" dirty="0">
                <a:sym typeface="Symbol" panose="05050102010706020507" pitchFamily="18" charset="2"/>
              </a:rPr>
              <a:t>}.</a:t>
            </a:r>
          </a:p>
          <a:p>
            <a:pPr lvl="2" eaLnBrk="1" hangingPunct="1"/>
            <a:r>
              <a:rPr lang="en-US" altLang="en-US" sz="2400" dirty="0">
                <a:sym typeface="Symbol" panose="05050102010706020507" pitchFamily="18" charset="2"/>
              </a:rPr>
              <a:t>Each state </a:t>
            </a:r>
            <a:r>
              <a:rPr lang="en-US" altLang="en-US" sz="2400" i="1" dirty="0">
                <a:sym typeface="Symbol" panose="05050102010706020507" pitchFamily="18" charset="2"/>
              </a:rPr>
              <a:t>B</a:t>
            </a:r>
            <a:r>
              <a:rPr lang="en-US" altLang="en-US" sz="2400" dirty="0">
                <a:sym typeface="Symbol" panose="05050102010706020507" pitchFamily="18" charset="2"/>
              </a:rPr>
              <a:t> may go to a set of states after reading any symbol </a:t>
            </a:r>
            <a:r>
              <a:rPr lang="en-US" altLang="en-US" sz="2400" i="1" dirty="0">
                <a:sym typeface="Symbol" panose="05050102010706020507" pitchFamily="18" charset="2"/>
              </a:rPr>
              <a:t>a</a:t>
            </a:r>
            <a:r>
              <a:rPr lang="en-US" altLang="en-US" sz="2400" dirty="0">
                <a:sym typeface="Symbol" panose="05050102010706020507" pitchFamily="18" charset="2"/>
              </a:rPr>
              <a:t>. So, we take the union of all these sets. </a:t>
            </a:r>
          </a:p>
          <a:p>
            <a:pPr lvl="1" eaLnBrk="1" hangingPunct="1"/>
            <a:r>
              <a:rPr lang="en-US" altLang="en-US" i="1" dirty="0">
                <a:cs typeface="Arial" panose="020B0604020202020204" pitchFamily="34" charset="0"/>
                <a:sym typeface="Symbol" panose="05050102010706020507" pitchFamily="18" charset="2"/>
              </a:rPr>
              <a:t>q</a:t>
            </a:r>
            <a:r>
              <a:rPr lang="en-US" altLang="en-US" baseline="-25000" dirty="0">
                <a:cs typeface="Arial" panose="020B0604020202020204" pitchFamily="34" charset="0"/>
                <a:sym typeface="Symbol" panose="05050102010706020507" pitchFamily="18" charset="2"/>
              </a:rPr>
              <a:t>0</a:t>
            </a:r>
            <a:r>
              <a:rPr lang="en-US" altLang="en-US" dirty="0">
                <a:sym typeface="Symbol" panose="05050102010706020507" pitchFamily="18" charset="2"/>
              </a:rPr>
              <a:t> = </a:t>
            </a:r>
            <a:r>
              <a:rPr lang="en-US" altLang="en-US" i="1" dirty="0">
                <a:sym typeface="Symbol" panose="05050102010706020507" pitchFamily="18" charset="2"/>
              </a:rPr>
              <a:t>E</a:t>
            </a:r>
            <a:r>
              <a:rPr lang="en-US" altLang="en-US" dirty="0">
                <a:sym typeface="Symbol" panose="05050102010706020507" pitchFamily="18" charset="2"/>
              </a:rPr>
              <a:t>({</a:t>
            </a:r>
            <a:r>
              <a:rPr lang="en-US" altLang="en-US" i="1" dirty="0">
                <a:cs typeface="Arial" panose="020B0604020202020204" pitchFamily="34" charset="0"/>
                <a:sym typeface="Symbol" panose="05050102010706020507" pitchFamily="18" charset="2"/>
              </a:rPr>
              <a:t>q</a:t>
            </a:r>
            <a:r>
              <a:rPr lang="en-US" altLang="en-US" baseline="-25000" dirty="0">
                <a:cs typeface="Arial" panose="020B0604020202020204" pitchFamily="34" charset="0"/>
                <a:sym typeface="Symbol" panose="05050102010706020507" pitchFamily="18" charset="2"/>
              </a:rPr>
              <a:t>0</a:t>
            </a:r>
            <a:r>
              <a:rPr lang="en-US" altLang="en-US" dirty="0">
                <a:sym typeface="Symbol" panose="05050102010706020507" pitchFamily="18" charset="2"/>
              </a:rPr>
              <a:t>}). </a:t>
            </a:r>
          </a:p>
          <a:p>
            <a:pPr lvl="2" eaLnBrk="1" hangingPunct="1"/>
            <a:r>
              <a:rPr lang="en-US" altLang="en-US" sz="2400" i="1" dirty="0">
                <a:sym typeface="Symbol" panose="05050102010706020507" pitchFamily="18" charset="2"/>
              </a:rPr>
              <a:t>M</a:t>
            </a:r>
            <a:r>
              <a:rPr lang="en-US" altLang="en-US" sz="2400" dirty="0">
                <a:sym typeface="Symbol" panose="05050102010706020507" pitchFamily="18" charset="2"/>
              </a:rPr>
              <a:t> starts at the state corresponding to the collection containing all the possible states that can be reached from the start state of </a:t>
            </a:r>
            <a:r>
              <a:rPr lang="en-US" altLang="en-US" sz="2400" i="1" dirty="0">
                <a:sym typeface="Symbol" panose="05050102010706020507" pitchFamily="18" charset="2"/>
              </a:rPr>
              <a:t>N</a:t>
            </a:r>
            <a:r>
              <a:rPr lang="en-US" altLang="en-US" sz="2400" dirty="0">
                <a:sym typeface="Symbol" panose="05050102010706020507" pitchFamily="18" charset="2"/>
              </a:rPr>
              <a:t> along with the </a:t>
            </a:r>
            <a:r>
              <a:rPr lang="el-GR" altLang="en-US" sz="2400" i="1" dirty="0">
                <a:cs typeface="Arial" panose="020B0604020202020204" pitchFamily="34" charset="0"/>
                <a:sym typeface="Symbol" panose="05050102010706020507" pitchFamily="18" charset="2"/>
              </a:rPr>
              <a:t></a:t>
            </a:r>
            <a:r>
              <a:rPr lang="en-US" altLang="en-US" sz="2400" dirty="0"/>
              <a:t> </a:t>
            </a:r>
            <a:r>
              <a:rPr lang="en-US" altLang="en-US" sz="2400" dirty="0">
                <a:sym typeface="Symbol" panose="05050102010706020507" pitchFamily="18" charset="2"/>
              </a:rPr>
              <a:t>arrows.</a:t>
            </a:r>
          </a:p>
          <a:p>
            <a:pPr lvl="1" eaLnBrk="1" hangingPunct="1"/>
            <a:r>
              <a:rPr lang="en-US" altLang="en-US" i="1" dirty="0">
                <a:cs typeface="Arial" panose="020B0604020202020204" pitchFamily="34" charset="0"/>
                <a:sym typeface="Symbol" panose="05050102010706020507" pitchFamily="18" charset="2"/>
              </a:rPr>
              <a:t>F</a:t>
            </a:r>
            <a:r>
              <a:rPr lang="en-US" altLang="en-US" dirty="0">
                <a:sym typeface="Symbol" panose="05050102010706020507" pitchFamily="18" charset="2"/>
              </a:rPr>
              <a:t> = {</a:t>
            </a:r>
            <a:r>
              <a:rPr lang="en-US" altLang="en-US" i="1" dirty="0">
                <a:cs typeface="Arial" panose="020B0604020202020204" pitchFamily="34" charset="0"/>
                <a:sym typeface="Symbol" panose="05050102010706020507" pitchFamily="18" charset="2"/>
              </a:rPr>
              <a:t>D</a:t>
            </a:r>
            <a:r>
              <a:rPr lang="en-US" altLang="en-US" dirty="0">
                <a:cs typeface="Arial" panose="020B0604020202020204" pitchFamily="34" charset="0"/>
                <a:sym typeface="Symbol" panose="05050102010706020507" pitchFamily="18" charset="2"/>
              </a:rPr>
              <a:t> </a:t>
            </a:r>
            <a:r>
              <a:rPr lang="en-US" altLang="en-US" dirty="0">
                <a:sym typeface="Symbol" panose="05050102010706020507" pitchFamily="18" charset="2"/>
              </a:rPr>
              <a:t></a:t>
            </a:r>
            <a:r>
              <a:rPr lang="en-US" altLang="en-US" i="1" dirty="0"/>
              <a:t>Q</a:t>
            </a:r>
            <a:r>
              <a:rPr lang="en-US" altLang="en-US" dirty="0">
                <a:sym typeface="Symbol" panose="05050102010706020507" pitchFamily="18" charset="2"/>
              </a:rPr>
              <a:t>| </a:t>
            </a:r>
            <a:r>
              <a:rPr lang="en-US" altLang="en-US" i="1" dirty="0">
                <a:sym typeface="Symbol" panose="05050102010706020507" pitchFamily="18" charset="2"/>
              </a:rPr>
              <a:t>D</a:t>
            </a:r>
            <a:r>
              <a:rPr lang="en-US" altLang="en-US" dirty="0">
                <a:sym typeface="Symbol" panose="05050102010706020507" pitchFamily="18" charset="2"/>
              </a:rPr>
              <a:t> contains an accept state of </a:t>
            </a:r>
            <a:r>
              <a:rPr lang="en-US" altLang="en-US" i="1" dirty="0">
                <a:sym typeface="Symbol" panose="05050102010706020507" pitchFamily="18" charset="2"/>
              </a:rPr>
              <a:t>N</a:t>
            </a:r>
            <a:r>
              <a:rPr lang="en-US" altLang="en-US" dirty="0">
                <a:sym typeface="Symbol" panose="05050102010706020507" pitchFamily="18" charset="2"/>
              </a:rPr>
              <a:t>}.</a:t>
            </a:r>
          </a:p>
        </p:txBody>
      </p:sp>
    </p:spTree>
    <p:extLst>
      <p:ext uri="{BB962C8B-B14F-4D97-AF65-F5344CB8AC3E}">
        <p14:creationId xmlns:p14="http://schemas.microsoft.com/office/powerpoint/2010/main" val="1264596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E38BBDE2-EB00-478D-8F47-CF24247A54DA}"/>
              </a:ext>
            </a:extLst>
          </p:cNvPr>
          <p:cNvSpPr/>
          <p:nvPr/>
        </p:nvSpPr>
        <p:spPr>
          <a:xfrm>
            <a:off x="202489" y="3855772"/>
            <a:ext cx="1687461" cy="342639"/>
          </a:xfrm>
          <a:prstGeom prst="rect">
            <a:avLst/>
          </a:prstGeom>
          <a:solidFill>
            <a:schemeClr val="bg1"/>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3" name="Rectangle 72">
            <a:extLst>
              <a:ext uri="{FF2B5EF4-FFF2-40B4-BE49-F238E27FC236}">
                <a16:creationId xmlns:a16="http://schemas.microsoft.com/office/drawing/2014/main" id="{64195922-FFA2-40FE-B9E2-914BBEFB897A}"/>
              </a:ext>
            </a:extLst>
          </p:cNvPr>
          <p:cNvSpPr/>
          <p:nvPr/>
        </p:nvSpPr>
        <p:spPr>
          <a:xfrm>
            <a:off x="4861560" y="2344738"/>
            <a:ext cx="857379" cy="365125"/>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4" name="Rectangle 73">
            <a:extLst>
              <a:ext uri="{FF2B5EF4-FFF2-40B4-BE49-F238E27FC236}">
                <a16:creationId xmlns:a16="http://schemas.microsoft.com/office/drawing/2014/main" id="{A2A90909-4EC4-4D79-B5C1-91FFBEDE8C54}"/>
              </a:ext>
            </a:extLst>
          </p:cNvPr>
          <p:cNvSpPr/>
          <p:nvPr/>
        </p:nvSpPr>
        <p:spPr>
          <a:xfrm>
            <a:off x="4909249" y="3463527"/>
            <a:ext cx="857379" cy="365125"/>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 name="Rectangle 74">
            <a:extLst>
              <a:ext uri="{FF2B5EF4-FFF2-40B4-BE49-F238E27FC236}">
                <a16:creationId xmlns:a16="http://schemas.microsoft.com/office/drawing/2014/main" id="{748DFE0B-F0D9-40CC-BA46-BF1DC8BDADDA}"/>
              </a:ext>
            </a:extLst>
          </p:cNvPr>
          <p:cNvSpPr/>
          <p:nvPr/>
        </p:nvSpPr>
        <p:spPr>
          <a:xfrm>
            <a:off x="4909249" y="3910013"/>
            <a:ext cx="857379" cy="365125"/>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6" name="Rectangle 75">
            <a:extLst>
              <a:ext uri="{FF2B5EF4-FFF2-40B4-BE49-F238E27FC236}">
                <a16:creationId xmlns:a16="http://schemas.microsoft.com/office/drawing/2014/main" id="{35DA0643-1B99-4BB2-943E-705CF71F12A1}"/>
              </a:ext>
            </a:extLst>
          </p:cNvPr>
          <p:cNvSpPr/>
          <p:nvPr/>
        </p:nvSpPr>
        <p:spPr>
          <a:xfrm>
            <a:off x="4909249" y="4688151"/>
            <a:ext cx="1138903" cy="40886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2" name="Rectangle 71">
            <a:extLst>
              <a:ext uri="{FF2B5EF4-FFF2-40B4-BE49-F238E27FC236}">
                <a16:creationId xmlns:a16="http://schemas.microsoft.com/office/drawing/2014/main" id="{14FD37F6-0DA0-40B1-AE47-CA7BB69EEDFE}"/>
              </a:ext>
            </a:extLst>
          </p:cNvPr>
          <p:cNvSpPr/>
          <p:nvPr/>
        </p:nvSpPr>
        <p:spPr>
          <a:xfrm>
            <a:off x="1889950" y="3886200"/>
            <a:ext cx="889061" cy="350921"/>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0" name="Rectangle 59">
            <a:extLst>
              <a:ext uri="{FF2B5EF4-FFF2-40B4-BE49-F238E27FC236}">
                <a16:creationId xmlns:a16="http://schemas.microsoft.com/office/drawing/2014/main" id="{BC95661B-CE2A-4249-B36D-2F01036862DC}"/>
              </a:ext>
            </a:extLst>
          </p:cNvPr>
          <p:cNvSpPr/>
          <p:nvPr/>
        </p:nvSpPr>
        <p:spPr>
          <a:xfrm>
            <a:off x="186438" y="5105400"/>
            <a:ext cx="471377" cy="41148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1" name="Rectangle 60">
            <a:extLst>
              <a:ext uri="{FF2B5EF4-FFF2-40B4-BE49-F238E27FC236}">
                <a16:creationId xmlns:a16="http://schemas.microsoft.com/office/drawing/2014/main" id="{10D99A51-D84D-445A-A5DF-E555B85B6F36}"/>
              </a:ext>
            </a:extLst>
          </p:cNvPr>
          <p:cNvSpPr/>
          <p:nvPr/>
        </p:nvSpPr>
        <p:spPr>
          <a:xfrm>
            <a:off x="1100838" y="5059893"/>
            <a:ext cx="471377" cy="41148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2" name="Rectangle 61">
            <a:extLst>
              <a:ext uri="{FF2B5EF4-FFF2-40B4-BE49-F238E27FC236}">
                <a16:creationId xmlns:a16="http://schemas.microsoft.com/office/drawing/2014/main" id="{2FCAF79C-4934-4AC1-9462-13EB62B91828}"/>
              </a:ext>
            </a:extLst>
          </p:cNvPr>
          <p:cNvSpPr/>
          <p:nvPr/>
        </p:nvSpPr>
        <p:spPr>
          <a:xfrm>
            <a:off x="1970049" y="5074126"/>
            <a:ext cx="471377" cy="41148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3" name="Rectangle 62">
            <a:extLst>
              <a:ext uri="{FF2B5EF4-FFF2-40B4-BE49-F238E27FC236}">
                <a16:creationId xmlns:a16="http://schemas.microsoft.com/office/drawing/2014/main" id="{FADEDFED-0F4B-4F82-9991-10D08F1AD995}"/>
              </a:ext>
            </a:extLst>
          </p:cNvPr>
          <p:cNvSpPr/>
          <p:nvPr/>
        </p:nvSpPr>
        <p:spPr>
          <a:xfrm>
            <a:off x="2805590" y="5074126"/>
            <a:ext cx="471377" cy="41148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4" name="Rectangle 63">
            <a:extLst>
              <a:ext uri="{FF2B5EF4-FFF2-40B4-BE49-F238E27FC236}">
                <a16:creationId xmlns:a16="http://schemas.microsoft.com/office/drawing/2014/main" id="{EF7201E2-5111-48F1-92F7-E59708C3082E}"/>
              </a:ext>
            </a:extLst>
          </p:cNvPr>
          <p:cNvSpPr/>
          <p:nvPr/>
        </p:nvSpPr>
        <p:spPr>
          <a:xfrm>
            <a:off x="202490" y="5485606"/>
            <a:ext cx="471377" cy="41148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5" name="Rectangle 64">
            <a:extLst>
              <a:ext uri="{FF2B5EF4-FFF2-40B4-BE49-F238E27FC236}">
                <a16:creationId xmlns:a16="http://schemas.microsoft.com/office/drawing/2014/main" id="{2AEE54D1-B134-46DA-B1E7-2D3B0BDB5C08}"/>
              </a:ext>
            </a:extLst>
          </p:cNvPr>
          <p:cNvSpPr/>
          <p:nvPr/>
        </p:nvSpPr>
        <p:spPr>
          <a:xfrm>
            <a:off x="1100838" y="5497482"/>
            <a:ext cx="869211" cy="41148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6" name="Rectangle 65">
            <a:extLst>
              <a:ext uri="{FF2B5EF4-FFF2-40B4-BE49-F238E27FC236}">
                <a16:creationId xmlns:a16="http://schemas.microsoft.com/office/drawing/2014/main" id="{7C8213D4-4B6C-4A38-B96D-3D9A33F5ED4E}"/>
              </a:ext>
            </a:extLst>
          </p:cNvPr>
          <p:cNvSpPr/>
          <p:nvPr/>
        </p:nvSpPr>
        <p:spPr>
          <a:xfrm>
            <a:off x="2003202" y="5497482"/>
            <a:ext cx="471377" cy="41148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7" name="Rectangle 66">
            <a:extLst>
              <a:ext uri="{FF2B5EF4-FFF2-40B4-BE49-F238E27FC236}">
                <a16:creationId xmlns:a16="http://schemas.microsoft.com/office/drawing/2014/main" id="{436B342F-7FFC-4C1D-9203-8F528BB63D20}"/>
              </a:ext>
            </a:extLst>
          </p:cNvPr>
          <p:cNvSpPr/>
          <p:nvPr/>
        </p:nvSpPr>
        <p:spPr>
          <a:xfrm>
            <a:off x="2805590" y="5497482"/>
            <a:ext cx="471377" cy="41148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8" name="Rectangle 67">
            <a:extLst>
              <a:ext uri="{FF2B5EF4-FFF2-40B4-BE49-F238E27FC236}">
                <a16:creationId xmlns:a16="http://schemas.microsoft.com/office/drawing/2014/main" id="{E76F27CD-610A-4441-BB1C-B50B355F5EF8}"/>
              </a:ext>
            </a:extLst>
          </p:cNvPr>
          <p:cNvSpPr/>
          <p:nvPr/>
        </p:nvSpPr>
        <p:spPr>
          <a:xfrm>
            <a:off x="202489" y="5867887"/>
            <a:ext cx="471377" cy="41148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9" name="Rectangle 68">
            <a:extLst>
              <a:ext uri="{FF2B5EF4-FFF2-40B4-BE49-F238E27FC236}">
                <a16:creationId xmlns:a16="http://schemas.microsoft.com/office/drawing/2014/main" id="{4E57106D-051C-4DF5-944A-9CE8C194CDE5}"/>
              </a:ext>
            </a:extLst>
          </p:cNvPr>
          <p:cNvSpPr/>
          <p:nvPr/>
        </p:nvSpPr>
        <p:spPr>
          <a:xfrm>
            <a:off x="1186000" y="5810365"/>
            <a:ext cx="471377" cy="41148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0" name="Rectangle 69">
            <a:extLst>
              <a:ext uri="{FF2B5EF4-FFF2-40B4-BE49-F238E27FC236}">
                <a16:creationId xmlns:a16="http://schemas.microsoft.com/office/drawing/2014/main" id="{0F26A643-46FF-4A5D-95CB-8E8255752587}"/>
              </a:ext>
            </a:extLst>
          </p:cNvPr>
          <p:cNvSpPr/>
          <p:nvPr/>
        </p:nvSpPr>
        <p:spPr>
          <a:xfrm>
            <a:off x="2003201" y="5867887"/>
            <a:ext cx="471377" cy="41148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1" name="Rectangle 70">
            <a:extLst>
              <a:ext uri="{FF2B5EF4-FFF2-40B4-BE49-F238E27FC236}">
                <a16:creationId xmlns:a16="http://schemas.microsoft.com/office/drawing/2014/main" id="{322A1140-D921-48B7-8492-8740D97841A9}"/>
              </a:ext>
            </a:extLst>
          </p:cNvPr>
          <p:cNvSpPr/>
          <p:nvPr/>
        </p:nvSpPr>
        <p:spPr>
          <a:xfrm>
            <a:off x="2809147" y="5817891"/>
            <a:ext cx="471377" cy="41148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 name="Footer Placeholder 1">
            <a:extLst>
              <a:ext uri="{FF2B5EF4-FFF2-40B4-BE49-F238E27FC236}">
                <a16:creationId xmlns:a16="http://schemas.microsoft.com/office/drawing/2014/main" id="{842D0604-7C70-4A6E-851B-B42A1B6E593A}"/>
              </a:ext>
            </a:extLst>
          </p:cNvPr>
          <p:cNvSpPr>
            <a:spLocks noGrp="1"/>
          </p:cNvSpPr>
          <p:nvPr>
            <p:ph type="ftr" sz="quarter" idx="11"/>
          </p:nvPr>
        </p:nvSpPr>
        <p:spPr/>
        <p:txBody>
          <a:bodyPr/>
          <a:lstStyle/>
          <a:p>
            <a:r>
              <a:rPr lang="en-US" dirty="0"/>
              <a:t>CSC3113: Theory of Computation</a:t>
            </a:r>
          </a:p>
        </p:txBody>
      </p:sp>
      <p:sp>
        <p:nvSpPr>
          <p:cNvPr id="3" name="Text Placeholder 2">
            <a:extLst>
              <a:ext uri="{FF2B5EF4-FFF2-40B4-BE49-F238E27FC236}">
                <a16:creationId xmlns:a16="http://schemas.microsoft.com/office/drawing/2014/main" id="{4D1CAE42-163F-48FF-8D12-1A31BADDD4AC}"/>
              </a:ext>
            </a:extLst>
          </p:cNvPr>
          <p:cNvSpPr>
            <a:spLocks noGrp="1"/>
          </p:cNvSpPr>
          <p:nvPr>
            <p:ph type="body" sz="quarter" idx="12"/>
          </p:nvPr>
        </p:nvSpPr>
        <p:spPr>
          <a:xfrm>
            <a:off x="0" y="0"/>
            <a:ext cx="3962397" cy="713972"/>
          </a:xfrm>
          <a:solidFill>
            <a:srgbClr val="0070C0"/>
          </a:solidFill>
        </p:spPr>
        <p:txBody>
          <a:bodyPr/>
          <a:lstStyle/>
          <a:p>
            <a:r>
              <a:rPr lang="en-US" sz="2800" dirty="0"/>
              <a:t>NFA-DFA Equivalence</a:t>
            </a:r>
          </a:p>
        </p:txBody>
      </p:sp>
      <p:sp>
        <p:nvSpPr>
          <p:cNvPr id="4" name="Rectangle 2">
            <a:extLst>
              <a:ext uri="{FF2B5EF4-FFF2-40B4-BE49-F238E27FC236}">
                <a16:creationId xmlns:a16="http://schemas.microsoft.com/office/drawing/2014/main" id="{DD7A0F1B-ECDF-4C25-8E6C-95C33EA76B34}"/>
              </a:ext>
            </a:extLst>
          </p:cNvPr>
          <p:cNvSpPr txBox="1">
            <a:spLocks noChangeArrowheads="1"/>
          </p:cNvSpPr>
          <p:nvPr/>
        </p:nvSpPr>
        <p:spPr>
          <a:xfrm>
            <a:off x="4024790" y="1"/>
            <a:ext cx="5119209" cy="6450890"/>
          </a:xfrm>
          <a:prstGeom prst="rect">
            <a:avLst/>
          </a:prstGeom>
        </p:spPr>
        <p:txBody>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0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4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4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marL="0" indent="0">
              <a:buNone/>
            </a:pPr>
            <a:r>
              <a:rPr lang="en-US" altLang="en-US" sz="2400" b="1" dirty="0"/>
              <a:t>Equivalent DFA </a:t>
            </a:r>
            <a:r>
              <a:rPr lang="en-US" altLang="en-US" sz="2400" b="1" i="1" dirty="0"/>
              <a:t>M </a:t>
            </a:r>
            <a:r>
              <a:rPr lang="en-US" altLang="en-US" sz="2400" b="1" dirty="0"/>
              <a:t>= (</a:t>
            </a:r>
            <a:r>
              <a:rPr lang="en-US" altLang="en-US" sz="2400" b="1" i="1" dirty="0"/>
              <a:t>Q</a:t>
            </a:r>
            <a:r>
              <a:rPr lang="en-US" altLang="en-US" sz="2400" b="1" dirty="0"/>
              <a:t>, </a:t>
            </a:r>
            <a:r>
              <a:rPr lang="el-GR" altLang="en-US" sz="2400" b="1" dirty="0">
                <a:cs typeface="Arial" panose="020B0604020202020204" pitchFamily="34" charset="0"/>
              </a:rPr>
              <a:t>Σ</a:t>
            </a:r>
            <a:r>
              <a:rPr lang="en-US" altLang="en-US" sz="2400" b="1" dirty="0">
                <a:cs typeface="Arial" panose="020B0604020202020204" pitchFamily="34" charset="0"/>
              </a:rPr>
              <a:t>, </a:t>
            </a:r>
            <a:r>
              <a:rPr lang="el-GR" altLang="en-US" sz="2400" b="1" i="1" dirty="0">
                <a:cs typeface="Arial" panose="020B0604020202020204" pitchFamily="34" charset="0"/>
                <a:sym typeface="Symbol" panose="05050102010706020507" pitchFamily="18" charset="2"/>
              </a:rPr>
              <a:t></a:t>
            </a:r>
            <a:r>
              <a:rPr lang="en-US" altLang="en-US" sz="2400" b="1" dirty="0">
                <a:cs typeface="Arial" panose="020B0604020202020204" pitchFamily="34" charset="0"/>
                <a:sym typeface="Symbol" panose="05050102010706020507" pitchFamily="18" charset="2"/>
              </a:rPr>
              <a:t>, </a:t>
            </a:r>
            <a:r>
              <a:rPr lang="en-US" altLang="en-US" sz="2400" b="1" i="1" dirty="0">
                <a:cs typeface="Arial" panose="020B0604020202020204" pitchFamily="34" charset="0"/>
                <a:sym typeface="Symbol" panose="05050102010706020507" pitchFamily="18" charset="2"/>
              </a:rPr>
              <a:t>q</a:t>
            </a:r>
            <a:r>
              <a:rPr lang="en-US" altLang="en-US" sz="2400" b="1" baseline="-25000" dirty="0">
                <a:cs typeface="Arial" panose="020B0604020202020204" pitchFamily="34" charset="0"/>
                <a:sym typeface="Symbol" panose="05050102010706020507" pitchFamily="18" charset="2"/>
              </a:rPr>
              <a:t>0</a:t>
            </a:r>
            <a:r>
              <a:rPr lang="en-US" altLang="en-US" sz="2400" b="1" dirty="0">
                <a:cs typeface="Arial" panose="020B0604020202020204" pitchFamily="34" charset="0"/>
                <a:sym typeface="Symbol" panose="05050102010706020507" pitchFamily="18" charset="2"/>
              </a:rPr>
              <a:t>, </a:t>
            </a:r>
            <a:r>
              <a:rPr lang="en-US" altLang="en-US" sz="2400" b="1" i="1" dirty="0">
                <a:cs typeface="Arial" panose="020B0604020202020204" pitchFamily="34" charset="0"/>
                <a:sym typeface="Symbol" panose="05050102010706020507" pitchFamily="18" charset="2"/>
              </a:rPr>
              <a:t>F</a:t>
            </a:r>
            <a:r>
              <a:rPr lang="en-US" altLang="en-US" sz="2400" b="1" dirty="0"/>
              <a:t>)</a:t>
            </a:r>
          </a:p>
          <a:p>
            <a:pPr marL="0" indent="0">
              <a:buNone/>
            </a:pPr>
            <a:r>
              <a:rPr lang="en-US" altLang="en-US" sz="1800" b="1" dirty="0"/>
              <a:t> </a:t>
            </a:r>
            <a:r>
              <a:rPr lang="en-US" altLang="en-US" b="1" i="1" dirty="0"/>
              <a:t>Q </a:t>
            </a:r>
            <a:r>
              <a:rPr lang="en-US" altLang="en-US" dirty="0"/>
              <a:t>= </a:t>
            </a:r>
            <a:r>
              <a:rPr lang="en-US" altLang="en-US" dirty="0">
                <a:latin typeface="Rage Italic" panose="03070502040507070304" pitchFamily="66" charset="0"/>
                <a:cs typeface="Arial" panose="020B0604020202020204" pitchFamily="34" charset="0"/>
                <a:sym typeface="Symbol" panose="05050102010706020507" pitchFamily="18" charset="2"/>
              </a:rPr>
              <a:t>P</a:t>
            </a:r>
            <a:r>
              <a:rPr lang="en-US" altLang="en-US" dirty="0">
                <a:cs typeface="Arial" panose="020B0604020202020204" pitchFamily="34" charset="0"/>
                <a:sym typeface="Symbol" panose="05050102010706020507" pitchFamily="18" charset="2"/>
              </a:rPr>
              <a:t>(</a:t>
            </a:r>
            <a:r>
              <a:rPr lang="en-US" altLang="en-US" i="1" dirty="0">
                <a:cs typeface="Arial" panose="020B0604020202020204" pitchFamily="34" charset="0"/>
                <a:sym typeface="Symbol" panose="05050102010706020507" pitchFamily="18" charset="2"/>
              </a:rPr>
              <a:t>Q</a:t>
            </a:r>
            <a:r>
              <a:rPr lang="en-US" altLang="en-US" i="1" baseline="-25000" dirty="0">
                <a:cs typeface="Arial" panose="020B0604020202020204" pitchFamily="34" charset="0"/>
                <a:sym typeface="Symbol" panose="05050102010706020507" pitchFamily="18" charset="2"/>
              </a:rPr>
              <a:t>2</a:t>
            </a:r>
            <a:r>
              <a:rPr lang="en-US" altLang="en-US" dirty="0">
                <a:cs typeface="Arial" panose="020B0604020202020204" pitchFamily="34" charset="0"/>
                <a:sym typeface="Symbol" panose="05050102010706020507" pitchFamily="18" charset="2"/>
              </a:rPr>
              <a:t>) </a:t>
            </a:r>
            <a:r>
              <a:rPr lang="en-US" altLang="en-US" dirty="0"/>
              <a:t>= </a:t>
            </a:r>
            <a:r>
              <a:rPr lang="en-US" altLang="en-US" dirty="0">
                <a:latin typeface="Rage Italic" panose="03070502040507070304" pitchFamily="66" charset="0"/>
                <a:cs typeface="Arial" panose="020B0604020202020204" pitchFamily="34" charset="0"/>
                <a:sym typeface="Symbol" panose="05050102010706020507" pitchFamily="18" charset="2"/>
              </a:rPr>
              <a:t>P</a:t>
            </a:r>
            <a:r>
              <a:rPr lang="en-US" altLang="en-US" dirty="0">
                <a:cs typeface="Arial" panose="020B0604020202020204" pitchFamily="34" charset="0"/>
                <a:sym typeface="Symbol" panose="05050102010706020507" pitchFamily="18" charset="2"/>
              </a:rPr>
              <a:t>(</a:t>
            </a:r>
            <a:r>
              <a:rPr lang="en-US" altLang="en-US" dirty="0"/>
              <a:t>{</a:t>
            </a:r>
            <a:r>
              <a:rPr lang="en-US" altLang="en-US" i="1" dirty="0"/>
              <a:t>b</a:t>
            </a:r>
            <a:r>
              <a:rPr lang="en-US" altLang="en-US" baseline="-25000" dirty="0"/>
              <a:t>1</a:t>
            </a:r>
            <a:r>
              <a:rPr lang="en-US" altLang="en-US" dirty="0"/>
              <a:t>,</a:t>
            </a:r>
            <a:r>
              <a:rPr lang="en-US" altLang="en-US" i="1" dirty="0"/>
              <a:t>b</a:t>
            </a:r>
            <a:r>
              <a:rPr lang="en-US" altLang="en-US" baseline="-25000" dirty="0"/>
              <a:t>2</a:t>
            </a:r>
            <a:r>
              <a:rPr lang="en-US" altLang="en-US" dirty="0"/>
              <a:t>,</a:t>
            </a:r>
            <a:r>
              <a:rPr lang="en-US" altLang="en-US" i="1" dirty="0"/>
              <a:t>b</a:t>
            </a:r>
            <a:r>
              <a:rPr lang="en-US" altLang="en-US" baseline="-25000" dirty="0"/>
              <a:t>3</a:t>
            </a:r>
            <a:r>
              <a:rPr lang="en-US" altLang="en-US" dirty="0"/>
              <a:t>})</a:t>
            </a:r>
            <a:endParaRPr lang="en-US" altLang="en-US" dirty="0">
              <a:cs typeface="Arial" panose="020B0604020202020204" pitchFamily="34" charset="0"/>
              <a:sym typeface="Symbol" panose="05050102010706020507" pitchFamily="18" charset="2"/>
            </a:endParaRPr>
          </a:p>
          <a:p>
            <a:pPr marL="0" indent="0">
              <a:buNone/>
            </a:pPr>
            <a:r>
              <a:rPr lang="en-US" altLang="en-US" dirty="0"/>
              <a:t> </a:t>
            </a:r>
            <a:r>
              <a:rPr lang="en-US" altLang="en-US" b="1" i="1" dirty="0"/>
              <a:t>Q </a:t>
            </a:r>
            <a:r>
              <a:rPr lang="en-US" altLang="en-US" dirty="0">
                <a:cs typeface="Arial" panose="020B0604020202020204" pitchFamily="34" charset="0"/>
                <a:sym typeface="Symbol" panose="05050102010706020507" pitchFamily="18" charset="2"/>
              </a:rPr>
              <a:t>= </a:t>
            </a:r>
            <a:r>
              <a:rPr lang="en-US" altLang="en-US" dirty="0"/>
              <a:t>{ </a:t>
            </a:r>
            <a:r>
              <a:rPr lang="en-US" altLang="en-US" i="1" dirty="0">
                <a:cs typeface="Arial" panose="020B0604020202020204" pitchFamily="34" charset="0"/>
                <a:sym typeface="Symbol" panose="05050102010706020507" pitchFamily="18" charset="2"/>
              </a:rPr>
              <a:t></a:t>
            </a:r>
            <a:r>
              <a:rPr lang="en-US" altLang="en-US" dirty="0">
                <a:cs typeface="Arial" panose="020B0604020202020204" pitchFamily="34" charset="0"/>
                <a:sym typeface="Symbol" panose="05050102010706020507" pitchFamily="18" charset="2"/>
              </a:rPr>
              <a:t>, </a:t>
            </a:r>
            <a:r>
              <a:rPr lang="en-US" altLang="en-US" dirty="0"/>
              <a:t>{</a:t>
            </a:r>
            <a:r>
              <a:rPr lang="en-US" altLang="en-US" i="1" dirty="0"/>
              <a:t>b</a:t>
            </a:r>
            <a:r>
              <a:rPr lang="en-US" altLang="en-US" baseline="-25000" dirty="0"/>
              <a:t>1</a:t>
            </a:r>
            <a:r>
              <a:rPr lang="en-US" altLang="en-US" dirty="0"/>
              <a:t>}, {</a:t>
            </a:r>
            <a:r>
              <a:rPr lang="en-US" altLang="en-US" i="1" dirty="0"/>
              <a:t>b</a:t>
            </a:r>
            <a:r>
              <a:rPr lang="en-US" altLang="en-US" baseline="-25000" dirty="0"/>
              <a:t>2</a:t>
            </a:r>
            <a:r>
              <a:rPr lang="en-US" altLang="en-US" dirty="0"/>
              <a:t>}, {</a:t>
            </a:r>
            <a:r>
              <a:rPr lang="en-US" altLang="en-US" i="1" dirty="0"/>
              <a:t>b</a:t>
            </a:r>
            <a:r>
              <a:rPr lang="en-US" altLang="en-US" baseline="-25000" dirty="0"/>
              <a:t>3</a:t>
            </a:r>
            <a:r>
              <a:rPr lang="en-US" altLang="en-US" dirty="0"/>
              <a:t>}, {</a:t>
            </a:r>
            <a:r>
              <a:rPr lang="en-US" altLang="en-US" i="1" dirty="0"/>
              <a:t>b</a:t>
            </a:r>
            <a:r>
              <a:rPr lang="en-US" altLang="en-US" baseline="-25000" dirty="0"/>
              <a:t>1</a:t>
            </a:r>
            <a:r>
              <a:rPr lang="en-US" altLang="en-US" dirty="0"/>
              <a:t>, </a:t>
            </a:r>
            <a:r>
              <a:rPr lang="en-US" altLang="en-US" i="1" dirty="0"/>
              <a:t>b</a:t>
            </a:r>
            <a:r>
              <a:rPr lang="en-US" altLang="en-US" baseline="-25000" dirty="0"/>
              <a:t>2</a:t>
            </a:r>
            <a:r>
              <a:rPr lang="en-US" altLang="en-US" dirty="0"/>
              <a:t>}, {</a:t>
            </a:r>
            <a:r>
              <a:rPr lang="en-US" altLang="en-US" i="1" dirty="0"/>
              <a:t>b</a:t>
            </a:r>
            <a:r>
              <a:rPr lang="en-US" altLang="en-US" baseline="-25000" dirty="0"/>
              <a:t>1</a:t>
            </a:r>
            <a:r>
              <a:rPr lang="en-US" altLang="en-US" dirty="0"/>
              <a:t>, </a:t>
            </a:r>
            <a:r>
              <a:rPr lang="en-US" altLang="en-US" i="1" dirty="0"/>
              <a:t>b</a:t>
            </a:r>
            <a:r>
              <a:rPr lang="en-US" altLang="en-US" baseline="-25000" dirty="0"/>
              <a:t>3</a:t>
            </a:r>
            <a:r>
              <a:rPr lang="en-US" altLang="en-US" dirty="0"/>
              <a:t>}, </a:t>
            </a:r>
          </a:p>
          <a:p>
            <a:pPr marL="0" indent="0">
              <a:buNone/>
            </a:pPr>
            <a:r>
              <a:rPr lang="en-US" altLang="en-US" dirty="0"/>
              <a:t>                                                {</a:t>
            </a:r>
            <a:r>
              <a:rPr lang="en-US" altLang="en-US" i="1" dirty="0"/>
              <a:t>b</a:t>
            </a:r>
            <a:r>
              <a:rPr lang="en-US" altLang="en-US" baseline="-25000" dirty="0"/>
              <a:t>2</a:t>
            </a:r>
            <a:r>
              <a:rPr lang="en-US" altLang="en-US" dirty="0"/>
              <a:t>, </a:t>
            </a:r>
            <a:r>
              <a:rPr lang="en-US" altLang="en-US" i="1" dirty="0"/>
              <a:t>b</a:t>
            </a:r>
            <a:r>
              <a:rPr lang="en-US" altLang="en-US" baseline="-25000" dirty="0"/>
              <a:t>3</a:t>
            </a:r>
            <a:r>
              <a:rPr lang="en-US" altLang="en-US" dirty="0"/>
              <a:t>}, {</a:t>
            </a:r>
            <a:r>
              <a:rPr lang="en-US" altLang="en-US" i="1" dirty="0"/>
              <a:t>b</a:t>
            </a:r>
            <a:r>
              <a:rPr lang="en-US" altLang="en-US" baseline="-25000" dirty="0"/>
              <a:t>1</a:t>
            </a:r>
            <a:r>
              <a:rPr lang="en-US" altLang="en-US" dirty="0"/>
              <a:t>, </a:t>
            </a:r>
            <a:r>
              <a:rPr lang="en-US" altLang="en-US" i="1" dirty="0"/>
              <a:t>b</a:t>
            </a:r>
            <a:r>
              <a:rPr lang="en-US" altLang="en-US" baseline="-25000" dirty="0"/>
              <a:t>2</a:t>
            </a:r>
            <a:r>
              <a:rPr lang="en-US" altLang="en-US" dirty="0"/>
              <a:t>, </a:t>
            </a:r>
            <a:r>
              <a:rPr lang="en-US" altLang="en-US" i="1" dirty="0"/>
              <a:t>b</a:t>
            </a:r>
            <a:r>
              <a:rPr lang="en-US" altLang="en-US" baseline="-25000" dirty="0"/>
              <a:t>3</a:t>
            </a:r>
            <a:r>
              <a:rPr lang="en-US" altLang="en-US" dirty="0"/>
              <a:t>}  };</a:t>
            </a:r>
            <a:r>
              <a:rPr lang="en-US" altLang="en-US" sz="1800" dirty="0"/>
              <a:t> </a:t>
            </a:r>
          </a:p>
          <a:p>
            <a:pPr marL="854075" indent="-854075">
              <a:buNone/>
            </a:pPr>
            <a:r>
              <a:rPr lang="en-US" altLang="en-US" b="1" i="1" u="sng" dirty="0">
                <a:cs typeface="Arial" panose="020B0604020202020204" pitchFamily="34" charset="0"/>
                <a:sym typeface="Symbol" panose="05050102010706020507" pitchFamily="18" charset="2"/>
              </a:rPr>
              <a:t>	</a:t>
            </a:r>
            <a:r>
              <a:rPr lang="el-GR" altLang="en-US" b="1" i="1" u="sng" dirty="0">
                <a:cs typeface="Arial" panose="020B0604020202020204" pitchFamily="34" charset="0"/>
                <a:sym typeface="Symbol" panose="05050102010706020507" pitchFamily="18" charset="2"/>
              </a:rPr>
              <a:t></a:t>
            </a:r>
            <a:r>
              <a:rPr lang="en-US" altLang="en-US" i="1" u="sng" dirty="0">
                <a:cs typeface="Arial" panose="020B0604020202020204" pitchFamily="34" charset="0"/>
                <a:sym typeface="Symbol" panose="05050102010706020507" pitchFamily="18" charset="2"/>
              </a:rPr>
              <a:t> </a:t>
            </a:r>
            <a:r>
              <a:rPr lang="en-US" altLang="en-US" u="sng" dirty="0">
                <a:cs typeface="Arial" panose="020B0604020202020204" pitchFamily="34" charset="0"/>
                <a:sym typeface="Symbol" panose="05050102010706020507" pitchFamily="18" charset="2"/>
              </a:rPr>
              <a:t>is given as – _	</a:t>
            </a:r>
            <a:r>
              <a:rPr lang="en-US" altLang="en-US" dirty="0">
                <a:cs typeface="Arial" panose="020B0604020202020204" pitchFamily="34" charset="0"/>
                <a:sym typeface="Symbol" panose="05050102010706020507" pitchFamily="18" charset="2"/>
              </a:rPr>
              <a:t></a:t>
            </a:r>
            <a:r>
              <a:rPr lang="en-US" altLang="en-US" u="sng" dirty="0">
                <a:cs typeface="Arial" panose="020B0604020202020204" pitchFamily="34" charset="0"/>
                <a:sym typeface="Symbol" panose="05050102010706020507" pitchFamily="18" charset="2"/>
              </a:rPr>
              <a:t> 0	 		1 	</a:t>
            </a:r>
          </a:p>
          <a:p>
            <a:pPr marL="854075" indent="-854075">
              <a:buNone/>
            </a:pPr>
            <a:r>
              <a:rPr lang="en-US" altLang="en-US" i="1" dirty="0">
                <a:cs typeface="Arial" panose="020B0604020202020204" pitchFamily="34" charset="0"/>
                <a:sym typeface="Symbol" panose="05050102010706020507" pitchFamily="18" charset="2"/>
              </a:rPr>
              <a:t>	</a:t>
            </a:r>
            <a:r>
              <a:rPr lang="en-US" altLang="en-US" baseline="-25000"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				</a:t>
            </a:r>
            <a:r>
              <a:rPr lang="en-US" altLang="en-US" dirty="0">
                <a:cs typeface="Arial" panose="020B0604020202020204" pitchFamily="34" charset="0"/>
                <a:sym typeface="Symbol" panose="05050102010706020507" pitchFamily="18" charset="2"/>
              </a:rPr>
              <a:t></a:t>
            </a:r>
            <a:r>
              <a:rPr lang="en-US" altLang="en-US" i="1" dirty="0">
                <a:cs typeface="Arial" panose="020B0604020202020204" pitchFamily="34" charset="0"/>
                <a:sym typeface="Symbol" panose="05050102010706020507" pitchFamily="18" charset="2"/>
              </a:rPr>
              <a:t> </a:t>
            </a:r>
            <a:r>
              <a:rPr lang="en-US" altLang="en-US" dirty="0">
                <a:cs typeface="Arial" panose="020B0604020202020204" pitchFamily="34" charset="0"/>
                <a:sym typeface="Symbol" panose="05050102010706020507" pitchFamily="18" charset="2"/>
              </a:rPr>
              <a:t>	</a:t>
            </a:r>
          </a:p>
          <a:p>
            <a:pPr marL="854075" indent="-854075">
              <a:buNone/>
            </a:pPr>
            <a:r>
              <a:rPr lang="en-US" altLang="en-US" dirty="0"/>
              <a:t>	{</a:t>
            </a:r>
            <a:r>
              <a:rPr lang="en-US" altLang="en-US" i="1" dirty="0"/>
              <a:t>b</a:t>
            </a:r>
            <a:r>
              <a:rPr lang="en-US" altLang="en-US" baseline="-25000" dirty="0"/>
              <a:t>1</a:t>
            </a:r>
            <a:r>
              <a:rPr lang="en-US" altLang="en-US" dirty="0"/>
              <a:t>}</a:t>
            </a:r>
            <a:r>
              <a:rPr lang="en-US" altLang="en-US" i="1" dirty="0">
                <a:cs typeface="Arial" panose="020B0604020202020204" pitchFamily="34" charset="0"/>
                <a:sym typeface="Symbol" panose="05050102010706020507" pitchFamily="18" charset="2"/>
              </a:rPr>
              <a:t>			</a:t>
            </a:r>
            <a:r>
              <a:rPr lang="en-US" altLang="en-US" dirty="0">
                <a:cs typeface="Arial" panose="020B0604020202020204" pitchFamily="34" charset="0"/>
                <a:sym typeface="Symbol" panose="05050102010706020507" pitchFamily="18" charset="2"/>
              </a:rPr>
              <a:t></a:t>
            </a:r>
            <a:endParaRPr lang="en-US" altLang="en-US" dirty="0">
              <a:solidFill>
                <a:schemeClr val="bg1">
                  <a:lumMod val="75000"/>
                </a:schemeClr>
              </a:solidFill>
              <a:cs typeface="Arial" panose="020B0604020202020204" pitchFamily="34" charset="0"/>
              <a:sym typeface="Symbol" panose="05050102010706020507" pitchFamily="18" charset="2"/>
            </a:endParaRPr>
          </a:p>
          <a:p>
            <a:pPr marL="854075" indent="-854075">
              <a:buNone/>
            </a:pPr>
            <a:r>
              <a:rPr lang="en-US" altLang="en-US" dirty="0"/>
              <a:t>	{</a:t>
            </a:r>
            <a:r>
              <a:rPr lang="en-US" altLang="en-US" i="1" dirty="0"/>
              <a:t>b</a:t>
            </a:r>
            <a:r>
              <a:rPr lang="en-US" altLang="en-US" baseline="-25000" dirty="0"/>
              <a:t>2</a:t>
            </a:r>
            <a:r>
              <a:rPr lang="en-US" altLang="en-US" dirty="0"/>
              <a:t>}</a:t>
            </a:r>
            <a:r>
              <a:rPr lang="en-US" altLang="en-US" dirty="0">
                <a:cs typeface="Arial" panose="020B0604020202020204" pitchFamily="34" charset="0"/>
                <a:sym typeface="Symbol" panose="05050102010706020507" pitchFamily="18" charset="2"/>
              </a:rPr>
              <a:t>			 </a:t>
            </a:r>
          </a:p>
          <a:p>
            <a:pPr marL="854075" indent="-854075">
              <a:buNone/>
            </a:pPr>
            <a:r>
              <a:rPr lang="en-US" altLang="en-US" dirty="0"/>
              <a:t>	{</a:t>
            </a:r>
            <a:r>
              <a:rPr lang="en-US" altLang="en-US" i="1" dirty="0"/>
              <a:t>b</a:t>
            </a:r>
            <a:r>
              <a:rPr lang="en-US" altLang="en-US" baseline="-25000" dirty="0"/>
              <a:t>3</a:t>
            </a:r>
            <a:r>
              <a:rPr lang="en-US" altLang="en-US" dirty="0"/>
              <a:t>}			</a:t>
            </a:r>
            <a:r>
              <a:rPr lang="en-US" altLang="en-US" dirty="0">
                <a:cs typeface="Arial" panose="020B0604020202020204" pitchFamily="34" charset="0"/>
                <a:sym typeface="Symbol" panose="05050102010706020507" pitchFamily="18" charset="2"/>
              </a:rPr>
              <a:t></a:t>
            </a:r>
            <a:r>
              <a:rPr lang="en-US" altLang="en-US" dirty="0"/>
              <a:t> 	</a:t>
            </a:r>
          </a:p>
          <a:p>
            <a:pPr marL="854075" indent="-854075">
              <a:buNone/>
            </a:pPr>
            <a:r>
              <a:rPr lang="en-US" altLang="en-US" dirty="0"/>
              <a:t>	{</a:t>
            </a:r>
            <a:r>
              <a:rPr lang="en-US" altLang="en-US" i="1" dirty="0"/>
              <a:t>b</a:t>
            </a:r>
            <a:r>
              <a:rPr lang="en-US" altLang="en-US" baseline="-25000" dirty="0"/>
              <a:t>1</a:t>
            </a:r>
            <a:r>
              <a:rPr lang="en-US" altLang="en-US" dirty="0"/>
              <a:t>, </a:t>
            </a:r>
            <a:r>
              <a:rPr lang="en-US" altLang="en-US" i="1" dirty="0"/>
              <a:t>b</a:t>
            </a:r>
            <a:r>
              <a:rPr lang="en-US" altLang="en-US" baseline="-25000" dirty="0"/>
              <a:t>2</a:t>
            </a:r>
            <a:r>
              <a:rPr lang="en-US" altLang="en-US" dirty="0"/>
              <a:t>}		</a:t>
            </a:r>
            <a:r>
              <a:rPr lang="en-US" altLang="en-US" dirty="0">
                <a:cs typeface="Arial" panose="020B0604020202020204" pitchFamily="34" charset="0"/>
                <a:sym typeface="Symbol" panose="05050102010706020507" pitchFamily="18" charset="2"/>
              </a:rPr>
              <a:t></a:t>
            </a:r>
            <a:r>
              <a:rPr lang="en-US" altLang="en-US" dirty="0"/>
              <a:t> </a:t>
            </a:r>
          </a:p>
          <a:p>
            <a:pPr marL="854075" indent="-854075">
              <a:buNone/>
            </a:pPr>
            <a:r>
              <a:rPr lang="en-US" altLang="en-US" dirty="0"/>
              <a:t>	{</a:t>
            </a:r>
            <a:r>
              <a:rPr lang="en-US" altLang="en-US" i="1" dirty="0"/>
              <a:t>b</a:t>
            </a:r>
            <a:r>
              <a:rPr lang="en-US" altLang="en-US" baseline="-25000" dirty="0"/>
              <a:t>1</a:t>
            </a:r>
            <a:r>
              <a:rPr lang="en-US" altLang="en-US" dirty="0"/>
              <a:t>, </a:t>
            </a:r>
            <a:r>
              <a:rPr lang="en-US" altLang="en-US" i="1" dirty="0"/>
              <a:t>b</a:t>
            </a:r>
            <a:r>
              <a:rPr lang="en-US" altLang="en-US" baseline="-25000" dirty="0"/>
              <a:t>3</a:t>
            </a:r>
            <a:r>
              <a:rPr lang="en-US" altLang="en-US" dirty="0"/>
              <a:t>}		</a:t>
            </a:r>
            <a:r>
              <a:rPr lang="en-US" altLang="en-US" dirty="0">
                <a:cs typeface="Arial" panose="020B0604020202020204" pitchFamily="34" charset="0"/>
                <a:sym typeface="Symbol" panose="05050102010706020507" pitchFamily="18" charset="2"/>
              </a:rPr>
              <a:t></a:t>
            </a:r>
            <a:r>
              <a:rPr lang="en-US" altLang="en-US" dirty="0"/>
              <a:t> </a:t>
            </a:r>
            <a:r>
              <a:rPr lang="en-US" altLang="en-US" dirty="0">
                <a:solidFill>
                  <a:schemeClr val="bg1">
                    <a:lumMod val="75000"/>
                  </a:schemeClr>
                </a:solidFill>
              </a:rPr>
              <a:t>	</a:t>
            </a:r>
          </a:p>
          <a:p>
            <a:pPr marL="854075" indent="-854075">
              <a:buNone/>
            </a:pPr>
            <a:r>
              <a:rPr lang="en-US" altLang="en-US" dirty="0"/>
              <a:t>	{</a:t>
            </a:r>
            <a:r>
              <a:rPr lang="en-US" altLang="en-US" i="1" dirty="0"/>
              <a:t>b</a:t>
            </a:r>
            <a:r>
              <a:rPr lang="en-US" altLang="en-US" baseline="-25000" dirty="0"/>
              <a:t>2</a:t>
            </a:r>
            <a:r>
              <a:rPr lang="en-US" altLang="en-US" dirty="0"/>
              <a:t>, </a:t>
            </a:r>
            <a:r>
              <a:rPr lang="en-US" altLang="en-US" i="1" dirty="0"/>
              <a:t>b</a:t>
            </a:r>
            <a:r>
              <a:rPr lang="en-US" altLang="en-US" baseline="-25000" dirty="0"/>
              <a:t>3</a:t>
            </a:r>
            <a:r>
              <a:rPr lang="en-US" altLang="en-US" dirty="0"/>
              <a:t>}		</a:t>
            </a:r>
            <a:r>
              <a:rPr lang="en-US" altLang="en-US" dirty="0">
                <a:cs typeface="Arial" panose="020B0604020202020204" pitchFamily="34" charset="0"/>
                <a:sym typeface="Symbol" panose="05050102010706020507" pitchFamily="18" charset="2"/>
              </a:rPr>
              <a:t></a:t>
            </a:r>
            <a:r>
              <a:rPr lang="en-US" altLang="en-US" dirty="0"/>
              <a:t> </a:t>
            </a:r>
            <a:r>
              <a:rPr lang="en-US" altLang="en-US" dirty="0">
                <a:cs typeface="Arial" panose="020B0604020202020204" pitchFamily="34" charset="0"/>
                <a:sym typeface="Symbol" panose="05050102010706020507" pitchFamily="18" charset="2"/>
              </a:rPr>
              <a:t>	</a:t>
            </a:r>
          </a:p>
          <a:p>
            <a:pPr marL="854075" indent="-854075">
              <a:buNone/>
            </a:pPr>
            <a:r>
              <a:rPr lang="en-US" altLang="en-US" dirty="0">
                <a:cs typeface="Arial" panose="020B0604020202020204" pitchFamily="34" charset="0"/>
                <a:sym typeface="Symbol" panose="05050102010706020507" pitchFamily="18" charset="2"/>
              </a:rPr>
              <a:t>	</a:t>
            </a:r>
            <a:r>
              <a:rPr lang="en-US" altLang="en-US" dirty="0"/>
              <a:t>{</a:t>
            </a:r>
            <a:r>
              <a:rPr lang="en-US" altLang="en-US" i="1" dirty="0"/>
              <a:t>b</a:t>
            </a:r>
            <a:r>
              <a:rPr lang="en-US" altLang="en-US" baseline="-25000" dirty="0"/>
              <a:t>1</a:t>
            </a:r>
            <a:r>
              <a:rPr lang="en-US" altLang="en-US" dirty="0"/>
              <a:t>, </a:t>
            </a:r>
            <a:r>
              <a:rPr lang="en-US" altLang="en-US" i="1" dirty="0"/>
              <a:t>b</a:t>
            </a:r>
            <a:r>
              <a:rPr lang="en-US" altLang="en-US" baseline="-25000" dirty="0"/>
              <a:t>2</a:t>
            </a:r>
            <a:r>
              <a:rPr lang="en-US" altLang="en-US" dirty="0"/>
              <a:t>, </a:t>
            </a:r>
            <a:r>
              <a:rPr lang="en-US" altLang="en-US" i="1" dirty="0"/>
              <a:t>b</a:t>
            </a:r>
            <a:r>
              <a:rPr lang="en-US" altLang="en-US" baseline="-25000" dirty="0"/>
              <a:t>3</a:t>
            </a:r>
            <a:r>
              <a:rPr lang="en-US" altLang="en-US" dirty="0"/>
              <a:t>}		</a:t>
            </a:r>
            <a:r>
              <a:rPr lang="en-US" altLang="en-US" dirty="0">
                <a:cs typeface="Arial" panose="020B0604020202020204" pitchFamily="34" charset="0"/>
                <a:sym typeface="Symbol" panose="05050102010706020507" pitchFamily="18" charset="2"/>
              </a:rPr>
              <a:t></a:t>
            </a:r>
            <a:br>
              <a:rPr lang="en-US" altLang="en-US" dirty="0"/>
            </a:br>
            <a:endParaRPr lang="en-US" altLang="en-US" dirty="0"/>
          </a:p>
          <a:p>
            <a:pPr marL="0" indent="0">
              <a:buNone/>
            </a:pPr>
            <a:r>
              <a:rPr lang="el-GR" altLang="en-US" b="1" dirty="0">
                <a:cs typeface="Arial" panose="020B0604020202020204" pitchFamily="34" charset="0"/>
              </a:rPr>
              <a:t>Σ</a:t>
            </a:r>
            <a:r>
              <a:rPr lang="en-US" altLang="en-US" dirty="0">
                <a:cs typeface="Arial" panose="020B0604020202020204" pitchFamily="34" charset="0"/>
              </a:rPr>
              <a:t> = {0, 1}.</a:t>
            </a:r>
          </a:p>
          <a:p>
            <a:pPr marL="0" indent="0">
              <a:buNone/>
            </a:pPr>
            <a:r>
              <a:rPr lang="en-US" altLang="en-US" b="1" i="1" dirty="0">
                <a:cs typeface="Arial" panose="020B0604020202020204" pitchFamily="34" charset="0"/>
                <a:sym typeface="Symbol" panose="05050102010706020507" pitchFamily="18" charset="2"/>
              </a:rPr>
              <a:t>q</a:t>
            </a:r>
            <a:r>
              <a:rPr lang="en-US" altLang="en-US" b="1" baseline="-25000" dirty="0">
                <a:cs typeface="Arial" panose="020B0604020202020204" pitchFamily="34" charset="0"/>
                <a:sym typeface="Symbol" panose="05050102010706020507" pitchFamily="18" charset="2"/>
              </a:rPr>
              <a:t>0</a:t>
            </a:r>
            <a:r>
              <a:rPr lang="en-US" altLang="en-US" dirty="0">
                <a:cs typeface="Arial" panose="020B0604020202020204" pitchFamily="34" charset="0"/>
              </a:rPr>
              <a:t> = </a:t>
            </a:r>
            <a:r>
              <a:rPr lang="en-US" altLang="en-US" i="1" dirty="0">
                <a:sym typeface="Symbol" panose="05050102010706020507" pitchFamily="18" charset="2"/>
              </a:rPr>
              <a:t>E</a:t>
            </a:r>
            <a:r>
              <a:rPr lang="en-US" altLang="en-US" dirty="0">
                <a:sym typeface="Symbol" panose="05050102010706020507" pitchFamily="18" charset="2"/>
              </a:rPr>
              <a:t>({</a:t>
            </a:r>
            <a:r>
              <a:rPr lang="en-US" altLang="en-US" i="1" dirty="0">
                <a:cs typeface="Arial" panose="020B0604020202020204" pitchFamily="34" charset="0"/>
                <a:sym typeface="Symbol" panose="05050102010706020507" pitchFamily="18" charset="2"/>
              </a:rPr>
              <a:t>b</a:t>
            </a:r>
            <a:r>
              <a:rPr lang="en-US" altLang="en-US" baseline="-25000" dirty="0">
                <a:cs typeface="Arial" panose="020B0604020202020204" pitchFamily="34" charset="0"/>
                <a:sym typeface="Symbol" panose="05050102010706020507" pitchFamily="18" charset="2"/>
              </a:rPr>
              <a:t>1</a:t>
            </a:r>
            <a:r>
              <a:rPr lang="en-US" altLang="en-US" dirty="0">
                <a:cs typeface="Arial" panose="020B0604020202020204" pitchFamily="34" charset="0"/>
                <a:sym typeface="Symbol" panose="05050102010706020507" pitchFamily="18" charset="2"/>
              </a:rPr>
              <a:t>}) = {</a:t>
            </a:r>
            <a:r>
              <a:rPr lang="en-US" altLang="en-US" i="1" dirty="0">
                <a:cs typeface="Arial" panose="020B0604020202020204" pitchFamily="34" charset="0"/>
                <a:sym typeface="Symbol" panose="05050102010706020507" pitchFamily="18" charset="2"/>
              </a:rPr>
              <a:t>b</a:t>
            </a:r>
            <a:r>
              <a:rPr lang="en-US" altLang="en-US" baseline="-25000" dirty="0">
                <a:cs typeface="Arial" panose="020B0604020202020204" pitchFamily="34" charset="0"/>
                <a:sym typeface="Symbol" panose="05050102010706020507" pitchFamily="18" charset="2"/>
              </a:rPr>
              <a:t>1</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b</a:t>
            </a:r>
            <a:r>
              <a:rPr lang="en-US" altLang="en-US" baseline="-25000" dirty="0">
                <a:cs typeface="Arial" panose="020B0604020202020204" pitchFamily="34" charset="0"/>
                <a:sym typeface="Symbol" panose="05050102010706020507" pitchFamily="18" charset="2"/>
              </a:rPr>
              <a:t>3</a:t>
            </a:r>
            <a:r>
              <a:rPr lang="en-US" altLang="en-US" dirty="0">
                <a:cs typeface="Arial" panose="020B0604020202020204" pitchFamily="34" charset="0"/>
                <a:sym typeface="Symbol" panose="05050102010706020507" pitchFamily="18" charset="2"/>
              </a:rPr>
              <a:t>} is the start state; </a:t>
            </a:r>
          </a:p>
          <a:p>
            <a:pPr marL="0" indent="0">
              <a:buNone/>
            </a:pPr>
            <a:r>
              <a:rPr lang="en-US" altLang="en-US" b="1" i="1" dirty="0">
                <a:cs typeface="Arial" panose="020B0604020202020204" pitchFamily="34" charset="0"/>
                <a:sym typeface="Symbol" panose="05050102010706020507" pitchFamily="18" charset="2"/>
              </a:rPr>
              <a:t>F</a:t>
            </a:r>
            <a:r>
              <a:rPr lang="en-US" altLang="en-US" dirty="0">
                <a:cs typeface="Arial" panose="020B0604020202020204" pitchFamily="34" charset="0"/>
                <a:sym typeface="Symbol" panose="05050102010706020507" pitchFamily="18" charset="2"/>
              </a:rPr>
              <a:t> = {{</a:t>
            </a:r>
            <a:r>
              <a:rPr lang="en-US" altLang="en-US" i="1" dirty="0">
                <a:cs typeface="Arial" panose="020B0604020202020204" pitchFamily="34" charset="0"/>
                <a:sym typeface="Symbol" panose="05050102010706020507" pitchFamily="18" charset="2"/>
              </a:rPr>
              <a:t>b</a:t>
            </a:r>
            <a:r>
              <a:rPr lang="en-US" altLang="en-US" baseline="-25000" dirty="0">
                <a:cs typeface="Arial" panose="020B0604020202020204" pitchFamily="34" charset="0"/>
                <a:sym typeface="Symbol" panose="05050102010706020507" pitchFamily="18" charset="2"/>
              </a:rPr>
              <a:t>1</a:t>
            </a:r>
            <a:r>
              <a:rPr lang="en-US" altLang="en-US" dirty="0">
                <a:cs typeface="Arial" panose="020B0604020202020204" pitchFamily="34" charset="0"/>
                <a:sym typeface="Symbol" panose="05050102010706020507" pitchFamily="18" charset="2"/>
              </a:rPr>
              <a:t>}, </a:t>
            </a:r>
            <a:r>
              <a:rPr lang="en-US" altLang="en-US" dirty="0"/>
              <a:t>{</a:t>
            </a:r>
            <a:r>
              <a:rPr lang="en-US" altLang="en-US" i="1" dirty="0"/>
              <a:t>b</a:t>
            </a:r>
            <a:r>
              <a:rPr lang="en-US" altLang="en-US" baseline="-25000" dirty="0"/>
              <a:t>1</a:t>
            </a:r>
            <a:r>
              <a:rPr lang="en-US" altLang="en-US" dirty="0"/>
              <a:t>, </a:t>
            </a:r>
            <a:r>
              <a:rPr lang="en-US" altLang="en-US" i="1" dirty="0"/>
              <a:t>b</a:t>
            </a:r>
            <a:r>
              <a:rPr lang="en-US" altLang="en-US" baseline="-25000" dirty="0"/>
              <a:t>2</a:t>
            </a:r>
            <a:r>
              <a:rPr lang="en-US" altLang="en-US" dirty="0"/>
              <a:t>}, {</a:t>
            </a:r>
            <a:r>
              <a:rPr lang="en-US" altLang="en-US" i="1" dirty="0"/>
              <a:t>b</a:t>
            </a:r>
            <a:r>
              <a:rPr lang="en-US" altLang="en-US" baseline="-25000" dirty="0"/>
              <a:t>1</a:t>
            </a:r>
            <a:r>
              <a:rPr lang="en-US" altLang="en-US" dirty="0"/>
              <a:t>, </a:t>
            </a:r>
            <a:r>
              <a:rPr lang="en-US" altLang="en-US" i="1" dirty="0"/>
              <a:t>b</a:t>
            </a:r>
            <a:r>
              <a:rPr lang="en-US" altLang="en-US" baseline="-25000" dirty="0"/>
              <a:t>3</a:t>
            </a:r>
            <a:r>
              <a:rPr lang="en-US" altLang="en-US" dirty="0"/>
              <a:t>}, {</a:t>
            </a:r>
            <a:r>
              <a:rPr lang="en-US" altLang="en-US" i="1" dirty="0"/>
              <a:t>b</a:t>
            </a:r>
            <a:r>
              <a:rPr lang="en-US" altLang="en-US" baseline="-25000" dirty="0"/>
              <a:t>1</a:t>
            </a:r>
            <a:r>
              <a:rPr lang="en-US" altLang="en-US" dirty="0"/>
              <a:t>, </a:t>
            </a:r>
            <a:r>
              <a:rPr lang="en-US" altLang="en-US" i="1" dirty="0"/>
              <a:t>b</a:t>
            </a:r>
            <a:r>
              <a:rPr lang="en-US" altLang="en-US" baseline="-25000" dirty="0"/>
              <a:t>2</a:t>
            </a:r>
            <a:r>
              <a:rPr lang="en-US" altLang="en-US" dirty="0"/>
              <a:t>, </a:t>
            </a:r>
            <a:r>
              <a:rPr lang="en-US" altLang="en-US" i="1" dirty="0"/>
              <a:t>b</a:t>
            </a:r>
            <a:r>
              <a:rPr lang="en-US" altLang="en-US" baseline="-25000" dirty="0"/>
              <a:t>3</a:t>
            </a:r>
            <a:r>
              <a:rPr lang="en-US" altLang="en-US" dirty="0"/>
              <a:t>}</a:t>
            </a:r>
            <a:r>
              <a:rPr lang="en-US" altLang="en-US" dirty="0">
                <a:cs typeface="Arial" panose="020B0604020202020204" pitchFamily="34" charset="0"/>
                <a:sym typeface="Symbol" panose="05050102010706020507" pitchFamily="18" charset="2"/>
              </a:rPr>
              <a:t>}.</a:t>
            </a:r>
            <a:r>
              <a:rPr lang="el-GR" altLang="en-US" i="1" dirty="0">
                <a:cs typeface="Arial" panose="020B0604020202020204" pitchFamily="34" charset="0"/>
                <a:sym typeface="Symbol" panose="05050102010706020507" pitchFamily="18" charset="2"/>
              </a:rPr>
              <a:t> </a:t>
            </a:r>
            <a:endParaRPr lang="en-US" altLang="en-US" dirty="0">
              <a:cs typeface="Arial" panose="020B0604020202020204" pitchFamily="34" charset="0"/>
              <a:sym typeface="Symbol" panose="05050102010706020507" pitchFamily="18" charset="2"/>
            </a:endParaRPr>
          </a:p>
        </p:txBody>
      </p:sp>
      <p:sp>
        <p:nvSpPr>
          <p:cNvPr id="11" name="Text Box 9">
            <a:extLst>
              <a:ext uri="{FF2B5EF4-FFF2-40B4-BE49-F238E27FC236}">
                <a16:creationId xmlns:a16="http://schemas.microsoft.com/office/drawing/2014/main" id="{9D26A0DC-B891-4223-AA15-014995D9B366}"/>
              </a:ext>
            </a:extLst>
          </p:cNvPr>
          <p:cNvSpPr txBox="1">
            <a:spLocks noChangeArrowheads="1"/>
          </p:cNvSpPr>
          <p:nvPr/>
        </p:nvSpPr>
        <p:spPr bwMode="auto">
          <a:xfrm>
            <a:off x="186438" y="1931300"/>
            <a:ext cx="471377" cy="275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Tx/>
              <a:buNone/>
            </a:pPr>
            <a:r>
              <a:rPr lang="en-US" altLang="en-US" sz="1200"/>
              <a:t>0</a:t>
            </a:r>
          </a:p>
        </p:txBody>
      </p:sp>
      <p:grpSp>
        <p:nvGrpSpPr>
          <p:cNvPr id="59" name="Group 58">
            <a:extLst>
              <a:ext uri="{FF2B5EF4-FFF2-40B4-BE49-F238E27FC236}">
                <a16:creationId xmlns:a16="http://schemas.microsoft.com/office/drawing/2014/main" id="{81024FFC-7BF4-40CC-9824-2F67D9391963}"/>
              </a:ext>
            </a:extLst>
          </p:cNvPr>
          <p:cNvGrpSpPr/>
          <p:nvPr/>
        </p:nvGrpSpPr>
        <p:grpSpPr>
          <a:xfrm>
            <a:off x="927173" y="864394"/>
            <a:ext cx="2154865" cy="1968500"/>
            <a:chOff x="927173" y="864394"/>
            <a:chExt cx="2154865" cy="1968500"/>
          </a:xfrm>
        </p:grpSpPr>
        <p:sp>
          <p:nvSpPr>
            <p:cNvPr id="6" name="Oval 4">
              <a:extLst>
                <a:ext uri="{FF2B5EF4-FFF2-40B4-BE49-F238E27FC236}">
                  <a16:creationId xmlns:a16="http://schemas.microsoft.com/office/drawing/2014/main" id="{3E0C12DE-F85B-4D84-92F5-E486D3AE2C8A}"/>
                </a:ext>
              </a:extLst>
            </p:cNvPr>
            <p:cNvSpPr>
              <a:spLocks noChangeArrowheads="1"/>
            </p:cNvSpPr>
            <p:nvPr/>
          </p:nvSpPr>
          <p:spPr bwMode="auto">
            <a:xfrm>
              <a:off x="1735247" y="864394"/>
              <a:ext cx="606056" cy="571500"/>
            </a:xfrm>
            <a:prstGeom prst="ellipse">
              <a:avLst/>
            </a:prstGeom>
            <a:noFill/>
            <a:ln w="38100" cmpd="dbl">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i="1"/>
                <a:t>b</a:t>
              </a:r>
              <a:r>
                <a:rPr lang="en-US" altLang="en-US" sz="1800" baseline="-25000"/>
                <a:t>1</a:t>
              </a:r>
            </a:p>
          </p:txBody>
        </p:sp>
        <p:sp>
          <p:nvSpPr>
            <p:cNvPr id="7" name="Line 5">
              <a:extLst>
                <a:ext uri="{FF2B5EF4-FFF2-40B4-BE49-F238E27FC236}">
                  <a16:creationId xmlns:a16="http://schemas.microsoft.com/office/drawing/2014/main" id="{0303F474-91ED-4122-BA69-60130B22792F}"/>
                </a:ext>
              </a:extLst>
            </p:cNvPr>
            <p:cNvSpPr>
              <a:spLocks noChangeShapeType="1"/>
            </p:cNvSpPr>
            <p:nvPr/>
          </p:nvSpPr>
          <p:spPr bwMode="auto">
            <a:xfrm>
              <a:off x="1263871" y="1118394"/>
              <a:ext cx="471377"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8" name="Oval 6">
              <a:extLst>
                <a:ext uri="{FF2B5EF4-FFF2-40B4-BE49-F238E27FC236}">
                  <a16:creationId xmlns:a16="http://schemas.microsoft.com/office/drawing/2014/main" id="{7B55ADC4-65C5-4CDF-895F-7400C0FB3741}"/>
                </a:ext>
              </a:extLst>
            </p:cNvPr>
            <p:cNvSpPr>
              <a:spLocks noChangeArrowheads="1"/>
            </p:cNvSpPr>
            <p:nvPr/>
          </p:nvSpPr>
          <p:spPr bwMode="auto">
            <a:xfrm>
              <a:off x="927173" y="2261394"/>
              <a:ext cx="606056" cy="5715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i="1"/>
                <a:t>b</a:t>
              </a:r>
              <a:r>
                <a:rPr lang="en-US" altLang="en-US" sz="1800" baseline="-25000"/>
                <a:t>2</a:t>
              </a:r>
            </a:p>
          </p:txBody>
        </p:sp>
        <p:sp>
          <p:nvSpPr>
            <p:cNvPr id="9" name="Oval 7">
              <a:extLst>
                <a:ext uri="{FF2B5EF4-FFF2-40B4-BE49-F238E27FC236}">
                  <a16:creationId xmlns:a16="http://schemas.microsoft.com/office/drawing/2014/main" id="{7C5C2C4D-B1CF-42AC-B672-3FF36CAE4894}"/>
                </a:ext>
              </a:extLst>
            </p:cNvPr>
            <p:cNvSpPr>
              <a:spLocks noChangeArrowheads="1"/>
            </p:cNvSpPr>
            <p:nvPr/>
          </p:nvSpPr>
          <p:spPr bwMode="auto">
            <a:xfrm>
              <a:off x="2475982" y="2250811"/>
              <a:ext cx="606056" cy="5715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i="1"/>
                <a:t>b</a:t>
              </a:r>
              <a:r>
                <a:rPr lang="en-US" altLang="en-US" sz="1800" baseline="-25000"/>
                <a:t>3</a:t>
              </a:r>
            </a:p>
          </p:txBody>
        </p:sp>
        <p:cxnSp>
          <p:nvCxnSpPr>
            <p:cNvPr id="10" name="AutoShape 8">
              <a:extLst>
                <a:ext uri="{FF2B5EF4-FFF2-40B4-BE49-F238E27FC236}">
                  <a16:creationId xmlns:a16="http://schemas.microsoft.com/office/drawing/2014/main" id="{599F92CF-79EE-4E8B-9466-06BABB7A6BE0}"/>
                </a:ext>
              </a:extLst>
            </p:cNvPr>
            <p:cNvCxnSpPr>
              <a:cxnSpLocks noChangeShapeType="1"/>
              <a:stCxn id="6" idx="4"/>
              <a:endCxn id="8" idx="0"/>
            </p:cNvCxnSpPr>
            <p:nvPr/>
          </p:nvCxnSpPr>
          <p:spPr bwMode="auto">
            <a:xfrm flipH="1">
              <a:off x="1230201" y="1451769"/>
              <a:ext cx="808074" cy="809625"/>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12" name="Text Box 10">
              <a:extLst>
                <a:ext uri="{FF2B5EF4-FFF2-40B4-BE49-F238E27FC236}">
                  <a16:creationId xmlns:a16="http://schemas.microsoft.com/office/drawing/2014/main" id="{36544456-BF22-4327-B87D-C0B171034F6C}"/>
                </a:ext>
              </a:extLst>
            </p:cNvPr>
            <p:cNvSpPr txBox="1">
              <a:spLocks noChangeArrowheads="1"/>
            </p:cNvSpPr>
            <p:nvPr/>
          </p:nvSpPr>
          <p:spPr bwMode="auto">
            <a:xfrm>
              <a:off x="1331210" y="1500717"/>
              <a:ext cx="471377" cy="275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Tx/>
                <a:buNone/>
              </a:pPr>
              <a:r>
                <a:rPr lang="en-US" altLang="en-US" sz="1200"/>
                <a:t>1</a:t>
              </a:r>
            </a:p>
          </p:txBody>
        </p:sp>
        <p:cxnSp>
          <p:nvCxnSpPr>
            <p:cNvPr id="13" name="AutoShape 11">
              <a:extLst>
                <a:ext uri="{FF2B5EF4-FFF2-40B4-BE49-F238E27FC236}">
                  <a16:creationId xmlns:a16="http://schemas.microsoft.com/office/drawing/2014/main" id="{AD76CAD3-138D-405A-9D8E-182412BEFF30}"/>
                </a:ext>
              </a:extLst>
            </p:cNvPr>
            <p:cNvCxnSpPr>
              <a:cxnSpLocks noChangeShapeType="1"/>
              <a:stCxn id="8" idx="6"/>
              <a:endCxn id="9" idx="2"/>
            </p:cNvCxnSpPr>
            <p:nvPr/>
          </p:nvCxnSpPr>
          <p:spPr bwMode="auto">
            <a:xfrm flipV="1">
              <a:off x="1533229" y="2536561"/>
              <a:ext cx="942753" cy="10583"/>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4" name="AutoShape 12">
              <a:extLst>
                <a:ext uri="{FF2B5EF4-FFF2-40B4-BE49-F238E27FC236}">
                  <a16:creationId xmlns:a16="http://schemas.microsoft.com/office/drawing/2014/main" id="{0AFCB752-DCAF-4DA4-B86C-182823FFBBB2}"/>
                </a:ext>
              </a:extLst>
            </p:cNvPr>
            <p:cNvCxnSpPr>
              <a:cxnSpLocks noChangeShapeType="1"/>
              <a:stCxn id="9" idx="1"/>
              <a:endCxn id="6" idx="5"/>
            </p:cNvCxnSpPr>
            <p:nvPr/>
          </p:nvCxnSpPr>
          <p:spPr bwMode="auto">
            <a:xfrm rot="5400000" flipH="1">
              <a:off x="1925778" y="1695567"/>
              <a:ext cx="965729" cy="311445"/>
            </a:xfrm>
            <a:prstGeom prst="bentConnector3">
              <a:avLst>
                <a:gd name="adj1" fmla="val 50824"/>
              </a:avLst>
            </a:prstGeom>
            <a:noFill/>
            <a:ln w="28575">
              <a:solidFill>
                <a:schemeClr val="tx1"/>
              </a:solidFill>
              <a:miter lim="800000"/>
              <a:headEnd type="triangle" w="lg" len="med"/>
              <a:tailEnd type="none" w="lg" len="med"/>
            </a:ln>
            <a:extLst>
              <a:ext uri="{909E8E84-426E-40DD-AFC4-6F175D3DCCD1}">
                <a14:hiddenFill xmlns:a14="http://schemas.microsoft.com/office/drawing/2010/main">
                  <a:noFill/>
                </a14:hiddenFill>
              </a:ext>
            </a:extLst>
          </p:spPr>
        </p:cxnSp>
        <p:cxnSp>
          <p:nvCxnSpPr>
            <p:cNvPr id="15" name="AutoShape 13">
              <a:extLst>
                <a:ext uri="{FF2B5EF4-FFF2-40B4-BE49-F238E27FC236}">
                  <a16:creationId xmlns:a16="http://schemas.microsoft.com/office/drawing/2014/main" id="{7F1F6DDE-4206-4B98-BC89-1EA75EC15C2B}"/>
                </a:ext>
              </a:extLst>
            </p:cNvPr>
            <p:cNvCxnSpPr>
              <a:cxnSpLocks noChangeShapeType="1"/>
              <a:stCxn id="9" idx="0"/>
              <a:endCxn id="6" idx="6"/>
            </p:cNvCxnSpPr>
            <p:nvPr/>
          </p:nvCxnSpPr>
          <p:spPr bwMode="auto">
            <a:xfrm rot="5400000" flipH="1">
              <a:off x="2018241" y="1490041"/>
              <a:ext cx="1100667" cy="420872"/>
            </a:xfrm>
            <a:prstGeom prst="bentConnector2">
              <a:avLst/>
            </a:prstGeom>
            <a:noFill/>
            <a:ln w="28575">
              <a:solidFill>
                <a:schemeClr val="tx1"/>
              </a:solidFill>
              <a:miter lim="800000"/>
              <a:headEnd/>
              <a:tailEnd type="triangle" w="lg" len="med"/>
            </a:ln>
            <a:extLst>
              <a:ext uri="{909E8E84-426E-40DD-AFC4-6F175D3DCCD1}">
                <a14:hiddenFill xmlns:a14="http://schemas.microsoft.com/office/drawing/2010/main">
                  <a:noFill/>
                </a14:hiddenFill>
              </a:ext>
            </a:extLst>
          </p:spPr>
        </p:cxnSp>
        <p:cxnSp>
          <p:nvCxnSpPr>
            <p:cNvPr id="16" name="AutoShape 14">
              <a:extLst>
                <a:ext uri="{FF2B5EF4-FFF2-40B4-BE49-F238E27FC236}">
                  <a16:creationId xmlns:a16="http://schemas.microsoft.com/office/drawing/2014/main" id="{00689BFB-74D2-45D8-9933-F3CD322C076B}"/>
                </a:ext>
              </a:extLst>
            </p:cNvPr>
            <p:cNvCxnSpPr>
              <a:cxnSpLocks noChangeShapeType="1"/>
              <a:stCxn id="8" idx="2"/>
              <a:endCxn id="8" idx="1"/>
            </p:cNvCxnSpPr>
            <p:nvPr/>
          </p:nvCxnSpPr>
          <p:spPr bwMode="auto">
            <a:xfrm rot="10800000" flipH="1">
              <a:off x="927173" y="2344738"/>
              <a:ext cx="88383" cy="202406"/>
            </a:xfrm>
            <a:prstGeom prst="curvedConnector4">
              <a:avLst>
                <a:gd name="adj1" fmla="val -507940"/>
                <a:gd name="adj2" fmla="val 262088"/>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17" name="Text Box 15">
              <a:extLst>
                <a:ext uri="{FF2B5EF4-FFF2-40B4-BE49-F238E27FC236}">
                  <a16:creationId xmlns:a16="http://schemas.microsoft.com/office/drawing/2014/main" id="{4994012E-11A8-4618-93EF-A420075E26AE}"/>
                </a:ext>
              </a:extLst>
            </p:cNvPr>
            <p:cNvSpPr txBox="1">
              <a:spLocks noChangeArrowheads="1"/>
            </p:cNvSpPr>
            <p:nvPr/>
          </p:nvSpPr>
          <p:spPr bwMode="auto">
            <a:xfrm>
              <a:off x="1735247" y="2528623"/>
              <a:ext cx="472780"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Tx/>
                <a:buNone/>
              </a:pPr>
              <a:r>
                <a:rPr lang="en-US" altLang="en-US" sz="1200"/>
                <a:t>0,1</a:t>
              </a:r>
            </a:p>
          </p:txBody>
        </p:sp>
        <p:sp>
          <p:nvSpPr>
            <p:cNvPr id="18" name="Text Box 16">
              <a:extLst>
                <a:ext uri="{FF2B5EF4-FFF2-40B4-BE49-F238E27FC236}">
                  <a16:creationId xmlns:a16="http://schemas.microsoft.com/office/drawing/2014/main" id="{2123D9DF-1128-426E-B505-B02CF5A14F62}"/>
                </a:ext>
              </a:extLst>
            </p:cNvPr>
            <p:cNvSpPr txBox="1">
              <a:spLocks noChangeArrowheads="1"/>
            </p:cNvSpPr>
            <p:nvPr/>
          </p:nvSpPr>
          <p:spPr bwMode="auto">
            <a:xfrm>
              <a:off x="2474579" y="1118394"/>
              <a:ext cx="472780" cy="275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Tx/>
                <a:buNone/>
              </a:pPr>
              <a:r>
                <a:rPr lang="en-US" altLang="en-US" sz="1200"/>
                <a:t>0</a:t>
              </a:r>
            </a:p>
          </p:txBody>
        </p:sp>
        <p:sp>
          <p:nvSpPr>
            <p:cNvPr id="19" name="Text Box 17">
              <a:extLst>
                <a:ext uri="{FF2B5EF4-FFF2-40B4-BE49-F238E27FC236}">
                  <a16:creationId xmlns:a16="http://schemas.microsoft.com/office/drawing/2014/main" id="{2F24B319-01A6-48AC-84D5-6C661D5D51CC}"/>
                </a:ext>
              </a:extLst>
            </p:cNvPr>
            <p:cNvSpPr txBox="1">
              <a:spLocks noChangeArrowheads="1"/>
            </p:cNvSpPr>
            <p:nvPr/>
          </p:nvSpPr>
          <p:spPr bwMode="auto">
            <a:xfrm>
              <a:off x="2227535" y="1576123"/>
              <a:ext cx="471377"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Tx/>
                <a:buNone/>
              </a:pPr>
              <a:r>
                <a:rPr lang="el-GR" altLang="en-US" sz="1200" i="1"/>
                <a:t>ε</a:t>
              </a:r>
              <a:endParaRPr lang="en-US" altLang="en-US" sz="1200"/>
            </a:p>
          </p:txBody>
        </p:sp>
      </p:grpSp>
      <p:sp>
        <p:nvSpPr>
          <p:cNvPr id="20" name="Rectangle 18">
            <a:extLst>
              <a:ext uri="{FF2B5EF4-FFF2-40B4-BE49-F238E27FC236}">
                <a16:creationId xmlns:a16="http://schemas.microsoft.com/office/drawing/2014/main" id="{8A04E278-27AE-403A-85E2-1F7A23966870}"/>
              </a:ext>
            </a:extLst>
          </p:cNvPr>
          <p:cNvSpPr>
            <a:spLocks noChangeArrowheads="1"/>
          </p:cNvSpPr>
          <p:nvPr/>
        </p:nvSpPr>
        <p:spPr bwMode="auto">
          <a:xfrm>
            <a:off x="0" y="3122876"/>
            <a:ext cx="5105400" cy="3297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19063" indent="-119063" eaLnBrk="0" hangingPunct="0">
              <a:defRPr sz="3000">
                <a:solidFill>
                  <a:schemeClr val="tx1"/>
                </a:solidFill>
                <a:latin typeface="Arial" panose="020B0604020202020204" pitchFamily="34" charset="0"/>
                <a:sym typeface="Symbol" panose="05050102010706020507" pitchFamily="18" charset="2"/>
              </a:defRPr>
            </a:lvl1pPr>
            <a:lvl2pPr marL="233363"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marL="0" indent="0" algn="l" eaLnBrk="1" hangingPunct="1">
              <a:lnSpc>
                <a:spcPct val="110000"/>
              </a:lnSpc>
            </a:pPr>
            <a:r>
              <a:rPr lang="en-US" altLang="en-US" sz="1800" dirty="0"/>
              <a:t>Let, the above NFA </a:t>
            </a:r>
            <a:r>
              <a:rPr lang="en-US" altLang="en-US" sz="1800" i="1" dirty="0"/>
              <a:t>N</a:t>
            </a:r>
            <a:r>
              <a:rPr lang="en-US" altLang="en-US" sz="1800" baseline="-25000" dirty="0"/>
              <a:t>2</a:t>
            </a:r>
            <a:r>
              <a:rPr lang="en-US" altLang="en-US" sz="1800" dirty="0"/>
              <a:t>=(</a:t>
            </a:r>
            <a:r>
              <a:rPr lang="en-US" altLang="en-US" sz="1800" i="1" dirty="0"/>
              <a:t>Q</a:t>
            </a:r>
            <a:r>
              <a:rPr lang="en-US" altLang="en-US" sz="1800" baseline="-25000" dirty="0"/>
              <a:t>2</a:t>
            </a:r>
            <a:r>
              <a:rPr lang="en-US" altLang="en-US" sz="1800" dirty="0"/>
              <a:t>, </a:t>
            </a:r>
            <a:r>
              <a:rPr lang="el-GR" altLang="en-US" sz="1800" dirty="0">
                <a:cs typeface="Arial" panose="020B0604020202020204" pitchFamily="34" charset="0"/>
              </a:rPr>
              <a:t>Σ</a:t>
            </a:r>
            <a:r>
              <a:rPr lang="en-US" altLang="en-US" sz="1800" dirty="0">
                <a:cs typeface="Arial" panose="020B0604020202020204" pitchFamily="34" charset="0"/>
              </a:rPr>
              <a:t>, </a:t>
            </a:r>
            <a:r>
              <a:rPr lang="el-GR" altLang="en-US" sz="1800" i="1" dirty="0">
                <a:cs typeface="Arial" panose="020B0604020202020204" pitchFamily="34" charset="0"/>
              </a:rPr>
              <a:t></a:t>
            </a:r>
            <a:r>
              <a:rPr lang="en-US" altLang="en-US" sz="1800" baseline="-25000" dirty="0"/>
              <a:t>2</a:t>
            </a:r>
            <a:r>
              <a:rPr lang="en-US" altLang="en-US" sz="1800" dirty="0">
                <a:cs typeface="Arial" panose="020B0604020202020204" pitchFamily="34" charset="0"/>
              </a:rPr>
              <a:t>, </a:t>
            </a:r>
            <a:r>
              <a:rPr lang="en-US" altLang="en-US" sz="1800" i="1" dirty="0">
                <a:cs typeface="Arial" panose="020B0604020202020204" pitchFamily="34" charset="0"/>
              </a:rPr>
              <a:t>b</a:t>
            </a:r>
            <a:r>
              <a:rPr lang="en-US" altLang="en-US" sz="1800" baseline="-25000" dirty="0">
                <a:cs typeface="Arial" panose="020B0604020202020204" pitchFamily="34" charset="0"/>
              </a:rPr>
              <a:t>1</a:t>
            </a:r>
            <a:r>
              <a:rPr lang="en-US" altLang="en-US" sz="1800" dirty="0">
                <a:cs typeface="Arial" panose="020B0604020202020204" pitchFamily="34" charset="0"/>
              </a:rPr>
              <a:t>, </a:t>
            </a:r>
            <a:r>
              <a:rPr lang="en-US" altLang="en-US" sz="1800" i="1" dirty="0">
                <a:cs typeface="Arial" panose="020B0604020202020204" pitchFamily="34" charset="0"/>
              </a:rPr>
              <a:t>F</a:t>
            </a:r>
            <a:r>
              <a:rPr lang="en-US" altLang="en-US" sz="1800" baseline="-25000" dirty="0"/>
              <a:t>2</a:t>
            </a:r>
            <a:r>
              <a:rPr lang="en-US" altLang="en-US" sz="1800" dirty="0"/>
              <a:t>). </a:t>
            </a:r>
          </a:p>
          <a:p>
            <a:pPr lvl="1" algn="l" eaLnBrk="1" hangingPunct="1">
              <a:spcBef>
                <a:spcPts val="600"/>
              </a:spcBef>
              <a:buFont typeface="Wingdings" panose="05000000000000000000" pitchFamily="2" charset="2"/>
              <a:buNone/>
            </a:pPr>
            <a:r>
              <a:rPr lang="en-US" altLang="en-US" sz="1800" b="1" i="1" dirty="0"/>
              <a:t>Q</a:t>
            </a:r>
            <a:r>
              <a:rPr lang="en-US" altLang="en-US" sz="1800" b="1" baseline="-25000" dirty="0"/>
              <a:t>2 </a:t>
            </a:r>
            <a:r>
              <a:rPr lang="en-US" altLang="en-US" sz="1800" dirty="0"/>
              <a:t>= {</a:t>
            </a:r>
            <a:r>
              <a:rPr lang="en-US" altLang="en-US" sz="1800" i="1" dirty="0"/>
              <a:t>b</a:t>
            </a:r>
            <a:r>
              <a:rPr lang="en-US" altLang="en-US" sz="1800" baseline="-25000" dirty="0"/>
              <a:t>1</a:t>
            </a:r>
            <a:r>
              <a:rPr lang="en-US" altLang="en-US" sz="1800" dirty="0"/>
              <a:t>,</a:t>
            </a:r>
            <a:r>
              <a:rPr lang="en-US" altLang="en-US" sz="1800" i="1" dirty="0"/>
              <a:t>b</a:t>
            </a:r>
            <a:r>
              <a:rPr lang="en-US" altLang="en-US" sz="1800" baseline="-25000" dirty="0"/>
              <a:t>2</a:t>
            </a:r>
            <a:r>
              <a:rPr lang="en-US" altLang="en-US" sz="1800" dirty="0"/>
              <a:t>,</a:t>
            </a:r>
            <a:r>
              <a:rPr lang="en-US" altLang="en-US" sz="1800" i="1" dirty="0"/>
              <a:t>b</a:t>
            </a:r>
            <a:r>
              <a:rPr lang="en-US" altLang="en-US" sz="1800" baseline="-25000" dirty="0"/>
              <a:t>3</a:t>
            </a:r>
            <a:r>
              <a:rPr lang="en-US" altLang="en-US" sz="1800" dirty="0"/>
              <a:t>}; </a:t>
            </a:r>
            <a:r>
              <a:rPr lang="el-GR" altLang="en-US" sz="1800" b="1" dirty="0">
                <a:cs typeface="Arial" panose="020B0604020202020204" pitchFamily="34" charset="0"/>
              </a:rPr>
              <a:t>Σ</a:t>
            </a:r>
            <a:r>
              <a:rPr lang="en-US" altLang="en-US" sz="1800" dirty="0">
                <a:cs typeface="Arial" panose="020B0604020202020204" pitchFamily="34" charset="0"/>
              </a:rPr>
              <a:t> = {0,1}; </a:t>
            </a:r>
          </a:p>
          <a:p>
            <a:pPr lvl="1" algn="l" eaLnBrk="1" hangingPunct="1">
              <a:spcBef>
                <a:spcPts val="600"/>
              </a:spcBef>
              <a:buFont typeface="Wingdings" panose="05000000000000000000" pitchFamily="2" charset="2"/>
              <a:buNone/>
            </a:pPr>
            <a:r>
              <a:rPr lang="en-US" altLang="en-US" sz="1800" b="1" i="1" dirty="0">
                <a:cs typeface="Arial" panose="020B0604020202020204" pitchFamily="34" charset="0"/>
              </a:rPr>
              <a:t>b</a:t>
            </a:r>
            <a:r>
              <a:rPr lang="en-US" altLang="en-US" sz="1800" b="1" baseline="-25000" dirty="0">
                <a:cs typeface="Arial" panose="020B0604020202020204" pitchFamily="34" charset="0"/>
              </a:rPr>
              <a:t>1 </a:t>
            </a:r>
            <a:r>
              <a:rPr lang="en-US" altLang="en-US" sz="1800" dirty="0">
                <a:cs typeface="Arial" panose="020B0604020202020204" pitchFamily="34" charset="0"/>
              </a:rPr>
              <a:t>= start state; </a:t>
            </a:r>
            <a:r>
              <a:rPr lang="en-US" altLang="en-US" sz="1800" b="1" i="1" dirty="0">
                <a:cs typeface="Arial" panose="020B0604020202020204" pitchFamily="34" charset="0"/>
              </a:rPr>
              <a:t>F</a:t>
            </a:r>
            <a:r>
              <a:rPr lang="en-US" altLang="en-US" sz="1800" b="1" baseline="-25000" dirty="0"/>
              <a:t>2 </a:t>
            </a:r>
            <a:r>
              <a:rPr lang="en-US" altLang="en-US" sz="1800" dirty="0">
                <a:cs typeface="Arial" panose="020B0604020202020204" pitchFamily="34" charset="0"/>
              </a:rPr>
              <a:t>= {</a:t>
            </a:r>
            <a:r>
              <a:rPr lang="en-US" altLang="en-US" sz="1800" i="1" dirty="0">
                <a:cs typeface="Arial" panose="020B0604020202020204" pitchFamily="34" charset="0"/>
              </a:rPr>
              <a:t>b</a:t>
            </a:r>
            <a:r>
              <a:rPr lang="en-US" altLang="en-US" sz="1800" baseline="-25000" dirty="0">
                <a:cs typeface="Arial" panose="020B0604020202020204" pitchFamily="34" charset="0"/>
              </a:rPr>
              <a:t>1</a:t>
            </a:r>
            <a:r>
              <a:rPr lang="en-US" altLang="en-US" sz="1800" dirty="0">
                <a:cs typeface="Arial" panose="020B0604020202020204" pitchFamily="34" charset="0"/>
              </a:rPr>
              <a:t>}.</a:t>
            </a:r>
            <a:br>
              <a:rPr lang="en-US" altLang="en-US" sz="1800" dirty="0">
                <a:cs typeface="Arial" panose="020B0604020202020204" pitchFamily="34" charset="0"/>
              </a:rPr>
            </a:br>
            <a:r>
              <a:rPr lang="el-GR" altLang="en-US" sz="1800" b="1" i="1" dirty="0">
                <a:cs typeface="Arial" panose="020B0604020202020204" pitchFamily="34" charset="0"/>
              </a:rPr>
              <a:t></a:t>
            </a:r>
            <a:r>
              <a:rPr lang="en-US" altLang="en-US" sz="1800" b="1" baseline="-25000" dirty="0"/>
              <a:t>2</a:t>
            </a:r>
            <a:r>
              <a:rPr lang="en-US" altLang="en-US" sz="1800" i="1" dirty="0">
                <a:cs typeface="Arial" panose="020B0604020202020204" pitchFamily="34" charset="0"/>
              </a:rPr>
              <a:t> </a:t>
            </a:r>
            <a:r>
              <a:rPr lang="en-US" altLang="en-US" sz="1800" dirty="0">
                <a:cs typeface="Arial" panose="020B0604020202020204" pitchFamily="34" charset="0"/>
              </a:rPr>
              <a:t>is given as – </a:t>
            </a:r>
          </a:p>
          <a:p>
            <a:pPr lvl="1" algn="l" eaLnBrk="1" hangingPunct="1">
              <a:spcBef>
                <a:spcPts val="600"/>
              </a:spcBef>
              <a:buFont typeface="Wingdings" panose="05000000000000000000" pitchFamily="2" charset="2"/>
              <a:buNone/>
            </a:pPr>
            <a:br>
              <a:rPr lang="en-US" altLang="en-US" sz="1800" dirty="0">
                <a:cs typeface="Arial" panose="020B0604020202020204" pitchFamily="34" charset="0"/>
              </a:rPr>
            </a:br>
            <a:r>
              <a:rPr lang="en-US" altLang="en-US" sz="1800" u="sng" dirty="0">
                <a:cs typeface="Arial" panose="020B0604020202020204" pitchFamily="34" charset="0"/>
              </a:rPr>
              <a:t>	</a:t>
            </a:r>
            <a:r>
              <a:rPr lang="en-US" altLang="en-US" sz="1800" dirty="0">
                <a:cs typeface="Arial" panose="020B0604020202020204" pitchFamily="34" charset="0"/>
              </a:rPr>
              <a:t></a:t>
            </a:r>
            <a:r>
              <a:rPr lang="en-US" altLang="en-US" sz="1800" u="sng" dirty="0">
                <a:cs typeface="Arial" panose="020B0604020202020204" pitchFamily="34" charset="0"/>
              </a:rPr>
              <a:t> 0	   1 	 </a:t>
            </a:r>
            <a:r>
              <a:rPr lang="el-GR" altLang="en-US" sz="1800" i="1" u="sng" dirty="0">
                <a:cs typeface="Arial" panose="020B0604020202020204" pitchFamily="34" charset="0"/>
              </a:rPr>
              <a:t></a:t>
            </a:r>
            <a:r>
              <a:rPr lang="en-US" altLang="en-US" sz="1800" i="1" u="sng" dirty="0">
                <a:cs typeface="Arial" panose="020B0604020202020204" pitchFamily="34" charset="0"/>
              </a:rPr>
              <a:t>   </a:t>
            </a:r>
            <a:r>
              <a:rPr lang="en-US" altLang="en-US" sz="1800" i="1" u="sng" dirty="0">
                <a:solidFill>
                  <a:schemeClr val="bg1"/>
                </a:solidFill>
                <a:cs typeface="Arial" panose="020B0604020202020204" pitchFamily="34" charset="0"/>
              </a:rPr>
              <a:t>.</a:t>
            </a:r>
          </a:p>
          <a:p>
            <a:pPr lvl="1" algn="l" eaLnBrk="1" hangingPunct="1">
              <a:spcBef>
                <a:spcPts val="600"/>
              </a:spcBef>
              <a:buFont typeface="Wingdings" panose="05000000000000000000" pitchFamily="2" charset="2"/>
              <a:buNone/>
            </a:pPr>
            <a:r>
              <a:rPr lang="en-US" altLang="en-US" sz="1800" i="1" dirty="0">
                <a:cs typeface="Arial" panose="020B0604020202020204" pitchFamily="34" charset="0"/>
              </a:rPr>
              <a:t>b</a:t>
            </a:r>
            <a:r>
              <a:rPr lang="en-US" altLang="en-US" sz="1800" baseline="-25000" dirty="0">
                <a:cs typeface="Arial" panose="020B0604020202020204" pitchFamily="34" charset="0"/>
              </a:rPr>
              <a:t>1</a:t>
            </a:r>
            <a:r>
              <a:rPr lang="en-US" altLang="en-US" sz="1800" dirty="0">
                <a:cs typeface="Arial" panose="020B0604020202020204" pitchFamily="34" charset="0"/>
              </a:rPr>
              <a:t>	</a:t>
            </a:r>
            <a:r>
              <a:rPr lang="en-US" altLang="en-US" sz="1800" i="1" dirty="0">
                <a:cs typeface="Arial" panose="020B0604020202020204" pitchFamily="34" charset="0"/>
              </a:rPr>
              <a:t></a:t>
            </a:r>
            <a:r>
              <a:rPr lang="en-US" altLang="en-US" sz="1800" dirty="0">
                <a:cs typeface="Arial" panose="020B0604020202020204" pitchFamily="34" charset="0"/>
              </a:rPr>
              <a:t>	  {</a:t>
            </a:r>
            <a:r>
              <a:rPr lang="en-US" altLang="en-US" sz="1800" i="1" dirty="0">
                <a:cs typeface="Arial" panose="020B0604020202020204" pitchFamily="34" charset="0"/>
              </a:rPr>
              <a:t>b</a:t>
            </a:r>
            <a:r>
              <a:rPr lang="en-US" altLang="en-US" sz="1800" baseline="-25000" dirty="0">
                <a:cs typeface="Arial" panose="020B0604020202020204" pitchFamily="34" charset="0"/>
              </a:rPr>
              <a:t>2</a:t>
            </a:r>
            <a:r>
              <a:rPr lang="en-US" altLang="en-US" sz="1800" dirty="0">
                <a:cs typeface="Arial" panose="020B0604020202020204" pitchFamily="34" charset="0"/>
              </a:rPr>
              <a:t>}	{</a:t>
            </a:r>
            <a:r>
              <a:rPr lang="en-US" altLang="en-US" sz="1800" i="1" dirty="0">
                <a:cs typeface="Arial" panose="020B0604020202020204" pitchFamily="34" charset="0"/>
              </a:rPr>
              <a:t>b</a:t>
            </a:r>
            <a:r>
              <a:rPr lang="en-US" altLang="en-US" sz="1800" baseline="-25000" dirty="0">
                <a:cs typeface="Arial" panose="020B0604020202020204" pitchFamily="34" charset="0"/>
              </a:rPr>
              <a:t>3</a:t>
            </a:r>
            <a:r>
              <a:rPr lang="en-US" altLang="en-US" sz="1800" dirty="0">
                <a:cs typeface="Arial" panose="020B0604020202020204" pitchFamily="34" charset="0"/>
              </a:rPr>
              <a:t>}</a:t>
            </a:r>
          </a:p>
          <a:p>
            <a:pPr lvl="1" algn="l" eaLnBrk="1" hangingPunct="1">
              <a:spcBef>
                <a:spcPts val="600"/>
              </a:spcBef>
              <a:buFont typeface="Wingdings" panose="05000000000000000000" pitchFamily="2" charset="2"/>
              <a:buNone/>
            </a:pPr>
            <a:r>
              <a:rPr lang="en-US" altLang="en-US" sz="1800" i="1" dirty="0">
                <a:cs typeface="Arial" panose="020B0604020202020204" pitchFamily="34" charset="0"/>
              </a:rPr>
              <a:t>b</a:t>
            </a:r>
            <a:r>
              <a:rPr lang="en-US" altLang="en-US" sz="1800" baseline="-25000" dirty="0">
                <a:cs typeface="Arial" panose="020B0604020202020204" pitchFamily="34" charset="0"/>
              </a:rPr>
              <a:t>2</a:t>
            </a:r>
            <a:r>
              <a:rPr lang="en-US" altLang="en-US" sz="1800" dirty="0">
                <a:cs typeface="Arial" panose="020B0604020202020204" pitchFamily="34" charset="0"/>
              </a:rPr>
              <a:t>	 {</a:t>
            </a:r>
            <a:r>
              <a:rPr lang="en-US" altLang="en-US" sz="1800" i="1" dirty="0">
                <a:cs typeface="Arial" panose="020B0604020202020204" pitchFamily="34" charset="0"/>
              </a:rPr>
              <a:t>b</a:t>
            </a:r>
            <a:r>
              <a:rPr lang="en-US" altLang="en-US" sz="1800" baseline="-25000" dirty="0">
                <a:cs typeface="Arial" panose="020B0604020202020204" pitchFamily="34" charset="0"/>
              </a:rPr>
              <a:t>2</a:t>
            </a:r>
            <a:r>
              <a:rPr lang="en-US" altLang="en-US" sz="1800" i="1" dirty="0">
                <a:cs typeface="Arial" panose="020B0604020202020204" pitchFamily="34" charset="0"/>
              </a:rPr>
              <a:t>, b</a:t>
            </a:r>
            <a:r>
              <a:rPr lang="en-US" altLang="en-US" sz="1800" baseline="-25000" dirty="0">
                <a:cs typeface="Arial" panose="020B0604020202020204" pitchFamily="34" charset="0"/>
              </a:rPr>
              <a:t>3</a:t>
            </a:r>
            <a:r>
              <a:rPr lang="en-US" altLang="en-US" sz="1800" dirty="0">
                <a:cs typeface="Arial" panose="020B0604020202020204" pitchFamily="34" charset="0"/>
              </a:rPr>
              <a:t>}	  {</a:t>
            </a:r>
            <a:r>
              <a:rPr lang="en-US" altLang="en-US" sz="1800" i="1" dirty="0">
                <a:cs typeface="Arial" panose="020B0604020202020204" pitchFamily="34" charset="0"/>
              </a:rPr>
              <a:t>b</a:t>
            </a:r>
            <a:r>
              <a:rPr lang="en-US" altLang="en-US" sz="1800" baseline="-25000" dirty="0">
                <a:cs typeface="Arial" panose="020B0604020202020204" pitchFamily="34" charset="0"/>
              </a:rPr>
              <a:t>3</a:t>
            </a:r>
            <a:r>
              <a:rPr lang="en-US" altLang="en-US" sz="1800" dirty="0">
                <a:cs typeface="Arial" panose="020B0604020202020204" pitchFamily="34" charset="0"/>
              </a:rPr>
              <a:t>}	 </a:t>
            </a:r>
            <a:r>
              <a:rPr lang="en-US" altLang="en-US" sz="1800" i="1" dirty="0">
                <a:cs typeface="Arial" panose="020B0604020202020204" pitchFamily="34" charset="0"/>
              </a:rPr>
              <a:t></a:t>
            </a:r>
            <a:r>
              <a:rPr lang="en-US" altLang="en-US" sz="1800" dirty="0">
                <a:cs typeface="Arial" panose="020B0604020202020204" pitchFamily="34" charset="0"/>
              </a:rPr>
              <a:t> </a:t>
            </a:r>
          </a:p>
          <a:p>
            <a:pPr lvl="1" algn="l" eaLnBrk="1" hangingPunct="1">
              <a:spcBef>
                <a:spcPts val="600"/>
              </a:spcBef>
              <a:buFont typeface="Wingdings" panose="05000000000000000000" pitchFamily="2" charset="2"/>
              <a:buNone/>
            </a:pPr>
            <a:r>
              <a:rPr lang="en-US" altLang="en-US" sz="1800" i="1" dirty="0">
                <a:cs typeface="Arial" panose="020B0604020202020204" pitchFamily="34" charset="0"/>
              </a:rPr>
              <a:t>b</a:t>
            </a:r>
            <a:r>
              <a:rPr lang="en-US" altLang="en-US" sz="1800" baseline="-25000" dirty="0">
                <a:cs typeface="Arial" panose="020B0604020202020204" pitchFamily="34" charset="0"/>
              </a:rPr>
              <a:t>3</a:t>
            </a:r>
            <a:r>
              <a:rPr lang="en-US" altLang="en-US" sz="1800" dirty="0">
                <a:cs typeface="Arial" panose="020B0604020202020204" pitchFamily="34" charset="0"/>
              </a:rPr>
              <a:t>	 {</a:t>
            </a:r>
            <a:r>
              <a:rPr lang="en-US" altLang="en-US" sz="1800" i="1" dirty="0">
                <a:cs typeface="Arial" panose="020B0604020202020204" pitchFamily="34" charset="0"/>
              </a:rPr>
              <a:t>b</a:t>
            </a:r>
            <a:r>
              <a:rPr lang="en-US" altLang="en-US" sz="1800" baseline="-25000" dirty="0">
                <a:cs typeface="Arial" panose="020B0604020202020204" pitchFamily="34" charset="0"/>
              </a:rPr>
              <a:t>1</a:t>
            </a:r>
            <a:r>
              <a:rPr lang="en-US" altLang="en-US" sz="1800" dirty="0">
                <a:cs typeface="Arial" panose="020B0604020202020204" pitchFamily="34" charset="0"/>
              </a:rPr>
              <a:t>}	   </a:t>
            </a:r>
            <a:r>
              <a:rPr lang="en-US" altLang="en-US" sz="1800" i="1" dirty="0">
                <a:cs typeface="Arial" panose="020B0604020202020204" pitchFamily="34" charset="0"/>
              </a:rPr>
              <a:t></a:t>
            </a:r>
            <a:r>
              <a:rPr lang="en-US" altLang="en-US" sz="1800" dirty="0">
                <a:cs typeface="Arial" panose="020B0604020202020204" pitchFamily="34" charset="0"/>
              </a:rPr>
              <a:t> 	 </a:t>
            </a:r>
            <a:r>
              <a:rPr lang="en-US" altLang="en-US" sz="1800" i="1" dirty="0">
                <a:cs typeface="Arial" panose="020B0604020202020204" pitchFamily="34" charset="0"/>
              </a:rPr>
              <a:t></a:t>
            </a:r>
          </a:p>
          <a:p>
            <a:pPr lvl="1" algn="l" eaLnBrk="1" hangingPunct="1">
              <a:spcBef>
                <a:spcPts val="600"/>
              </a:spcBef>
              <a:buFont typeface="Wingdings" panose="05000000000000000000" pitchFamily="2" charset="2"/>
              <a:buNone/>
            </a:pPr>
            <a:endParaRPr lang="en-US" altLang="en-US" sz="1800" i="1" dirty="0">
              <a:cs typeface="Arial" panose="020B0604020202020204" pitchFamily="34" charset="0"/>
            </a:endParaRPr>
          </a:p>
        </p:txBody>
      </p:sp>
      <p:sp>
        <p:nvSpPr>
          <p:cNvPr id="21" name="TextBox 20">
            <a:extLst>
              <a:ext uri="{FF2B5EF4-FFF2-40B4-BE49-F238E27FC236}">
                <a16:creationId xmlns:a16="http://schemas.microsoft.com/office/drawing/2014/main" id="{A093BCA4-CEF4-4459-AA31-F67047BC3B8F}"/>
              </a:ext>
            </a:extLst>
          </p:cNvPr>
          <p:cNvSpPr txBox="1"/>
          <p:nvPr/>
        </p:nvSpPr>
        <p:spPr>
          <a:xfrm>
            <a:off x="6828984" y="1966814"/>
            <a:ext cx="1381515" cy="3093154"/>
          </a:xfrm>
          <a:prstGeom prst="rect">
            <a:avLst/>
          </a:prstGeom>
          <a:noFill/>
        </p:spPr>
        <p:txBody>
          <a:bodyPr wrap="square" rtlCol="0">
            <a:spAutoFit/>
          </a:bodyPr>
          <a:lstStyle/>
          <a:p>
            <a:pPr marL="854075" indent="-854075">
              <a:spcBef>
                <a:spcPts val="600"/>
              </a:spcBef>
              <a:buNone/>
            </a:pPr>
            <a:r>
              <a:rPr lang="en-US" altLang="en-US" sz="2000" i="1" dirty="0">
                <a:solidFill>
                  <a:schemeClr val="bg1">
                    <a:lumMod val="75000"/>
                  </a:schemeClr>
                </a:solidFill>
                <a:cs typeface="Arial" panose="020B0604020202020204" pitchFamily="34" charset="0"/>
                <a:sym typeface="Symbol" panose="05050102010706020507" pitchFamily="18" charset="2"/>
              </a:rPr>
              <a:t></a:t>
            </a:r>
            <a:r>
              <a:rPr lang="en-US" altLang="en-US" sz="2000" dirty="0">
                <a:cs typeface="Arial" panose="020B0604020202020204" pitchFamily="34" charset="0"/>
                <a:sym typeface="Symbol" panose="05050102010706020507" pitchFamily="18" charset="2"/>
              </a:rPr>
              <a:t>	</a:t>
            </a:r>
          </a:p>
          <a:p>
            <a:pPr marL="854075" indent="-854075">
              <a:spcBef>
                <a:spcPts val="600"/>
              </a:spcBef>
              <a:buNone/>
            </a:pPr>
            <a:r>
              <a:rPr lang="en-US" altLang="en-US" sz="2000" i="1" dirty="0">
                <a:solidFill>
                  <a:schemeClr val="bg1">
                    <a:lumMod val="75000"/>
                  </a:schemeClr>
                </a:solidFill>
                <a:cs typeface="Arial" panose="020B0604020202020204" pitchFamily="34" charset="0"/>
                <a:sym typeface="Symbol" panose="05050102010706020507" pitchFamily="18" charset="2"/>
              </a:rPr>
              <a:t> </a:t>
            </a:r>
          </a:p>
          <a:p>
            <a:pPr marL="854075" indent="-854075">
              <a:spcBef>
                <a:spcPts val="600"/>
              </a:spcBef>
              <a:buNone/>
            </a:pPr>
            <a:r>
              <a:rPr lang="en-US" altLang="en-US" sz="2000" dirty="0">
                <a:solidFill>
                  <a:schemeClr val="bg1">
                    <a:lumMod val="75000"/>
                  </a:schemeClr>
                </a:solidFill>
              </a:rPr>
              <a:t>{</a:t>
            </a:r>
            <a:r>
              <a:rPr lang="en-US" altLang="en-US" sz="2000" i="1" dirty="0">
                <a:solidFill>
                  <a:schemeClr val="bg1">
                    <a:lumMod val="75000"/>
                  </a:schemeClr>
                </a:solidFill>
              </a:rPr>
              <a:t>b</a:t>
            </a:r>
            <a:r>
              <a:rPr lang="en-US" altLang="en-US" sz="2000" baseline="-25000" dirty="0">
                <a:solidFill>
                  <a:schemeClr val="bg1">
                    <a:lumMod val="75000"/>
                  </a:schemeClr>
                </a:solidFill>
              </a:rPr>
              <a:t>2</a:t>
            </a:r>
            <a:r>
              <a:rPr lang="en-US" altLang="en-US" sz="2000" dirty="0">
                <a:solidFill>
                  <a:schemeClr val="bg1">
                    <a:lumMod val="75000"/>
                  </a:schemeClr>
                </a:solidFill>
              </a:rPr>
              <a:t>, </a:t>
            </a:r>
            <a:r>
              <a:rPr lang="en-US" altLang="en-US" sz="2000" i="1" dirty="0">
                <a:solidFill>
                  <a:schemeClr val="bg1">
                    <a:lumMod val="75000"/>
                  </a:schemeClr>
                </a:solidFill>
              </a:rPr>
              <a:t>b</a:t>
            </a:r>
            <a:r>
              <a:rPr lang="en-US" altLang="en-US" sz="2000" baseline="-25000" dirty="0">
                <a:solidFill>
                  <a:schemeClr val="bg1">
                    <a:lumMod val="75000"/>
                  </a:schemeClr>
                </a:solidFill>
              </a:rPr>
              <a:t>3</a:t>
            </a:r>
            <a:r>
              <a:rPr lang="en-US" altLang="en-US" sz="2000" dirty="0">
                <a:solidFill>
                  <a:schemeClr val="bg1">
                    <a:lumMod val="75000"/>
                  </a:schemeClr>
                </a:solidFill>
              </a:rPr>
              <a:t>} </a:t>
            </a:r>
          </a:p>
          <a:p>
            <a:pPr marL="854075" indent="-854075">
              <a:spcBef>
                <a:spcPts val="600"/>
              </a:spcBef>
              <a:buNone/>
            </a:pPr>
            <a:r>
              <a:rPr lang="en-US" altLang="en-US" sz="2000" dirty="0">
                <a:solidFill>
                  <a:schemeClr val="bg1">
                    <a:lumMod val="75000"/>
                  </a:schemeClr>
                </a:solidFill>
              </a:rPr>
              <a:t>{</a:t>
            </a:r>
            <a:r>
              <a:rPr lang="en-US" altLang="en-US" sz="2000" i="1" dirty="0">
                <a:solidFill>
                  <a:schemeClr val="bg1">
                    <a:lumMod val="75000"/>
                  </a:schemeClr>
                </a:solidFill>
              </a:rPr>
              <a:t>b</a:t>
            </a:r>
            <a:r>
              <a:rPr lang="en-US" altLang="en-US" sz="2000" baseline="-25000" dirty="0">
                <a:solidFill>
                  <a:schemeClr val="bg1">
                    <a:lumMod val="75000"/>
                  </a:schemeClr>
                </a:solidFill>
              </a:rPr>
              <a:t>1</a:t>
            </a:r>
            <a:r>
              <a:rPr lang="en-US" altLang="en-US" sz="2000" dirty="0">
                <a:solidFill>
                  <a:schemeClr val="bg1">
                    <a:lumMod val="75000"/>
                  </a:schemeClr>
                </a:solidFill>
              </a:rPr>
              <a:t>, </a:t>
            </a:r>
            <a:r>
              <a:rPr lang="en-US" altLang="en-US" sz="2000" i="1" dirty="0">
                <a:solidFill>
                  <a:schemeClr val="bg1">
                    <a:lumMod val="75000"/>
                  </a:schemeClr>
                </a:solidFill>
              </a:rPr>
              <a:t>b</a:t>
            </a:r>
            <a:r>
              <a:rPr lang="en-US" altLang="en-US" sz="2000" baseline="-25000" dirty="0">
                <a:solidFill>
                  <a:schemeClr val="bg1">
                    <a:lumMod val="75000"/>
                  </a:schemeClr>
                </a:solidFill>
              </a:rPr>
              <a:t>3</a:t>
            </a:r>
            <a:r>
              <a:rPr lang="en-US" altLang="en-US" sz="2000" dirty="0">
                <a:solidFill>
                  <a:schemeClr val="bg1">
                    <a:lumMod val="75000"/>
                  </a:schemeClr>
                </a:solidFill>
              </a:rPr>
              <a:t>}</a:t>
            </a:r>
            <a:endParaRPr lang="en-US" altLang="en-US" sz="2000" dirty="0"/>
          </a:p>
          <a:p>
            <a:pPr marL="854075" indent="-854075">
              <a:spcBef>
                <a:spcPts val="600"/>
              </a:spcBef>
              <a:buNone/>
            </a:pPr>
            <a:r>
              <a:rPr lang="en-US" altLang="en-US" sz="2000" dirty="0">
                <a:solidFill>
                  <a:schemeClr val="bg1">
                    <a:lumMod val="75000"/>
                  </a:schemeClr>
                </a:solidFill>
              </a:rPr>
              <a:t>{</a:t>
            </a:r>
            <a:r>
              <a:rPr lang="en-US" altLang="en-US" sz="2000" i="1" dirty="0">
                <a:solidFill>
                  <a:schemeClr val="bg1">
                    <a:lumMod val="75000"/>
                  </a:schemeClr>
                </a:solidFill>
              </a:rPr>
              <a:t>b</a:t>
            </a:r>
            <a:r>
              <a:rPr lang="en-US" altLang="en-US" sz="2000" baseline="-25000" dirty="0">
                <a:solidFill>
                  <a:schemeClr val="bg1">
                    <a:lumMod val="75000"/>
                  </a:schemeClr>
                </a:solidFill>
              </a:rPr>
              <a:t>2</a:t>
            </a:r>
            <a:r>
              <a:rPr lang="en-US" altLang="en-US" sz="2000" dirty="0">
                <a:solidFill>
                  <a:schemeClr val="bg1">
                    <a:lumMod val="75000"/>
                  </a:schemeClr>
                </a:solidFill>
              </a:rPr>
              <a:t>, </a:t>
            </a:r>
            <a:r>
              <a:rPr lang="en-US" altLang="en-US" sz="2000" i="1" dirty="0">
                <a:solidFill>
                  <a:schemeClr val="bg1">
                    <a:lumMod val="75000"/>
                  </a:schemeClr>
                </a:solidFill>
              </a:rPr>
              <a:t>b</a:t>
            </a:r>
            <a:r>
              <a:rPr lang="en-US" altLang="en-US" sz="2000" baseline="-25000" dirty="0">
                <a:solidFill>
                  <a:schemeClr val="bg1">
                    <a:lumMod val="75000"/>
                  </a:schemeClr>
                </a:solidFill>
              </a:rPr>
              <a:t>3</a:t>
            </a:r>
            <a:r>
              <a:rPr lang="en-US" altLang="en-US" sz="2000" dirty="0">
                <a:solidFill>
                  <a:schemeClr val="bg1">
                    <a:lumMod val="75000"/>
                  </a:schemeClr>
                </a:solidFill>
              </a:rPr>
              <a:t>}</a:t>
            </a:r>
          </a:p>
          <a:p>
            <a:pPr marL="854075" indent="-854075">
              <a:spcBef>
                <a:spcPts val="600"/>
              </a:spcBef>
              <a:buNone/>
            </a:pPr>
            <a:r>
              <a:rPr lang="en-US" altLang="en-US" sz="2000" dirty="0">
                <a:solidFill>
                  <a:schemeClr val="bg1">
                    <a:lumMod val="75000"/>
                  </a:schemeClr>
                </a:solidFill>
              </a:rPr>
              <a:t>{</a:t>
            </a:r>
            <a:r>
              <a:rPr lang="en-US" altLang="en-US" sz="2000" i="1" dirty="0">
                <a:solidFill>
                  <a:schemeClr val="bg1">
                    <a:lumMod val="75000"/>
                  </a:schemeClr>
                </a:solidFill>
              </a:rPr>
              <a:t>b</a:t>
            </a:r>
            <a:r>
              <a:rPr lang="en-US" altLang="en-US" sz="2000" baseline="-25000" dirty="0">
                <a:solidFill>
                  <a:schemeClr val="bg1">
                    <a:lumMod val="75000"/>
                  </a:schemeClr>
                </a:solidFill>
              </a:rPr>
              <a:t>1</a:t>
            </a:r>
            <a:r>
              <a:rPr lang="en-US" altLang="en-US" sz="2000" dirty="0">
                <a:solidFill>
                  <a:schemeClr val="bg1">
                    <a:lumMod val="75000"/>
                  </a:schemeClr>
                </a:solidFill>
              </a:rPr>
              <a:t>, </a:t>
            </a:r>
            <a:r>
              <a:rPr lang="en-US" altLang="en-US" sz="2000" i="1" dirty="0">
                <a:solidFill>
                  <a:schemeClr val="bg1">
                    <a:lumMod val="75000"/>
                  </a:schemeClr>
                </a:solidFill>
              </a:rPr>
              <a:t>b</a:t>
            </a:r>
            <a:r>
              <a:rPr lang="en-US" altLang="en-US" sz="2000" baseline="-25000" dirty="0">
                <a:solidFill>
                  <a:schemeClr val="bg1">
                    <a:lumMod val="75000"/>
                  </a:schemeClr>
                </a:solidFill>
              </a:rPr>
              <a:t>3</a:t>
            </a:r>
            <a:r>
              <a:rPr lang="en-US" altLang="en-US" sz="2000" dirty="0">
                <a:solidFill>
                  <a:schemeClr val="bg1">
                    <a:lumMod val="75000"/>
                  </a:schemeClr>
                </a:solidFill>
              </a:rPr>
              <a:t>}</a:t>
            </a:r>
          </a:p>
          <a:p>
            <a:pPr marL="854075" indent="-854075">
              <a:spcBef>
                <a:spcPts val="600"/>
              </a:spcBef>
              <a:buNone/>
            </a:pPr>
            <a:r>
              <a:rPr lang="en-US" altLang="en-US" sz="2000" dirty="0">
                <a:solidFill>
                  <a:schemeClr val="bg1">
                    <a:lumMod val="75000"/>
                  </a:schemeClr>
                </a:solidFill>
              </a:rPr>
              <a:t>{</a:t>
            </a:r>
            <a:r>
              <a:rPr lang="en-US" altLang="en-US" sz="2000" i="1" dirty="0">
                <a:solidFill>
                  <a:schemeClr val="bg1">
                    <a:lumMod val="75000"/>
                  </a:schemeClr>
                </a:solidFill>
              </a:rPr>
              <a:t>b</a:t>
            </a:r>
            <a:r>
              <a:rPr lang="en-US" altLang="en-US" sz="2000" baseline="-25000" dirty="0">
                <a:solidFill>
                  <a:schemeClr val="bg1">
                    <a:lumMod val="75000"/>
                  </a:schemeClr>
                </a:solidFill>
              </a:rPr>
              <a:t>1</a:t>
            </a:r>
            <a:r>
              <a:rPr lang="en-US" altLang="en-US" sz="2000" dirty="0">
                <a:solidFill>
                  <a:schemeClr val="bg1">
                    <a:lumMod val="75000"/>
                  </a:schemeClr>
                </a:solidFill>
              </a:rPr>
              <a:t>, </a:t>
            </a:r>
            <a:r>
              <a:rPr lang="en-US" altLang="en-US" sz="2000" i="1" dirty="0">
                <a:solidFill>
                  <a:schemeClr val="bg1">
                    <a:lumMod val="75000"/>
                  </a:schemeClr>
                </a:solidFill>
              </a:rPr>
              <a:t>b</a:t>
            </a:r>
            <a:r>
              <a:rPr lang="en-US" altLang="en-US" sz="2000" baseline="-25000" dirty="0">
                <a:solidFill>
                  <a:schemeClr val="bg1">
                    <a:lumMod val="75000"/>
                  </a:schemeClr>
                </a:solidFill>
              </a:rPr>
              <a:t>2</a:t>
            </a:r>
            <a:r>
              <a:rPr lang="en-US" altLang="en-US" sz="2000" dirty="0">
                <a:solidFill>
                  <a:schemeClr val="bg1">
                    <a:lumMod val="75000"/>
                  </a:schemeClr>
                </a:solidFill>
              </a:rPr>
              <a:t>, </a:t>
            </a:r>
            <a:r>
              <a:rPr lang="en-US" altLang="en-US" sz="2000" i="1" dirty="0">
                <a:solidFill>
                  <a:schemeClr val="bg1">
                    <a:lumMod val="75000"/>
                  </a:schemeClr>
                </a:solidFill>
              </a:rPr>
              <a:t>b</a:t>
            </a:r>
            <a:r>
              <a:rPr lang="en-US" altLang="en-US" sz="2000" baseline="-25000" dirty="0">
                <a:solidFill>
                  <a:schemeClr val="bg1">
                    <a:lumMod val="75000"/>
                  </a:schemeClr>
                </a:solidFill>
              </a:rPr>
              <a:t>3</a:t>
            </a:r>
            <a:r>
              <a:rPr lang="en-US" altLang="en-US" sz="2000" dirty="0">
                <a:solidFill>
                  <a:schemeClr val="bg1">
                    <a:lumMod val="75000"/>
                  </a:schemeClr>
                </a:solidFill>
              </a:rPr>
              <a:t>}</a:t>
            </a:r>
          </a:p>
          <a:p>
            <a:pPr marL="854075" indent="-854075">
              <a:spcBef>
                <a:spcPts val="600"/>
              </a:spcBef>
              <a:buNone/>
            </a:pPr>
            <a:r>
              <a:rPr lang="en-US" altLang="en-US" sz="2000" dirty="0"/>
              <a:t> </a:t>
            </a:r>
            <a:r>
              <a:rPr lang="en-US" altLang="en-US" sz="2000" dirty="0">
                <a:solidFill>
                  <a:schemeClr val="bg1">
                    <a:lumMod val="75000"/>
                  </a:schemeClr>
                </a:solidFill>
              </a:rPr>
              <a:t>{</a:t>
            </a:r>
            <a:r>
              <a:rPr lang="en-US" altLang="en-US" sz="2000" i="1" dirty="0">
                <a:solidFill>
                  <a:schemeClr val="bg1">
                    <a:lumMod val="75000"/>
                  </a:schemeClr>
                </a:solidFill>
              </a:rPr>
              <a:t>b</a:t>
            </a:r>
            <a:r>
              <a:rPr lang="en-US" altLang="en-US" sz="2000" baseline="-25000" dirty="0">
                <a:solidFill>
                  <a:schemeClr val="bg1">
                    <a:lumMod val="75000"/>
                  </a:schemeClr>
                </a:solidFill>
              </a:rPr>
              <a:t>1</a:t>
            </a:r>
            <a:r>
              <a:rPr lang="en-US" altLang="en-US" sz="2000" dirty="0">
                <a:solidFill>
                  <a:schemeClr val="bg1">
                    <a:lumMod val="75000"/>
                  </a:schemeClr>
                </a:solidFill>
              </a:rPr>
              <a:t>, </a:t>
            </a:r>
            <a:r>
              <a:rPr lang="en-US" altLang="en-US" sz="2000" i="1" dirty="0">
                <a:solidFill>
                  <a:schemeClr val="bg1">
                    <a:lumMod val="75000"/>
                  </a:schemeClr>
                </a:solidFill>
              </a:rPr>
              <a:t>b</a:t>
            </a:r>
            <a:r>
              <a:rPr lang="en-US" altLang="en-US" sz="2000" baseline="-25000" dirty="0">
                <a:solidFill>
                  <a:schemeClr val="bg1">
                    <a:lumMod val="75000"/>
                  </a:schemeClr>
                </a:solidFill>
              </a:rPr>
              <a:t>2</a:t>
            </a:r>
            <a:r>
              <a:rPr lang="en-US" altLang="en-US" sz="2000" dirty="0">
                <a:solidFill>
                  <a:schemeClr val="bg1">
                    <a:lumMod val="75000"/>
                  </a:schemeClr>
                </a:solidFill>
              </a:rPr>
              <a:t>, </a:t>
            </a:r>
            <a:r>
              <a:rPr lang="en-US" altLang="en-US" sz="2000" i="1" dirty="0">
                <a:solidFill>
                  <a:schemeClr val="bg1">
                    <a:lumMod val="75000"/>
                  </a:schemeClr>
                </a:solidFill>
              </a:rPr>
              <a:t>b</a:t>
            </a:r>
            <a:r>
              <a:rPr lang="en-US" altLang="en-US" sz="2000" baseline="-25000" dirty="0">
                <a:solidFill>
                  <a:schemeClr val="bg1">
                    <a:lumMod val="75000"/>
                  </a:schemeClr>
                </a:solidFill>
              </a:rPr>
              <a:t>3</a:t>
            </a:r>
            <a:r>
              <a:rPr lang="en-US" altLang="en-US" sz="2000" dirty="0">
                <a:solidFill>
                  <a:schemeClr val="bg1">
                    <a:lumMod val="75000"/>
                  </a:schemeClr>
                </a:solidFill>
              </a:rPr>
              <a:t>}</a:t>
            </a:r>
            <a:endParaRPr lang="en-US" sz="2000" dirty="0"/>
          </a:p>
        </p:txBody>
      </p:sp>
      <p:sp>
        <p:nvSpPr>
          <p:cNvPr id="22" name="TextBox 21">
            <a:extLst>
              <a:ext uri="{FF2B5EF4-FFF2-40B4-BE49-F238E27FC236}">
                <a16:creationId xmlns:a16="http://schemas.microsoft.com/office/drawing/2014/main" id="{69C30F05-04F1-4C5C-B8CD-4FE75B84C01F}"/>
              </a:ext>
            </a:extLst>
          </p:cNvPr>
          <p:cNvSpPr txBox="1"/>
          <p:nvPr/>
        </p:nvSpPr>
        <p:spPr>
          <a:xfrm>
            <a:off x="8082682" y="1928797"/>
            <a:ext cx="1123710" cy="3093154"/>
          </a:xfrm>
          <a:prstGeom prst="rect">
            <a:avLst/>
          </a:prstGeom>
          <a:noFill/>
        </p:spPr>
        <p:txBody>
          <a:bodyPr wrap="square" rtlCol="0">
            <a:spAutoFit/>
          </a:bodyPr>
          <a:lstStyle/>
          <a:p>
            <a:pPr marL="854075" indent="-854075">
              <a:spcBef>
                <a:spcPts val="600"/>
              </a:spcBef>
              <a:buNone/>
            </a:pPr>
            <a:r>
              <a:rPr lang="en-US" altLang="en-US" sz="2000" i="1" dirty="0">
                <a:solidFill>
                  <a:schemeClr val="bg1">
                    <a:lumMod val="75000"/>
                  </a:schemeClr>
                </a:solidFill>
                <a:cs typeface="Arial" panose="020B0604020202020204" pitchFamily="34" charset="0"/>
                <a:sym typeface="Symbol" panose="05050102010706020507" pitchFamily="18" charset="2"/>
              </a:rPr>
              <a:t> </a:t>
            </a:r>
            <a:r>
              <a:rPr lang="en-US" altLang="en-US" sz="2000" dirty="0">
                <a:cs typeface="Arial" panose="020B0604020202020204" pitchFamily="34" charset="0"/>
                <a:sym typeface="Symbol" panose="05050102010706020507" pitchFamily="18" charset="2"/>
              </a:rPr>
              <a:t>	</a:t>
            </a:r>
          </a:p>
          <a:p>
            <a:pPr marL="854075" indent="-854075">
              <a:spcBef>
                <a:spcPts val="600"/>
              </a:spcBef>
              <a:buNone/>
            </a:pPr>
            <a:r>
              <a:rPr lang="en-US" altLang="en-US" sz="2000" dirty="0">
                <a:solidFill>
                  <a:schemeClr val="bg1">
                    <a:lumMod val="75000"/>
                  </a:schemeClr>
                </a:solidFill>
                <a:cs typeface="Arial" panose="020B0604020202020204" pitchFamily="34" charset="0"/>
                <a:sym typeface="Symbol" panose="05050102010706020507" pitchFamily="18" charset="2"/>
              </a:rPr>
              <a:t>{</a:t>
            </a:r>
            <a:r>
              <a:rPr lang="en-US" altLang="en-US" sz="2000" i="1" dirty="0">
                <a:solidFill>
                  <a:schemeClr val="bg1">
                    <a:lumMod val="75000"/>
                  </a:schemeClr>
                </a:solidFill>
                <a:cs typeface="Arial" panose="020B0604020202020204" pitchFamily="34" charset="0"/>
                <a:sym typeface="Symbol" panose="05050102010706020507" pitchFamily="18" charset="2"/>
              </a:rPr>
              <a:t>b</a:t>
            </a:r>
            <a:r>
              <a:rPr lang="en-US" altLang="en-US" sz="2000" baseline="-25000" dirty="0">
                <a:solidFill>
                  <a:schemeClr val="bg1">
                    <a:lumMod val="75000"/>
                  </a:schemeClr>
                </a:solidFill>
                <a:cs typeface="Arial" panose="020B0604020202020204" pitchFamily="34" charset="0"/>
                <a:sym typeface="Symbol" panose="05050102010706020507" pitchFamily="18" charset="2"/>
              </a:rPr>
              <a:t>2</a:t>
            </a:r>
            <a:r>
              <a:rPr lang="en-US" altLang="en-US" sz="2000" dirty="0">
                <a:solidFill>
                  <a:schemeClr val="bg1">
                    <a:lumMod val="75000"/>
                  </a:schemeClr>
                </a:solidFill>
                <a:cs typeface="Arial" panose="020B0604020202020204" pitchFamily="34" charset="0"/>
                <a:sym typeface="Symbol" panose="05050102010706020507" pitchFamily="18" charset="2"/>
              </a:rPr>
              <a:t>} </a:t>
            </a:r>
          </a:p>
          <a:p>
            <a:pPr marL="854075" indent="-854075">
              <a:spcBef>
                <a:spcPts val="600"/>
              </a:spcBef>
              <a:buNone/>
            </a:pPr>
            <a:r>
              <a:rPr lang="en-US" altLang="en-US" sz="2000" dirty="0">
                <a:solidFill>
                  <a:schemeClr val="bg1">
                    <a:lumMod val="75000"/>
                  </a:schemeClr>
                </a:solidFill>
              </a:rPr>
              <a:t>{</a:t>
            </a:r>
            <a:r>
              <a:rPr lang="en-US" altLang="en-US" sz="2000" i="1" dirty="0">
                <a:solidFill>
                  <a:schemeClr val="bg1">
                    <a:lumMod val="75000"/>
                  </a:schemeClr>
                </a:solidFill>
              </a:rPr>
              <a:t>b</a:t>
            </a:r>
            <a:r>
              <a:rPr lang="en-US" altLang="en-US" sz="2000" baseline="-25000" dirty="0">
                <a:solidFill>
                  <a:schemeClr val="bg1">
                    <a:lumMod val="75000"/>
                  </a:schemeClr>
                </a:solidFill>
              </a:rPr>
              <a:t>3</a:t>
            </a:r>
            <a:r>
              <a:rPr lang="en-US" altLang="en-US" sz="2000" dirty="0">
                <a:solidFill>
                  <a:schemeClr val="bg1">
                    <a:lumMod val="75000"/>
                  </a:schemeClr>
                </a:solidFill>
              </a:rPr>
              <a:t>}</a:t>
            </a:r>
            <a:r>
              <a:rPr lang="en-US" altLang="en-US" sz="2000" dirty="0">
                <a:solidFill>
                  <a:schemeClr val="bg1">
                    <a:lumMod val="75000"/>
                  </a:schemeClr>
                </a:solidFill>
                <a:cs typeface="Arial" panose="020B0604020202020204" pitchFamily="34" charset="0"/>
                <a:sym typeface="Symbol" panose="05050102010706020507" pitchFamily="18" charset="2"/>
              </a:rPr>
              <a:t> </a:t>
            </a:r>
          </a:p>
          <a:p>
            <a:pPr marL="854075" indent="-854075">
              <a:spcBef>
                <a:spcPts val="600"/>
              </a:spcBef>
              <a:buNone/>
            </a:pPr>
            <a:r>
              <a:rPr lang="en-US" altLang="en-US" sz="2000" i="1" dirty="0">
                <a:solidFill>
                  <a:schemeClr val="bg1">
                    <a:lumMod val="75000"/>
                  </a:schemeClr>
                </a:solidFill>
                <a:cs typeface="Arial" panose="020B0604020202020204" pitchFamily="34" charset="0"/>
                <a:sym typeface="Symbol" panose="05050102010706020507" pitchFamily="18" charset="2"/>
              </a:rPr>
              <a:t></a:t>
            </a:r>
            <a:r>
              <a:rPr lang="en-US" altLang="en-US" sz="2000" dirty="0">
                <a:solidFill>
                  <a:schemeClr val="bg1">
                    <a:lumMod val="75000"/>
                  </a:schemeClr>
                </a:solidFill>
              </a:rPr>
              <a:t> </a:t>
            </a:r>
            <a:r>
              <a:rPr lang="en-US" altLang="en-US" sz="2000" dirty="0"/>
              <a:t>	</a:t>
            </a:r>
          </a:p>
          <a:p>
            <a:pPr marL="854075" indent="-854075">
              <a:spcBef>
                <a:spcPts val="600"/>
              </a:spcBef>
              <a:buNone/>
            </a:pPr>
            <a:r>
              <a:rPr lang="en-US" altLang="en-US" sz="2000" dirty="0">
                <a:solidFill>
                  <a:schemeClr val="bg1">
                    <a:lumMod val="75000"/>
                  </a:schemeClr>
                </a:solidFill>
              </a:rPr>
              <a:t>{</a:t>
            </a:r>
            <a:r>
              <a:rPr lang="en-US" altLang="en-US" sz="2000" i="1" dirty="0">
                <a:solidFill>
                  <a:schemeClr val="bg1">
                    <a:lumMod val="75000"/>
                  </a:schemeClr>
                </a:solidFill>
              </a:rPr>
              <a:t>b</a:t>
            </a:r>
            <a:r>
              <a:rPr lang="en-US" altLang="en-US" sz="2000" baseline="-25000" dirty="0">
                <a:solidFill>
                  <a:schemeClr val="bg1">
                    <a:lumMod val="75000"/>
                  </a:schemeClr>
                </a:solidFill>
              </a:rPr>
              <a:t>2</a:t>
            </a:r>
            <a:r>
              <a:rPr lang="en-US" altLang="en-US" sz="2000" dirty="0">
                <a:solidFill>
                  <a:schemeClr val="bg1">
                    <a:lumMod val="75000"/>
                  </a:schemeClr>
                </a:solidFill>
              </a:rPr>
              <a:t>, </a:t>
            </a:r>
            <a:r>
              <a:rPr lang="en-US" altLang="en-US" sz="2000" i="1" dirty="0">
                <a:solidFill>
                  <a:schemeClr val="bg1">
                    <a:lumMod val="75000"/>
                  </a:schemeClr>
                </a:solidFill>
              </a:rPr>
              <a:t>b</a:t>
            </a:r>
            <a:r>
              <a:rPr lang="en-US" altLang="en-US" sz="2000" baseline="-25000" dirty="0">
                <a:solidFill>
                  <a:schemeClr val="bg1">
                    <a:lumMod val="75000"/>
                  </a:schemeClr>
                </a:solidFill>
              </a:rPr>
              <a:t>3</a:t>
            </a:r>
            <a:r>
              <a:rPr lang="en-US" altLang="en-US" sz="2000" dirty="0">
                <a:solidFill>
                  <a:schemeClr val="bg1">
                    <a:lumMod val="75000"/>
                  </a:schemeClr>
                </a:solidFill>
              </a:rPr>
              <a:t>}</a:t>
            </a:r>
          </a:p>
          <a:p>
            <a:pPr marL="854075" indent="-854075">
              <a:spcBef>
                <a:spcPts val="600"/>
              </a:spcBef>
              <a:buNone/>
            </a:pPr>
            <a:r>
              <a:rPr lang="en-US" altLang="en-US" sz="2000" dirty="0">
                <a:solidFill>
                  <a:schemeClr val="bg1">
                    <a:lumMod val="75000"/>
                  </a:schemeClr>
                </a:solidFill>
              </a:rPr>
              <a:t>{</a:t>
            </a:r>
            <a:r>
              <a:rPr lang="en-US" altLang="en-US" sz="2000" i="1" dirty="0">
                <a:solidFill>
                  <a:schemeClr val="bg1">
                    <a:lumMod val="75000"/>
                  </a:schemeClr>
                </a:solidFill>
              </a:rPr>
              <a:t>b</a:t>
            </a:r>
            <a:r>
              <a:rPr lang="en-US" altLang="en-US" sz="2000" baseline="-25000" dirty="0">
                <a:solidFill>
                  <a:schemeClr val="bg1">
                    <a:lumMod val="75000"/>
                  </a:schemeClr>
                </a:solidFill>
              </a:rPr>
              <a:t>2</a:t>
            </a:r>
            <a:r>
              <a:rPr lang="en-US" altLang="en-US" sz="2000" dirty="0">
                <a:solidFill>
                  <a:schemeClr val="bg1">
                    <a:lumMod val="75000"/>
                  </a:schemeClr>
                </a:solidFill>
              </a:rPr>
              <a:t>} 	</a:t>
            </a:r>
          </a:p>
          <a:p>
            <a:pPr marL="854075" indent="-854075">
              <a:spcBef>
                <a:spcPts val="600"/>
              </a:spcBef>
              <a:buNone/>
            </a:pPr>
            <a:r>
              <a:rPr lang="en-US" altLang="en-US" sz="2000" dirty="0">
                <a:solidFill>
                  <a:schemeClr val="bg1">
                    <a:lumMod val="75000"/>
                  </a:schemeClr>
                </a:solidFill>
              </a:rPr>
              <a:t>{</a:t>
            </a:r>
            <a:r>
              <a:rPr lang="en-US" altLang="en-US" sz="2000" i="1" dirty="0">
                <a:solidFill>
                  <a:schemeClr val="bg1">
                    <a:lumMod val="75000"/>
                  </a:schemeClr>
                </a:solidFill>
              </a:rPr>
              <a:t>b</a:t>
            </a:r>
            <a:r>
              <a:rPr lang="en-US" altLang="en-US" sz="2000" baseline="-25000" dirty="0">
                <a:solidFill>
                  <a:schemeClr val="bg1">
                    <a:lumMod val="75000"/>
                  </a:schemeClr>
                </a:solidFill>
              </a:rPr>
              <a:t>3</a:t>
            </a:r>
            <a:r>
              <a:rPr lang="en-US" altLang="en-US" sz="2000" dirty="0">
                <a:solidFill>
                  <a:schemeClr val="bg1">
                    <a:lumMod val="75000"/>
                  </a:schemeClr>
                </a:solidFill>
              </a:rPr>
              <a:t>}</a:t>
            </a:r>
            <a:r>
              <a:rPr lang="en-US" altLang="en-US" sz="2000" dirty="0">
                <a:solidFill>
                  <a:schemeClr val="bg1">
                    <a:lumMod val="75000"/>
                  </a:schemeClr>
                </a:solidFill>
                <a:cs typeface="Arial" panose="020B0604020202020204" pitchFamily="34" charset="0"/>
                <a:sym typeface="Symbol" panose="05050102010706020507" pitchFamily="18" charset="2"/>
              </a:rPr>
              <a:t> </a:t>
            </a:r>
            <a:r>
              <a:rPr lang="en-US" altLang="en-US" sz="2000" dirty="0">
                <a:cs typeface="Arial" panose="020B0604020202020204" pitchFamily="34" charset="0"/>
                <a:sym typeface="Symbol" panose="05050102010706020507" pitchFamily="18" charset="2"/>
              </a:rPr>
              <a:t>	</a:t>
            </a:r>
          </a:p>
          <a:p>
            <a:pPr marL="854075" indent="-854075">
              <a:spcBef>
                <a:spcPts val="600"/>
              </a:spcBef>
              <a:buNone/>
            </a:pPr>
            <a:r>
              <a:rPr lang="en-US" altLang="en-US" sz="2000" dirty="0">
                <a:solidFill>
                  <a:schemeClr val="bg1">
                    <a:lumMod val="75000"/>
                  </a:schemeClr>
                </a:solidFill>
              </a:rPr>
              <a:t>{</a:t>
            </a:r>
            <a:r>
              <a:rPr lang="en-US" altLang="en-US" sz="2000" i="1" dirty="0">
                <a:solidFill>
                  <a:schemeClr val="bg1">
                    <a:lumMod val="75000"/>
                  </a:schemeClr>
                </a:solidFill>
              </a:rPr>
              <a:t>b</a:t>
            </a:r>
            <a:r>
              <a:rPr lang="en-US" altLang="en-US" sz="2000" baseline="-25000" dirty="0">
                <a:solidFill>
                  <a:schemeClr val="bg1">
                    <a:lumMod val="75000"/>
                  </a:schemeClr>
                </a:solidFill>
              </a:rPr>
              <a:t>2</a:t>
            </a:r>
            <a:r>
              <a:rPr lang="en-US" altLang="en-US" sz="2000" dirty="0">
                <a:solidFill>
                  <a:schemeClr val="bg1">
                    <a:lumMod val="75000"/>
                  </a:schemeClr>
                </a:solidFill>
              </a:rPr>
              <a:t>, </a:t>
            </a:r>
            <a:r>
              <a:rPr lang="en-US" altLang="en-US" sz="2000" i="1" dirty="0">
                <a:solidFill>
                  <a:schemeClr val="bg1">
                    <a:lumMod val="75000"/>
                  </a:schemeClr>
                </a:solidFill>
              </a:rPr>
              <a:t>b</a:t>
            </a:r>
            <a:r>
              <a:rPr lang="en-US" altLang="en-US" sz="2000" baseline="-25000" dirty="0">
                <a:solidFill>
                  <a:schemeClr val="bg1">
                    <a:lumMod val="75000"/>
                  </a:schemeClr>
                </a:solidFill>
              </a:rPr>
              <a:t>3</a:t>
            </a:r>
            <a:r>
              <a:rPr lang="en-US" altLang="en-US" sz="2000" dirty="0">
                <a:solidFill>
                  <a:schemeClr val="bg1">
                    <a:lumMod val="75000"/>
                  </a:schemeClr>
                </a:solidFill>
              </a:rPr>
              <a:t>}</a:t>
            </a:r>
            <a:endParaRPr lang="en-US" sz="2000" dirty="0"/>
          </a:p>
        </p:txBody>
      </p:sp>
    </p:spTree>
    <p:extLst>
      <p:ext uri="{BB962C8B-B14F-4D97-AF65-F5344CB8AC3E}">
        <p14:creationId xmlns:p14="http://schemas.microsoft.com/office/powerpoint/2010/main" val="3500130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xEl>
                                              <p:pRg st="11" end="11"/>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xEl>
                                              <p:pRg st="12" end="12"/>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xEl>
                                              <p:pRg st="0" end="0"/>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1">
                                            <p:txEl>
                                              <p:pRg st="1" end="1"/>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
                                            <p:txEl>
                                              <p:pRg st="2" end="2"/>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1">
                                            <p:txEl>
                                              <p:pRg st="3" end="3"/>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1">
                                            <p:txEl>
                                              <p:pRg st="4" end="4"/>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1">
                                            <p:txEl>
                                              <p:pRg st="5" end="5"/>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1">
                                            <p:txEl>
                                              <p:pRg st="6" end="6"/>
                                            </p:tx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1">
                                            <p:txEl>
                                              <p:pRg st="7" end="7"/>
                                            </p:txEl>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2">
                                            <p:txEl>
                                              <p:pRg st="0" end="0"/>
                                            </p:txEl>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2">
                                            <p:txEl>
                                              <p:pRg st="1" end="1"/>
                                            </p:txEl>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2">
                                            <p:txEl>
                                              <p:pRg st="2" end="2"/>
                                            </p:txEl>
                                          </p:spTgt>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2">
                                            <p:txEl>
                                              <p:pRg st="3" end="3"/>
                                            </p:txEl>
                                          </p:spTgt>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2">
                                            <p:txEl>
                                              <p:pRg st="4" end="4"/>
                                            </p:txEl>
                                          </p:spTgt>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2">
                                            <p:txEl>
                                              <p:pRg st="5" end="5"/>
                                            </p:txEl>
                                          </p:spTgt>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2">
                                            <p:txEl>
                                              <p:pRg st="6" end="6"/>
                                            </p:txEl>
                                          </p:spTgt>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2">
                                            <p:txEl>
                                              <p:pRg st="7" end="7"/>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3" presetClass="emph" presetSubtype="1" nodeType="clickEffect">
                                  <p:stCondLst>
                                    <p:cond delay="0"/>
                                  </p:stCondLst>
                                  <p:childTnLst>
                                    <p:set>
                                      <p:cBhvr override="childStyle">
                                        <p:cTn id="74" dur="indefinite"/>
                                        <p:tgtEl>
                                          <p:spTgt spid="21">
                                            <p:txEl>
                                              <p:pRg st="0" end="0"/>
                                            </p:txEl>
                                          </p:spTgt>
                                        </p:tgtEl>
                                        <p:attrNameLst>
                                          <p:attrName>style.color</p:attrName>
                                        </p:attrNameLst>
                                      </p:cBhvr>
                                      <p:to>
                                        <p:clrVal>
                                          <a:srgbClr val="000000"/>
                                        </p:clrVal>
                                      </p:to>
                                    </p:set>
                                  </p:childTnLst>
                                </p:cTn>
                              </p:par>
                              <p:par>
                                <p:cTn id="75" presetID="3" presetClass="emph" presetSubtype="1" nodeType="withEffect">
                                  <p:stCondLst>
                                    <p:cond delay="0"/>
                                  </p:stCondLst>
                                  <p:childTnLst>
                                    <p:set>
                                      <p:cBhvr override="childStyle">
                                        <p:cTn id="76" dur="indefinite"/>
                                        <p:tgtEl>
                                          <p:spTgt spid="22">
                                            <p:txEl>
                                              <p:pRg st="0" end="0"/>
                                            </p:txEl>
                                          </p:spTgt>
                                        </p:tgtEl>
                                        <p:attrNameLst>
                                          <p:attrName>style.color</p:attrName>
                                        </p:attrNameLst>
                                      </p:cBhvr>
                                      <p:to>
                                        <p:clrVal>
                                          <a:srgbClr val="000000"/>
                                        </p:clrVal>
                                      </p:to>
                                    </p:set>
                                  </p:childTnLst>
                                </p:cTn>
                              </p:par>
                            </p:childTnLst>
                          </p:cTn>
                        </p:par>
                      </p:childTnLst>
                    </p:cTn>
                  </p:par>
                  <p:par>
                    <p:cTn id="77" fill="hold">
                      <p:stCondLst>
                        <p:cond delay="indefinite"/>
                      </p:stCondLst>
                      <p:childTnLst>
                        <p:par>
                          <p:cTn id="78" fill="hold">
                            <p:stCondLst>
                              <p:cond delay="0"/>
                            </p:stCondLst>
                            <p:childTnLst>
                              <p:par>
                                <p:cTn id="79" presetID="1" presetClass="emph" presetSubtype="1" nodeType="clickEffect">
                                  <p:stCondLst>
                                    <p:cond delay="0"/>
                                  </p:stCondLst>
                                  <p:childTnLst>
                                    <p:set>
                                      <p:cBhvr>
                                        <p:cTn id="80" dur="indefinite"/>
                                        <p:tgtEl>
                                          <p:spTgt spid="60"/>
                                        </p:tgtEl>
                                        <p:attrNameLst>
                                          <p:attrName>fillcolor</p:attrName>
                                        </p:attrNameLst>
                                      </p:cBhvr>
                                      <p:to>
                                        <p:clrVal>
                                          <a:schemeClr val="accent2"/>
                                        </p:clrVal>
                                      </p:to>
                                    </p:set>
                                    <p:set>
                                      <p:cBhvr>
                                        <p:cTn id="81" dur="indefinite"/>
                                        <p:tgtEl>
                                          <p:spTgt spid="60"/>
                                        </p:tgtEl>
                                        <p:attrNameLst>
                                          <p:attrName>fill.type</p:attrName>
                                        </p:attrNameLst>
                                      </p:cBhvr>
                                      <p:to>
                                        <p:strVal val="solid"/>
                                      </p:to>
                                    </p:set>
                                    <p:set>
                                      <p:cBhvr>
                                        <p:cTn id="82" dur="indefinite"/>
                                        <p:tgtEl>
                                          <p:spTgt spid="60"/>
                                        </p:tgtEl>
                                        <p:attrNameLst>
                                          <p:attrName>fill.on</p:attrName>
                                        </p:attrNameLst>
                                      </p:cBhvr>
                                      <p:to>
                                        <p:strVal val="true"/>
                                      </p:to>
                                    </p:set>
                                  </p:childTnLst>
                                </p:cTn>
                              </p:par>
                              <p:par>
                                <p:cTn id="83" presetID="1" presetClass="emph" presetSubtype="1" nodeType="withEffect">
                                  <p:stCondLst>
                                    <p:cond delay="0"/>
                                  </p:stCondLst>
                                  <p:childTnLst>
                                    <p:set>
                                      <p:cBhvr>
                                        <p:cTn id="84" dur="indefinite"/>
                                        <p:tgtEl>
                                          <p:spTgt spid="61"/>
                                        </p:tgtEl>
                                        <p:attrNameLst>
                                          <p:attrName>fillcolor</p:attrName>
                                        </p:attrNameLst>
                                      </p:cBhvr>
                                      <p:to>
                                        <p:clrVal>
                                          <a:srgbClr val="00B050"/>
                                        </p:clrVal>
                                      </p:to>
                                    </p:set>
                                    <p:set>
                                      <p:cBhvr>
                                        <p:cTn id="85" dur="indefinite"/>
                                        <p:tgtEl>
                                          <p:spTgt spid="61"/>
                                        </p:tgtEl>
                                        <p:attrNameLst>
                                          <p:attrName>fill.type</p:attrName>
                                        </p:attrNameLst>
                                      </p:cBhvr>
                                      <p:to>
                                        <p:strVal val="solid"/>
                                      </p:to>
                                    </p:set>
                                    <p:set>
                                      <p:cBhvr>
                                        <p:cTn id="86" dur="indefinite"/>
                                        <p:tgtEl>
                                          <p:spTgt spid="61"/>
                                        </p:tgtEl>
                                        <p:attrNameLst>
                                          <p:attrName>fill.on</p:attrName>
                                        </p:attrNameLst>
                                      </p:cBhvr>
                                      <p:to>
                                        <p:strVal val="true"/>
                                      </p:to>
                                    </p:set>
                                  </p:childTnLst>
                                </p:cTn>
                              </p:par>
                            </p:childTnLst>
                          </p:cTn>
                        </p:par>
                      </p:childTnLst>
                    </p:cTn>
                  </p:par>
                  <p:par>
                    <p:cTn id="87" fill="hold">
                      <p:stCondLst>
                        <p:cond delay="indefinite"/>
                      </p:stCondLst>
                      <p:childTnLst>
                        <p:par>
                          <p:cTn id="88" fill="hold">
                            <p:stCondLst>
                              <p:cond delay="0"/>
                            </p:stCondLst>
                            <p:childTnLst>
                              <p:par>
                                <p:cTn id="89" presetID="3" presetClass="emph" presetSubtype="1" nodeType="clickEffect">
                                  <p:stCondLst>
                                    <p:cond delay="0"/>
                                  </p:stCondLst>
                                  <p:childTnLst>
                                    <p:set>
                                      <p:cBhvr override="childStyle">
                                        <p:cTn id="90" dur="indefinite"/>
                                        <p:tgtEl>
                                          <p:spTgt spid="21">
                                            <p:txEl>
                                              <p:pRg st="1" end="1"/>
                                            </p:txEl>
                                          </p:spTgt>
                                        </p:tgtEl>
                                        <p:attrNameLst>
                                          <p:attrName>style.color</p:attrName>
                                        </p:attrNameLst>
                                      </p:cBhvr>
                                      <p:to>
                                        <p:clrVal>
                                          <a:srgbClr val="000000"/>
                                        </p:clrVal>
                                      </p:to>
                                    </p:set>
                                  </p:childTnLst>
                                </p:cTn>
                              </p:par>
                            </p:childTnLst>
                          </p:cTn>
                        </p:par>
                      </p:childTnLst>
                    </p:cTn>
                  </p:par>
                  <p:par>
                    <p:cTn id="91" fill="hold">
                      <p:stCondLst>
                        <p:cond delay="indefinite"/>
                      </p:stCondLst>
                      <p:childTnLst>
                        <p:par>
                          <p:cTn id="92" fill="hold">
                            <p:stCondLst>
                              <p:cond delay="0"/>
                            </p:stCondLst>
                            <p:childTnLst>
                              <p:par>
                                <p:cTn id="93" presetID="1" presetClass="emph" presetSubtype="1" nodeType="clickEffect">
                                  <p:stCondLst>
                                    <p:cond delay="0"/>
                                  </p:stCondLst>
                                  <p:childTnLst>
                                    <p:set>
                                      <p:cBhvr>
                                        <p:cTn id="94" dur="indefinite"/>
                                        <p:tgtEl>
                                          <p:spTgt spid="62"/>
                                        </p:tgtEl>
                                        <p:attrNameLst>
                                          <p:attrName>fillcolor</p:attrName>
                                        </p:attrNameLst>
                                      </p:cBhvr>
                                      <p:to>
                                        <p:clrVal>
                                          <a:srgbClr val="00B050"/>
                                        </p:clrVal>
                                      </p:to>
                                    </p:set>
                                    <p:set>
                                      <p:cBhvr>
                                        <p:cTn id="95" dur="indefinite"/>
                                        <p:tgtEl>
                                          <p:spTgt spid="62"/>
                                        </p:tgtEl>
                                        <p:attrNameLst>
                                          <p:attrName>fill.type</p:attrName>
                                        </p:attrNameLst>
                                      </p:cBhvr>
                                      <p:to>
                                        <p:strVal val="solid"/>
                                      </p:to>
                                    </p:set>
                                    <p:set>
                                      <p:cBhvr>
                                        <p:cTn id="96" dur="indefinite"/>
                                        <p:tgtEl>
                                          <p:spTgt spid="62"/>
                                        </p:tgtEl>
                                        <p:attrNameLst>
                                          <p:attrName>fill.on</p:attrName>
                                        </p:attrNameLst>
                                      </p:cBhvr>
                                      <p:to>
                                        <p:strVal val="true"/>
                                      </p:to>
                                    </p:set>
                                  </p:childTnLst>
                                </p:cTn>
                              </p:par>
                              <p:par>
                                <p:cTn id="97" presetID="1" presetClass="emph" presetSubtype="1" nodeType="withEffect">
                                  <p:stCondLst>
                                    <p:cond delay="0"/>
                                  </p:stCondLst>
                                  <p:childTnLst>
                                    <p:set>
                                      <p:cBhvr>
                                        <p:cTn id="98" dur="indefinite"/>
                                        <p:tgtEl>
                                          <p:spTgt spid="61"/>
                                        </p:tgtEl>
                                        <p:attrNameLst>
                                          <p:attrName>fillcolor</p:attrName>
                                        </p:attrNameLst>
                                      </p:cBhvr>
                                      <p:to>
                                        <p:clrVal>
                                          <a:schemeClr val="bg1"/>
                                        </p:clrVal>
                                      </p:to>
                                    </p:set>
                                    <p:set>
                                      <p:cBhvr>
                                        <p:cTn id="99" dur="indefinite"/>
                                        <p:tgtEl>
                                          <p:spTgt spid="61"/>
                                        </p:tgtEl>
                                        <p:attrNameLst>
                                          <p:attrName>fill.type</p:attrName>
                                        </p:attrNameLst>
                                      </p:cBhvr>
                                      <p:to>
                                        <p:strVal val="solid"/>
                                      </p:to>
                                    </p:set>
                                    <p:set>
                                      <p:cBhvr>
                                        <p:cTn id="100" dur="indefinite"/>
                                        <p:tgtEl>
                                          <p:spTgt spid="61"/>
                                        </p:tgtEl>
                                        <p:attrNameLst>
                                          <p:attrName>fill.on</p:attrName>
                                        </p:attrNameLst>
                                      </p:cBhvr>
                                      <p:to>
                                        <p:strVal val="true"/>
                                      </p:to>
                                    </p:set>
                                  </p:childTnLst>
                                </p:cTn>
                              </p:par>
                            </p:childTnLst>
                          </p:cTn>
                        </p:par>
                      </p:childTnLst>
                    </p:cTn>
                  </p:par>
                  <p:par>
                    <p:cTn id="101" fill="hold">
                      <p:stCondLst>
                        <p:cond delay="indefinite"/>
                      </p:stCondLst>
                      <p:childTnLst>
                        <p:par>
                          <p:cTn id="102" fill="hold">
                            <p:stCondLst>
                              <p:cond delay="0"/>
                            </p:stCondLst>
                            <p:childTnLst>
                              <p:par>
                                <p:cTn id="103" presetID="1" presetClass="emph" presetSubtype="1" nodeType="clickEffect">
                                  <p:stCondLst>
                                    <p:cond delay="0"/>
                                  </p:stCondLst>
                                  <p:childTnLst>
                                    <p:set>
                                      <p:cBhvr>
                                        <p:cTn id="104" dur="indefinite"/>
                                        <p:tgtEl>
                                          <p:spTgt spid="67"/>
                                        </p:tgtEl>
                                        <p:attrNameLst>
                                          <p:attrName>fillcolor</p:attrName>
                                        </p:attrNameLst>
                                      </p:cBhvr>
                                      <p:to>
                                        <p:clrVal>
                                          <a:srgbClr val="00B050"/>
                                        </p:clrVal>
                                      </p:to>
                                    </p:set>
                                    <p:set>
                                      <p:cBhvr>
                                        <p:cTn id="105" dur="indefinite"/>
                                        <p:tgtEl>
                                          <p:spTgt spid="67"/>
                                        </p:tgtEl>
                                        <p:attrNameLst>
                                          <p:attrName>fill.type</p:attrName>
                                        </p:attrNameLst>
                                      </p:cBhvr>
                                      <p:to>
                                        <p:strVal val="solid"/>
                                      </p:to>
                                    </p:set>
                                    <p:set>
                                      <p:cBhvr>
                                        <p:cTn id="106" dur="indefinite"/>
                                        <p:tgtEl>
                                          <p:spTgt spid="67"/>
                                        </p:tgtEl>
                                        <p:attrNameLst>
                                          <p:attrName>fill.on</p:attrName>
                                        </p:attrNameLst>
                                      </p:cBhvr>
                                      <p:to>
                                        <p:strVal val="true"/>
                                      </p:to>
                                    </p:set>
                                  </p:childTnLst>
                                </p:cTn>
                              </p:par>
                            </p:childTnLst>
                          </p:cTn>
                        </p:par>
                      </p:childTnLst>
                    </p:cTn>
                  </p:par>
                  <p:par>
                    <p:cTn id="107" fill="hold">
                      <p:stCondLst>
                        <p:cond delay="indefinite"/>
                      </p:stCondLst>
                      <p:childTnLst>
                        <p:par>
                          <p:cTn id="108" fill="hold">
                            <p:stCondLst>
                              <p:cond delay="0"/>
                            </p:stCondLst>
                            <p:childTnLst>
                              <p:par>
                                <p:cTn id="109" presetID="3" presetClass="emph" presetSubtype="1" nodeType="clickEffect">
                                  <p:stCondLst>
                                    <p:cond delay="0"/>
                                  </p:stCondLst>
                                  <p:childTnLst>
                                    <p:set>
                                      <p:cBhvr override="childStyle">
                                        <p:cTn id="110" dur="indefinite"/>
                                        <p:tgtEl>
                                          <p:spTgt spid="22">
                                            <p:txEl>
                                              <p:pRg st="1" end="1"/>
                                            </p:txEl>
                                          </p:spTgt>
                                        </p:tgtEl>
                                        <p:attrNameLst>
                                          <p:attrName>style.color</p:attrName>
                                        </p:attrNameLst>
                                      </p:cBhvr>
                                      <p:to>
                                        <p:clrVal>
                                          <a:srgbClr val="000000"/>
                                        </p:clrVal>
                                      </p:to>
                                    </p:set>
                                  </p:childTnLst>
                                </p:cTn>
                              </p:par>
                            </p:childTnLst>
                          </p:cTn>
                        </p:par>
                      </p:childTnLst>
                    </p:cTn>
                  </p:par>
                  <p:par>
                    <p:cTn id="111" fill="hold">
                      <p:stCondLst>
                        <p:cond delay="indefinite"/>
                      </p:stCondLst>
                      <p:childTnLst>
                        <p:par>
                          <p:cTn id="112" fill="hold">
                            <p:stCondLst>
                              <p:cond delay="0"/>
                            </p:stCondLst>
                            <p:childTnLst>
                              <p:par>
                                <p:cTn id="113" presetID="1" presetClass="emph" presetSubtype="1" nodeType="clickEffect">
                                  <p:stCondLst>
                                    <p:cond delay="0"/>
                                  </p:stCondLst>
                                  <p:childTnLst>
                                    <p:set>
                                      <p:cBhvr>
                                        <p:cTn id="114" dur="indefinite"/>
                                        <p:tgtEl>
                                          <p:spTgt spid="60"/>
                                        </p:tgtEl>
                                        <p:attrNameLst>
                                          <p:attrName>fillcolor</p:attrName>
                                        </p:attrNameLst>
                                      </p:cBhvr>
                                      <p:to>
                                        <p:clrVal>
                                          <a:schemeClr val="bg1"/>
                                        </p:clrVal>
                                      </p:to>
                                    </p:set>
                                    <p:set>
                                      <p:cBhvr>
                                        <p:cTn id="115" dur="indefinite"/>
                                        <p:tgtEl>
                                          <p:spTgt spid="60"/>
                                        </p:tgtEl>
                                        <p:attrNameLst>
                                          <p:attrName>fill.type</p:attrName>
                                        </p:attrNameLst>
                                      </p:cBhvr>
                                      <p:to>
                                        <p:strVal val="solid"/>
                                      </p:to>
                                    </p:set>
                                    <p:set>
                                      <p:cBhvr>
                                        <p:cTn id="116" dur="indefinite"/>
                                        <p:tgtEl>
                                          <p:spTgt spid="60"/>
                                        </p:tgtEl>
                                        <p:attrNameLst>
                                          <p:attrName>fill.on</p:attrName>
                                        </p:attrNameLst>
                                      </p:cBhvr>
                                      <p:to>
                                        <p:strVal val="true"/>
                                      </p:to>
                                    </p:set>
                                  </p:childTnLst>
                                </p:cTn>
                              </p:par>
                              <p:par>
                                <p:cTn id="117" presetID="1" presetClass="emph" presetSubtype="1" nodeType="withEffect">
                                  <p:stCondLst>
                                    <p:cond delay="0"/>
                                  </p:stCondLst>
                                  <p:childTnLst>
                                    <p:set>
                                      <p:cBhvr>
                                        <p:cTn id="118" dur="indefinite"/>
                                        <p:tgtEl>
                                          <p:spTgt spid="62"/>
                                        </p:tgtEl>
                                        <p:attrNameLst>
                                          <p:attrName>fillcolor</p:attrName>
                                        </p:attrNameLst>
                                      </p:cBhvr>
                                      <p:to>
                                        <p:clrVal>
                                          <a:schemeClr val="bg1"/>
                                        </p:clrVal>
                                      </p:to>
                                    </p:set>
                                    <p:set>
                                      <p:cBhvr>
                                        <p:cTn id="119" dur="indefinite"/>
                                        <p:tgtEl>
                                          <p:spTgt spid="62"/>
                                        </p:tgtEl>
                                        <p:attrNameLst>
                                          <p:attrName>fill.type</p:attrName>
                                        </p:attrNameLst>
                                      </p:cBhvr>
                                      <p:to>
                                        <p:strVal val="solid"/>
                                      </p:to>
                                    </p:set>
                                    <p:set>
                                      <p:cBhvr>
                                        <p:cTn id="120" dur="indefinite"/>
                                        <p:tgtEl>
                                          <p:spTgt spid="62"/>
                                        </p:tgtEl>
                                        <p:attrNameLst>
                                          <p:attrName>fill.on</p:attrName>
                                        </p:attrNameLst>
                                      </p:cBhvr>
                                      <p:to>
                                        <p:strVal val="true"/>
                                      </p:to>
                                    </p:set>
                                  </p:childTnLst>
                                </p:cTn>
                              </p:par>
                              <p:par>
                                <p:cTn id="121" presetID="1" presetClass="emph" presetSubtype="1" nodeType="withEffect">
                                  <p:stCondLst>
                                    <p:cond delay="0"/>
                                  </p:stCondLst>
                                  <p:childTnLst>
                                    <p:set>
                                      <p:cBhvr>
                                        <p:cTn id="122" dur="indefinite"/>
                                        <p:tgtEl>
                                          <p:spTgt spid="67"/>
                                        </p:tgtEl>
                                        <p:attrNameLst>
                                          <p:attrName>fillcolor</p:attrName>
                                        </p:attrNameLst>
                                      </p:cBhvr>
                                      <p:to>
                                        <p:clrVal>
                                          <a:schemeClr val="bg1"/>
                                        </p:clrVal>
                                      </p:to>
                                    </p:set>
                                    <p:set>
                                      <p:cBhvr>
                                        <p:cTn id="123" dur="indefinite"/>
                                        <p:tgtEl>
                                          <p:spTgt spid="67"/>
                                        </p:tgtEl>
                                        <p:attrNameLst>
                                          <p:attrName>fill.type</p:attrName>
                                        </p:attrNameLst>
                                      </p:cBhvr>
                                      <p:to>
                                        <p:strVal val="solid"/>
                                      </p:to>
                                    </p:set>
                                    <p:set>
                                      <p:cBhvr>
                                        <p:cTn id="124" dur="indefinite"/>
                                        <p:tgtEl>
                                          <p:spTgt spid="67"/>
                                        </p:tgtEl>
                                        <p:attrNameLst>
                                          <p:attrName>fill.on</p:attrName>
                                        </p:attrNameLst>
                                      </p:cBhvr>
                                      <p:to>
                                        <p:strVal val="true"/>
                                      </p:to>
                                    </p:set>
                                  </p:childTnLst>
                                </p:cTn>
                              </p:par>
                            </p:childTnLst>
                          </p:cTn>
                        </p:par>
                      </p:childTnLst>
                    </p:cTn>
                  </p:par>
                  <p:par>
                    <p:cTn id="125" fill="hold">
                      <p:stCondLst>
                        <p:cond delay="indefinite"/>
                      </p:stCondLst>
                      <p:childTnLst>
                        <p:par>
                          <p:cTn id="126" fill="hold">
                            <p:stCondLst>
                              <p:cond delay="0"/>
                            </p:stCondLst>
                            <p:childTnLst>
                              <p:par>
                                <p:cTn id="127" presetID="1" presetClass="emph" presetSubtype="1" nodeType="clickEffect">
                                  <p:stCondLst>
                                    <p:cond delay="0"/>
                                  </p:stCondLst>
                                  <p:childTnLst>
                                    <p:set>
                                      <p:cBhvr>
                                        <p:cTn id="128" dur="indefinite"/>
                                        <p:tgtEl>
                                          <p:spTgt spid="64"/>
                                        </p:tgtEl>
                                        <p:attrNameLst>
                                          <p:attrName>fillcolor</p:attrName>
                                        </p:attrNameLst>
                                      </p:cBhvr>
                                      <p:to>
                                        <p:clrVal>
                                          <a:schemeClr val="accent2"/>
                                        </p:clrVal>
                                      </p:to>
                                    </p:set>
                                    <p:set>
                                      <p:cBhvr>
                                        <p:cTn id="129" dur="indefinite"/>
                                        <p:tgtEl>
                                          <p:spTgt spid="64"/>
                                        </p:tgtEl>
                                        <p:attrNameLst>
                                          <p:attrName>fill.type</p:attrName>
                                        </p:attrNameLst>
                                      </p:cBhvr>
                                      <p:to>
                                        <p:strVal val="solid"/>
                                      </p:to>
                                    </p:set>
                                    <p:set>
                                      <p:cBhvr>
                                        <p:cTn id="130" dur="indefinite"/>
                                        <p:tgtEl>
                                          <p:spTgt spid="64"/>
                                        </p:tgtEl>
                                        <p:attrNameLst>
                                          <p:attrName>fill.on</p:attrName>
                                        </p:attrNameLst>
                                      </p:cBhvr>
                                      <p:to>
                                        <p:strVal val="true"/>
                                      </p:to>
                                    </p:set>
                                  </p:childTnLst>
                                </p:cTn>
                              </p:par>
                              <p:par>
                                <p:cTn id="131" presetID="1" presetClass="emph" presetSubtype="1" nodeType="withEffect">
                                  <p:stCondLst>
                                    <p:cond delay="0"/>
                                  </p:stCondLst>
                                  <p:childTnLst>
                                    <p:set>
                                      <p:cBhvr>
                                        <p:cTn id="132" dur="indefinite"/>
                                        <p:tgtEl>
                                          <p:spTgt spid="65"/>
                                        </p:tgtEl>
                                        <p:attrNameLst>
                                          <p:attrName>fillcolor</p:attrName>
                                        </p:attrNameLst>
                                      </p:cBhvr>
                                      <p:to>
                                        <p:clrVal>
                                          <a:srgbClr val="00B050"/>
                                        </p:clrVal>
                                      </p:to>
                                    </p:set>
                                    <p:set>
                                      <p:cBhvr>
                                        <p:cTn id="133" dur="indefinite"/>
                                        <p:tgtEl>
                                          <p:spTgt spid="65"/>
                                        </p:tgtEl>
                                        <p:attrNameLst>
                                          <p:attrName>fill.type</p:attrName>
                                        </p:attrNameLst>
                                      </p:cBhvr>
                                      <p:to>
                                        <p:strVal val="solid"/>
                                      </p:to>
                                    </p:set>
                                    <p:set>
                                      <p:cBhvr>
                                        <p:cTn id="134" dur="indefinite"/>
                                        <p:tgtEl>
                                          <p:spTgt spid="65"/>
                                        </p:tgtEl>
                                        <p:attrNameLst>
                                          <p:attrName>fill.on</p:attrName>
                                        </p:attrNameLst>
                                      </p:cBhvr>
                                      <p:to>
                                        <p:strVal val="true"/>
                                      </p:to>
                                    </p:set>
                                  </p:childTnLst>
                                </p:cTn>
                              </p:par>
                            </p:childTnLst>
                          </p:cTn>
                        </p:par>
                      </p:childTnLst>
                    </p:cTn>
                  </p:par>
                  <p:par>
                    <p:cTn id="135" fill="hold">
                      <p:stCondLst>
                        <p:cond delay="indefinite"/>
                      </p:stCondLst>
                      <p:childTnLst>
                        <p:par>
                          <p:cTn id="136" fill="hold">
                            <p:stCondLst>
                              <p:cond delay="0"/>
                            </p:stCondLst>
                            <p:childTnLst>
                              <p:par>
                                <p:cTn id="137" presetID="1" presetClass="emph" presetSubtype="1" nodeType="clickEffect">
                                  <p:stCondLst>
                                    <p:cond delay="0"/>
                                  </p:stCondLst>
                                  <p:childTnLst>
                                    <p:set>
                                      <p:cBhvr>
                                        <p:cTn id="138" dur="indefinite"/>
                                        <p:tgtEl>
                                          <p:spTgt spid="67"/>
                                        </p:tgtEl>
                                        <p:attrNameLst>
                                          <p:attrName>fillcolor</p:attrName>
                                        </p:attrNameLst>
                                      </p:cBhvr>
                                      <p:to>
                                        <p:clrVal>
                                          <a:srgbClr val="00B050"/>
                                        </p:clrVal>
                                      </p:to>
                                    </p:set>
                                    <p:set>
                                      <p:cBhvr>
                                        <p:cTn id="139" dur="indefinite"/>
                                        <p:tgtEl>
                                          <p:spTgt spid="67"/>
                                        </p:tgtEl>
                                        <p:attrNameLst>
                                          <p:attrName>fill.type</p:attrName>
                                        </p:attrNameLst>
                                      </p:cBhvr>
                                      <p:to>
                                        <p:strVal val="solid"/>
                                      </p:to>
                                    </p:set>
                                    <p:set>
                                      <p:cBhvr>
                                        <p:cTn id="140" dur="indefinite"/>
                                        <p:tgtEl>
                                          <p:spTgt spid="67"/>
                                        </p:tgtEl>
                                        <p:attrNameLst>
                                          <p:attrName>fill.on</p:attrName>
                                        </p:attrNameLst>
                                      </p:cBhvr>
                                      <p:to>
                                        <p:strVal val="true"/>
                                      </p:to>
                                    </p:set>
                                  </p:childTnLst>
                                </p:cTn>
                              </p:par>
                            </p:childTnLst>
                          </p:cTn>
                        </p:par>
                      </p:childTnLst>
                    </p:cTn>
                  </p:par>
                  <p:par>
                    <p:cTn id="141" fill="hold">
                      <p:stCondLst>
                        <p:cond delay="indefinite"/>
                      </p:stCondLst>
                      <p:childTnLst>
                        <p:par>
                          <p:cTn id="142" fill="hold">
                            <p:stCondLst>
                              <p:cond delay="0"/>
                            </p:stCondLst>
                            <p:childTnLst>
                              <p:par>
                                <p:cTn id="143" presetID="1" presetClass="emph" presetSubtype="1" nodeType="clickEffect">
                                  <p:stCondLst>
                                    <p:cond delay="0"/>
                                  </p:stCondLst>
                                  <p:childTnLst>
                                    <p:set>
                                      <p:cBhvr>
                                        <p:cTn id="144" dur="indefinite"/>
                                        <p:tgtEl>
                                          <p:spTgt spid="71"/>
                                        </p:tgtEl>
                                        <p:attrNameLst>
                                          <p:attrName>fillcolor</p:attrName>
                                        </p:attrNameLst>
                                      </p:cBhvr>
                                      <p:to>
                                        <p:clrVal>
                                          <a:srgbClr val="00B050"/>
                                        </p:clrVal>
                                      </p:to>
                                    </p:set>
                                    <p:set>
                                      <p:cBhvr>
                                        <p:cTn id="145" dur="indefinite"/>
                                        <p:tgtEl>
                                          <p:spTgt spid="71"/>
                                        </p:tgtEl>
                                        <p:attrNameLst>
                                          <p:attrName>fill.type</p:attrName>
                                        </p:attrNameLst>
                                      </p:cBhvr>
                                      <p:to>
                                        <p:strVal val="solid"/>
                                      </p:to>
                                    </p:set>
                                    <p:set>
                                      <p:cBhvr>
                                        <p:cTn id="146" dur="indefinite"/>
                                        <p:tgtEl>
                                          <p:spTgt spid="71"/>
                                        </p:tgtEl>
                                        <p:attrNameLst>
                                          <p:attrName>fill.on</p:attrName>
                                        </p:attrNameLst>
                                      </p:cBhvr>
                                      <p:to>
                                        <p:strVal val="true"/>
                                      </p:to>
                                    </p:set>
                                  </p:childTnLst>
                                </p:cTn>
                              </p:par>
                            </p:childTnLst>
                          </p:cTn>
                        </p:par>
                      </p:childTnLst>
                    </p:cTn>
                  </p:par>
                  <p:par>
                    <p:cTn id="147" fill="hold">
                      <p:stCondLst>
                        <p:cond delay="indefinite"/>
                      </p:stCondLst>
                      <p:childTnLst>
                        <p:par>
                          <p:cTn id="148" fill="hold">
                            <p:stCondLst>
                              <p:cond delay="0"/>
                            </p:stCondLst>
                            <p:childTnLst>
                              <p:par>
                                <p:cTn id="149" presetID="3" presetClass="emph" presetSubtype="1" nodeType="clickEffect">
                                  <p:stCondLst>
                                    <p:cond delay="0"/>
                                  </p:stCondLst>
                                  <p:childTnLst>
                                    <p:set>
                                      <p:cBhvr override="childStyle">
                                        <p:cTn id="150" dur="indefinite"/>
                                        <p:tgtEl>
                                          <p:spTgt spid="21">
                                            <p:txEl>
                                              <p:pRg st="2" end="2"/>
                                            </p:txEl>
                                          </p:spTgt>
                                        </p:tgtEl>
                                        <p:attrNameLst>
                                          <p:attrName>style.color</p:attrName>
                                        </p:attrNameLst>
                                      </p:cBhvr>
                                      <p:to>
                                        <p:clrVal>
                                          <a:srgbClr val="000000"/>
                                        </p:clrVal>
                                      </p:to>
                                    </p:set>
                                  </p:childTnLst>
                                </p:cTn>
                              </p:par>
                            </p:childTnLst>
                          </p:cTn>
                        </p:par>
                      </p:childTnLst>
                    </p:cTn>
                  </p:par>
                  <p:par>
                    <p:cTn id="151" fill="hold">
                      <p:stCondLst>
                        <p:cond delay="indefinite"/>
                      </p:stCondLst>
                      <p:childTnLst>
                        <p:par>
                          <p:cTn id="152" fill="hold">
                            <p:stCondLst>
                              <p:cond delay="0"/>
                            </p:stCondLst>
                            <p:childTnLst>
                              <p:par>
                                <p:cTn id="153" presetID="1" presetClass="emph" presetSubtype="1" nodeType="clickEffect">
                                  <p:stCondLst>
                                    <p:cond delay="0"/>
                                  </p:stCondLst>
                                  <p:childTnLst>
                                    <p:set>
                                      <p:cBhvr>
                                        <p:cTn id="154" dur="indefinite"/>
                                        <p:tgtEl>
                                          <p:spTgt spid="66"/>
                                        </p:tgtEl>
                                        <p:attrNameLst>
                                          <p:attrName>fillcolor</p:attrName>
                                        </p:attrNameLst>
                                      </p:cBhvr>
                                      <p:to>
                                        <p:clrVal>
                                          <a:srgbClr val="00B050"/>
                                        </p:clrVal>
                                      </p:to>
                                    </p:set>
                                    <p:set>
                                      <p:cBhvr>
                                        <p:cTn id="155" dur="indefinite"/>
                                        <p:tgtEl>
                                          <p:spTgt spid="66"/>
                                        </p:tgtEl>
                                        <p:attrNameLst>
                                          <p:attrName>fill.type</p:attrName>
                                        </p:attrNameLst>
                                      </p:cBhvr>
                                      <p:to>
                                        <p:strVal val="solid"/>
                                      </p:to>
                                    </p:set>
                                    <p:set>
                                      <p:cBhvr>
                                        <p:cTn id="156" dur="indefinite"/>
                                        <p:tgtEl>
                                          <p:spTgt spid="66"/>
                                        </p:tgtEl>
                                        <p:attrNameLst>
                                          <p:attrName>fill.on</p:attrName>
                                        </p:attrNameLst>
                                      </p:cBhvr>
                                      <p:to>
                                        <p:strVal val="true"/>
                                      </p:to>
                                    </p:set>
                                  </p:childTnLst>
                                </p:cTn>
                              </p:par>
                              <p:par>
                                <p:cTn id="157" presetID="1" presetClass="emph" presetSubtype="1" nodeType="withEffect">
                                  <p:stCondLst>
                                    <p:cond delay="0"/>
                                  </p:stCondLst>
                                  <p:childTnLst>
                                    <p:set>
                                      <p:cBhvr>
                                        <p:cTn id="158" dur="indefinite"/>
                                        <p:tgtEl>
                                          <p:spTgt spid="65"/>
                                        </p:tgtEl>
                                        <p:attrNameLst>
                                          <p:attrName>fillcolor</p:attrName>
                                        </p:attrNameLst>
                                      </p:cBhvr>
                                      <p:to>
                                        <p:clrVal>
                                          <a:schemeClr val="bg1"/>
                                        </p:clrVal>
                                      </p:to>
                                    </p:set>
                                    <p:set>
                                      <p:cBhvr>
                                        <p:cTn id="159" dur="indefinite"/>
                                        <p:tgtEl>
                                          <p:spTgt spid="65"/>
                                        </p:tgtEl>
                                        <p:attrNameLst>
                                          <p:attrName>fill.type</p:attrName>
                                        </p:attrNameLst>
                                      </p:cBhvr>
                                      <p:to>
                                        <p:strVal val="solid"/>
                                      </p:to>
                                    </p:set>
                                    <p:set>
                                      <p:cBhvr>
                                        <p:cTn id="160" dur="indefinite"/>
                                        <p:tgtEl>
                                          <p:spTgt spid="65"/>
                                        </p:tgtEl>
                                        <p:attrNameLst>
                                          <p:attrName>fill.on</p:attrName>
                                        </p:attrNameLst>
                                      </p:cBhvr>
                                      <p:to>
                                        <p:strVal val="true"/>
                                      </p:to>
                                    </p:set>
                                  </p:childTnLst>
                                </p:cTn>
                              </p:par>
                              <p:par>
                                <p:cTn id="161" presetID="1" presetClass="emph" presetSubtype="1" nodeType="withEffect">
                                  <p:stCondLst>
                                    <p:cond delay="0"/>
                                  </p:stCondLst>
                                  <p:childTnLst>
                                    <p:set>
                                      <p:cBhvr>
                                        <p:cTn id="162" dur="indefinite"/>
                                        <p:tgtEl>
                                          <p:spTgt spid="67"/>
                                        </p:tgtEl>
                                        <p:attrNameLst>
                                          <p:attrName>fillcolor</p:attrName>
                                        </p:attrNameLst>
                                      </p:cBhvr>
                                      <p:to>
                                        <p:clrVal>
                                          <a:schemeClr val="bg1"/>
                                        </p:clrVal>
                                      </p:to>
                                    </p:set>
                                    <p:set>
                                      <p:cBhvr>
                                        <p:cTn id="163" dur="indefinite"/>
                                        <p:tgtEl>
                                          <p:spTgt spid="67"/>
                                        </p:tgtEl>
                                        <p:attrNameLst>
                                          <p:attrName>fill.type</p:attrName>
                                        </p:attrNameLst>
                                      </p:cBhvr>
                                      <p:to>
                                        <p:strVal val="solid"/>
                                      </p:to>
                                    </p:set>
                                    <p:set>
                                      <p:cBhvr>
                                        <p:cTn id="164" dur="indefinite"/>
                                        <p:tgtEl>
                                          <p:spTgt spid="67"/>
                                        </p:tgtEl>
                                        <p:attrNameLst>
                                          <p:attrName>fill.on</p:attrName>
                                        </p:attrNameLst>
                                      </p:cBhvr>
                                      <p:to>
                                        <p:strVal val="true"/>
                                      </p:to>
                                    </p:set>
                                  </p:childTnLst>
                                </p:cTn>
                              </p:par>
                            </p:childTnLst>
                          </p:cTn>
                        </p:par>
                      </p:childTnLst>
                    </p:cTn>
                  </p:par>
                  <p:par>
                    <p:cTn id="165" fill="hold">
                      <p:stCondLst>
                        <p:cond delay="indefinite"/>
                      </p:stCondLst>
                      <p:childTnLst>
                        <p:par>
                          <p:cTn id="166" fill="hold">
                            <p:stCondLst>
                              <p:cond delay="0"/>
                            </p:stCondLst>
                            <p:childTnLst>
                              <p:par>
                                <p:cTn id="167" presetID="3" presetClass="emph" presetSubtype="1" nodeType="clickEffect">
                                  <p:stCondLst>
                                    <p:cond delay="0"/>
                                  </p:stCondLst>
                                  <p:childTnLst>
                                    <p:set>
                                      <p:cBhvr override="childStyle">
                                        <p:cTn id="168" dur="indefinite"/>
                                        <p:tgtEl>
                                          <p:spTgt spid="22">
                                            <p:txEl>
                                              <p:pRg st="2" end="2"/>
                                            </p:txEl>
                                          </p:spTgt>
                                        </p:tgtEl>
                                        <p:attrNameLst>
                                          <p:attrName>style.color</p:attrName>
                                        </p:attrNameLst>
                                      </p:cBhvr>
                                      <p:to>
                                        <p:clrVal>
                                          <a:srgbClr val="000000"/>
                                        </p:clrVal>
                                      </p:to>
                                    </p:set>
                                  </p:childTnLst>
                                </p:cTn>
                              </p:par>
                            </p:childTnLst>
                          </p:cTn>
                        </p:par>
                      </p:childTnLst>
                    </p:cTn>
                  </p:par>
                  <p:par>
                    <p:cTn id="169" fill="hold">
                      <p:stCondLst>
                        <p:cond delay="indefinite"/>
                      </p:stCondLst>
                      <p:childTnLst>
                        <p:par>
                          <p:cTn id="170" fill="hold">
                            <p:stCondLst>
                              <p:cond delay="0"/>
                            </p:stCondLst>
                            <p:childTnLst>
                              <p:par>
                                <p:cTn id="171" presetID="1" presetClass="emph" presetSubtype="1" nodeType="clickEffect">
                                  <p:stCondLst>
                                    <p:cond delay="0"/>
                                  </p:stCondLst>
                                  <p:childTnLst>
                                    <p:set>
                                      <p:cBhvr>
                                        <p:cTn id="172" dur="indefinite"/>
                                        <p:tgtEl>
                                          <p:spTgt spid="64"/>
                                        </p:tgtEl>
                                        <p:attrNameLst>
                                          <p:attrName>fillcolor</p:attrName>
                                        </p:attrNameLst>
                                      </p:cBhvr>
                                      <p:to>
                                        <p:clrVal>
                                          <a:schemeClr val="bg1"/>
                                        </p:clrVal>
                                      </p:to>
                                    </p:set>
                                    <p:set>
                                      <p:cBhvr>
                                        <p:cTn id="173" dur="indefinite"/>
                                        <p:tgtEl>
                                          <p:spTgt spid="64"/>
                                        </p:tgtEl>
                                        <p:attrNameLst>
                                          <p:attrName>fill.type</p:attrName>
                                        </p:attrNameLst>
                                      </p:cBhvr>
                                      <p:to>
                                        <p:strVal val="solid"/>
                                      </p:to>
                                    </p:set>
                                    <p:set>
                                      <p:cBhvr>
                                        <p:cTn id="174" dur="indefinite"/>
                                        <p:tgtEl>
                                          <p:spTgt spid="64"/>
                                        </p:tgtEl>
                                        <p:attrNameLst>
                                          <p:attrName>fill.on</p:attrName>
                                        </p:attrNameLst>
                                      </p:cBhvr>
                                      <p:to>
                                        <p:strVal val="true"/>
                                      </p:to>
                                    </p:set>
                                  </p:childTnLst>
                                </p:cTn>
                              </p:par>
                              <p:par>
                                <p:cTn id="175" presetID="1" presetClass="emph" presetSubtype="1" nodeType="withEffect">
                                  <p:stCondLst>
                                    <p:cond delay="0"/>
                                  </p:stCondLst>
                                  <p:childTnLst>
                                    <p:set>
                                      <p:cBhvr>
                                        <p:cTn id="176" dur="indefinite"/>
                                        <p:tgtEl>
                                          <p:spTgt spid="66"/>
                                        </p:tgtEl>
                                        <p:attrNameLst>
                                          <p:attrName>fillcolor</p:attrName>
                                        </p:attrNameLst>
                                      </p:cBhvr>
                                      <p:to>
                                        <p:clrVal>
                                          <a:schemeClr val="bg1"/>
                                        </p:clrVal>
                                      </p:to>
                                    </p:set>
                                    <p:set>
                                      <p:cBhvr>
                                        <p:cTn id="177" dur="indefinite"/>
                                        <p:tgtEl>
                                          <p:spTgt spid="66"/>
                                        </p:tgtEl>
                                        <p:attrNameLst>
                                          <p:attrName>fill.type</p:attrName>
                                        </p:attrNameLst>
                                      </p:cBhvr>
                                      <p:to>
                                        <p:strVal val="solid"/>
                                      </p:to>
                                    </p:set>
                                    <p:set>
                                      <p:cBhvr>
                                        <p:cTn id="178" dur="indefinite"/>
                                        <p:tgtEl>
                                          <p:spTgt spid="66"/>
                                        </p:tgtEl>
                                        <p:attrNameLst>
                                          <p:attrName>fill.on</p:attrName>
                                        </p:attrNameLst>
                                      </p:cBhvr>
                                      <p:to>
                                        <p:strVal val="true"/>
                                      </p:to>
                                    </p:set>
                                  </p:childTnLst>
                                </p:cTn>
                              </p:par>
                              <p:par>
                                <p:cTn id="179" presetID="1" presetClass="emph" presetSubtype="1" nodeType="withEffect">
                                  <p:stCondLst>
                                    <p:cond delay="0"/>
                                  </p:stCondLst>
                                  <p:childTnLst>
                                    <p:set>
                                      <p:cBhvr>
                                        <p:cTn id="180" dur="indefinite"/>
                                        <p:tgtEl>
                                          <p:spTgt spid="71"/>
                                        </p:tgtEl>
                                        <p:attrNameLst>
                                          <p:attrName>fillcolor</p:attrName>
                                        </p:attrNameLst>
                                      </p:cBhvr>
                                      <p:to>
                                        <p:clrVal>
                                          <a:schemeClr val="bg1"/>
                                        </p:clrVal>
                                      </p:to>
                                    </p:set>
                                    <p:set>
                                      <p:cBhvr>
                                        <p:cTn id="181" dur="indefinite"/>
                                        <p:tgtEl>
                                          <p:spTgt spid="71"/>
                                        </p:tgtEl>
                                        <p:attrNameLst>
                                          <p:attrName>fill.type</p:attrName>
                                        </p:attrNameLst>
                                      </p:cBhvr>
                                      <p:to>
                                        <p:strVal val="solid"/>
                                      </p:to>
                                    </p:set>
                                    <p:set>
                                      <p:cBhvr>
                                        <p:cTn id="182" dur="indefinite"/>
                                        <p:tgtEl>
                                          <p:spTgt spid="71"/>
                                        </p:tgtEl>
                                        <p:attrNameLst>
                                          <p:attrName>fill.on</p:attrName>
                                        </p:attrNameLst>
                                      </p:cBhvr>
                                      <p:to>
                                        <p:strVal val="true"/>
                                      </p:to>
                                    </p:set>
                                  </p:childTnLst>
                                </p:cTn>
                              </p:par>
                            </p:childTnLst>
                          </p:cTn>
                        </p:par>
                      </p:childTnLst>
                    </p:cTn>
                  </p:par>
                  <p:par>
                    <p:cTn id="183" fill="hold">
                      <p:stCondLst>
                        <p:cond delay="indefinite"/>
                      </p:stCondLst>
                      <p:childTnLst>
                        <p:par>
                          <p:cTn id="184" fill="hold">
                            <p:stCondLst>
                              <p:cond delay="0"/>
                            </p:stCondLst>
                            <p:childTnLst>
                              <p:par>
                                <p:cTn id="185" presetID="1" presetClass="emph" presetSubtype="1" nodeType="clickEffect">
                                  <p:stCondLst>
                                    <p:cond delay="0"/>
                                  </p:stCondLst>
                                  <p:childTnLst>
                                    <p:set>
                                      <p:cBhvr>
                                        <p:cTn id="186" dur="indefinite"/>
                                        <p:tgtEl>
                                          <p:spTgt spid="68"/>
                                        </p:tgtEl>
                                        <p:attrNameLst>
                                          <p:attrName>fillcolor</p:attrName>
                                        </p:attrNameLst>
                                      </p:cBhvr>
                                      <p:to>
                                        <p:clrVal>
                                          <a:schemeClr val="accent2"/>
                                        </p:clrVal>
                                      </p:to>
                                    </p:set>
                                    <p:set>
                                      <p:cBhvr>
                                        <p:cTn id="187" dur="indefinite"/>
                                        <p:tgtEl>
                                          <p:spTgt spid="68"/>
                                        </p:tgtEl>
                                        <p:attrNameLst>
                                          <p:attrName>fill.type</p:attrName>
                                        </p:attrNameLst>
                                      </p:cBhvr>
                                      <p:to>
                                        <p:strVal val="solid"/>
                                      </p:to>
                                    </p:set>
                                    <p:set>
                                      <p:cBhvr>
                                        <p:cTn id="188" dur="indefinite"/>
                                        <p:tgtEl>
                                          <p:spTgt spid="68"/>
                                        </p:tgtEl>
                                        <p:attrNameLst>
                                          <p:attrName>fill.on</p:attrName>
                                        </p:attrNameLst>
                                      </p:cBhvr>
                                      <p:to>
                                        <p:strVal val="true"/>
                                      </p:to>
                                    </p:set>
                                  </p:childTnLst>
                                </p:cTn>
                              </p:par>
                              <p:par>
                                <p:cTn id="189" presetID="1" presetClass="emph" presetSubtype="1" nodeType="withEffect">
                                  <p:stCondLst>
                                    <p:cond delay="0"/>
                                  </p:stCondLst>
                                  <p:childTnLst>
                                    <p:set>
                                      <p:cBhvr>
                                        <p:cTn id="190" dur="indefinite"/>
                                        <p:tgtEl>
                                          <p:spTgt spid="69"/>
                                        </p:tgtEl>
                                        <p:attrNameLst>
                                          <p:attrName>fillcolor</p:attrName>
                                        </p:attrNameLst>
                                      </p:cBhvr>
                                      <p:to>
                                        <p:clrVal>
                                          <a:srgbClr val="00B050"/>
                                        </p:clrVal>
                                      </p:to>
                                    </p:set>
                                    <p:set>
                                      <p:cBhvr>
                                        <p:cTn id="191" dur="indefinite"/>
                                        <p:tgtEl>
                                          <p:spTgt spid="69"/>
                                        </p:tgtEl>
                                        <p:attrNameLst>
                                          <p:attrName>fill.type</p:attrName>
                                        </p:attrNameLst>
                                      </p:cBhvr>
                                      <p:to>
                                        <p:strVal val="solid"/>
                                      </p:to>
                                    </p:set>
                                    <p:set>
                                      <p:cBhvr>
                                        <p:cTn id="192" dur="indefinite"/>
                                        <p:tgtEl>
                                          <p:spTgt spid="69"/>
                                        </p:tgtEl>
                                        <p:attrNameLst>
                                          <p:attrName>fill.on</p:attrName>
                                        </p:attrNameLst>
                                      </p:cBhvr>
                                      <p:to>
                                        <p:strVal val="true"/>
                                      </p:to>
                                    </p:set>
                                  </p:childTnLst>
                                </p:cTn>
                              </p:par>
                            </p:childTnLst>
                          </p:cTn>
                        </p:par>
                      </p:childTnLst>
                    </p:cTn>
                  </p:par>
                  <p:par>
                    <p:cTn id="193" fill="hold">
                      <p:stCondLst>
                        <p:cond delay="indefinite"/>
                      </p:stCondLst>
                      <p:childTnLst>
                        <p:par>
                          <p:cTn id="194" fill="hold">
                            <p:stCondLst>
                              <p:cond delay="0"/>
                            </p:stCondLst>
                            <p:childTnLst>
                              <p:par>
                                <p:cTn id="195" presetID="1" presetClass="emph" presetSubtype="1" nodeType="clickEffect">
                                  <p:stCondLst>
                                    <p:cond delay="0"/>
                                  </p:stCondLst>
                                  <p:childTnLst>
                                    <p:set>
                                      <p:cBhvr>
                                        <p:cTn id="196" dur="indefinite"/>
                                        <p:tgtEl>
                                          <p:spTgt spid="63"/>
                                        </p:tgtEl>
                                        <p:attrNameLst>
                                          <p:attrName>fillcolor</p:attrName>
                                        </p:attrNameLst>
                                      </p:cBhvr>
                                      <p:to>
                                        <p:clrVal>
                                          <a:srgbClr val="00B050"/>
                                        </p:clrVal>
                                      </p:to>
                                    </p:set>
                                    <p:set>
                                      <p:cBhvr>
                                        <p:cTn id="197" dur="indefinite"/>
                                        <p:tgtEl>
                                          <p:spTgt spid="63"/>
                                        </p:tgtEl>
                                        <p:attrNameLst>
                                          <p:attrName>fill.type</p:attrName>
                                        </p:attrNameLst>
                                      </p:cBhvr>
                                      <p:to>
                                        <p:strVal val="solid"/>
                                      </p:to>
                                    </p:set>
                                    <p:set>
                                      <p:cBhvr>
                                        <p:cTn id="198" dur="indefinite"/>
                                        <p:tgtEl>
                                          <p:spTgt spid="63"/>
                                        </p:tgtEl>
                                        <p:attrNameLst>
                                          <p:attrName>fill.on</p:attrName>
                                        </p:attrNameLst>
                                      </p:cBhvr>
                                      <p:to>
                                        <p:strVal val="true"/>
                                      </p:to>
                                    </p:set>
                                  </p:childTnLst>
                                </p:cTn>
                              </p:par>
                            </p:childTnLst>
                          </p:cTn>
                        </p:par>
                      </p:childTnLst>
                    </p:cTn>
                  </p:par>
                  <p:par>
                    <p:cTn id="199" fill="hold">
                      <p:stCondLst>
                        <p:cond delay="indefinite"/>
                      </p:stCondLst>
                      <p:childTnLst>
                        <p:par>
                          <p:cTn id="200" fill="hold">
                            <p:stCondLst>
                              <p:cond delay="0"/>
                            </p:stCondLst>
                            <p:childTnLst>
                              <p:par>
                                <p:cTn id="201" presetID="1" presetClass="emph" presetSubtype="1" nodeType="clickEffect">
                                  <p:stCondLst>
                                    <p:cond delay="0"/>
                                  </p:stCondLst>
                                  <p:childTnLst>
                                    <p:set>
                                      <p:cBhvr>
                                        <p:cTn id="202" dur="indefinite"/>
                                        <p:tgtEl>
                                          <p:spTgt spid="71"/>
                                        </p:tgtEl>
                                        <p:attrNameLst>
                                          <p:attrName>fillcolor</p:attrName>
                                        </p:attrNameLst>
                                      </p:cBhvr>
                                      <p:to>
                                        <p:clrVal>
                                          <a:srgbClr val="00B050"/>
                                        </p:clrVal>
                                      </p:to>
                                    </p:set>
                                    <p:set>
                                      <p:cBhvr>
                                        <p:cTn id="203" dur="indefinite"/>
                                        <p:tgtEl>
                                          <p:spTgt spid="71"/>
                                        </p:tgtEl>
                                        <p:attrNameLst>
                                          <p:attrName>fill.type</p:attrName>
                                        </p:attrNameLst>
                                      </p:cBhvr>
                                      <p:to>
                                        <p:strVal val="solid"/>
                                      </p:to>
                                    </p:set>
                                    <p:set>
                                      <p:cBhvr>
                                        <p:cTn id="204" dur="indefinite"/>
                                        <p:tgtEl>
                                          <p:spTgt spid="71"/>
                                        </p:tgtEl>
                                        <p:attrNameLst>
                                          <p:attrName>fill.on</p:attrName>
                                        </p:attrNameLst>
                                      </p:cBhvr>
                                      <p:to>
                                        <p:strVal val="true"/>
                                      </p:to>
                                    </p:set>
                                  </p:childTnLst>
                                </p:cTn>
                              </p:par>
                            </p:childTnLst>
                          </p:cTn>
                        </p:par>
                      </p:childTnLst>
                    </p:cTn>
                  </p:par>
                  <p:par>
                    <p:cTn id="205" fill="hold">
                      <p:stCondLst>
                        <p:cond delay="indefinite"/>
                      </p:stCondLst>
                      <p:childTnLst>
                        <p:par>
                          <p:cTn id="206" fill="hold">
                            <p:stCondLst>
                              <p:cond delay="0"/>
                            </p:stCondLst>
                            <p:childTnLst>
                              <p:par>
                                <p:cTn id="207" presetID="3" presetClass="emph" presetSubtype="1" nodeType="clickEffect">
                                  <p:stCondLst>
                                    <p:cond delay="0"/>
                                  </p:stCondLst>
                                  <p:childTnLst>
                                    <p:set>
                                      <p:cBhvr override="childStyle">
                                        <p:cTn id="208" dur="indefinite"/>
                                        <p:tgtEl>
                                          <p:spTgt spid="21">
                                            <p:txEl>
                                              <p:pRg st="3" end="3"/>
                                            </p:txEl>
                                          </p:spTgt>
                                        </p:tgtEl>
                                        <p:attrNameLst>
                                          <p:attrName>style.color</p:attrName>
                                        </p:attrNameLst>
                                      </p:cBhvr>
                                      <p:to>
                                        <p:clrVal>
                                          <a:srgbClr val="000000"/>
                                        </p:clrVal>
                                      </p:to>
                                    </p:set>
                                  </p:childTnLst>
                                </p:cTn>
                              </p:par>
                            </p:childTnLst>
                          </p:cTn>
                        </p:par>
                      </p:childTnLst>
                    </p:cTn>
                  </p:par>
                  <p:par>
                    <p:cTn id="209" fill="hold">
                      <p:stCondLst>
                        <p:cond delay="indefinite"/>
                      </p:stCondLst>
                      <p:childTnLst>
                        <p:par>
                          <p:cTn id="210" fill="hold">
                            <p:stCondLst>
                              <p:cond delay="0"/>
                            </p:stCondLst>
                            <p:childTnLst>
                              <p:par>
                                <p:cTn id="211" presetID="1" presetClass="emph" presetSubtype="1" nodeType="clickEffect">
                                  <p:stCondLst>
                                    <p:cond delay="0"/>
                                  </p:stCondLst>
                                  <p:childTnLst>
                                    <p:set>
                                      <p:cBhvr>
                                        <p:cTn id="212" dur="indefinite"/>
                                        <p:tgtEl>
                                          <p:spTgt spid="70"/>
                                        </p:tgtEl>
                                        <p:attrNameLst>
                                          <p:attrName>fillcolor</p:attrName>
                                        </p:attrNameLst>
                                      </p:cBhvr>
                                      <p:to>
                                        <p:clrVal>
                                          <a:srgbClr val="00B050"/>
                                        </p:clrVal>
                                      </p:to>
                                    </p:set>
                                    <p:set>
                                      <p:cBhvr>
                                        <p:cTn id="213" dur="indefinite"/>
                                        <p:tgtEl>
                                          <p:spTgt spid="70"/>
                                        </p:tgtEl>
                                        <p:attrNameLst>
                                          <p:attrName>fill.type</p:attrName>
                                        </p:attrNameLst>
                                      </p:cBhvr>
                                      <p:to>
                                        <p:strVal val="solid"/>
                                      </p:to>
                                    </p:set>
                                    <p:set>
                                      <p:cBhvr>
                                        <p:cTn id="214" dur="indefinite"/>
                                        <p:tgtEl>
                                          <p:spTgt spid="70"/>
                                        </p:tgtEl>
                                        <p:attrNameLst>
                                          <p:attrName>fill.on</p:attrName>
                                        </p:attrNameLst>
                                      </p:cBhvr>
                                      <p:to>
                                        <p:strVal val="true"/>
                                      </p:to>
                                    </p:set>
                                  </p:childTnLst>
                                </p:cTn>
                              </p:par>
                              <p:par>
                                <p:cTn id="215" presetID="1" presetClass="emph" presetSubtype="1" nodeType="withEffect">
                                  <p:stCondLst>
                                    <p:cond delay="0"/>
                                  </p:stCondLst>
                                  <p:childTnLst>
                                    <p:set>
                                      <p:cBhvr>
                                        <p:cTn id="216" dur="indefinite"/>
                                        <p:tgtEl>
                                          <p:spTgt spid="69"/>
                                        </p:tgtEl>
                                        <p:attrNameLst>
                                          <p:attrName>fillcolor</p:attrName>
                                        </p:attrNameLst>
                                      </p:cBhvr>
                                      <p:to>
                                        <p:clrVal>
                                          <a:schemeClr val="bg1"/>
                                        </p:clrVal>
                                      </p:to>
                                    </p:set>
                                    <p:set>
                                      <p:cBhvr>
                                        <p:cTn id="217" dur="indefinite"/>
                                        <p:tgtEl>
                                          <p:spTgt spid="69"/>
                                        </p:tgtEl>
                                        <p:attrNameLst>
                                          <p:attrName>fill.type</p:attrName>
                                        </p:attrNameLst>
                                      </p:cBhvr>
                                      <p:to>
                                        <p:strVal val="solid"/>
                                      </p:to>
                                    </p:set>
                                    <p:set>
                                      <p:cBhvr>
                                        <p:cTn id="218" dur="indefinite"/>
                                        <p:tgtEl>
                                          <p:spTgt spid="69"/>
                                        </p:tgtEl>
                                        <p:attrNameLst>
                                          <p:attrName>fill.on</p:attrName>
                                        </p:attrNameLst>
                                      </p:cBhvr>
                                      <p:to>
                                        <p:strVal val="true"/>
                                      </p:to>
                                    </p:set>
                                  </p:childTnLst>
                                </p:cTn>
                              </p:par>
                              <p:par>
                                <p:cTn id="219" presetID="1" presetClass="emph" presetSubtype="1" nodeType="withEffect">
                                  <p:stCondLst>
                                    <p:cond delay="0"/>
                                  </p:stCondLst>
                                  <p:childTnLst>
                                    <p:set>
                                      <p:cBhvr>
                                        <p:cTn id="220" dur="indefinite"/>
                                        <p:tgtEl>
                                          <p:spTgt spid="71"/>
                                        </p:tgtEl>
                                        <p:attrNameLst>
                                          <p:attrName>fillcolor</p:attrName>
                                        </p:attrNameLst>
                                      </p:cBhvr>
                                      <p:to>
                                        <p:clrVal>
                                          <a:srgbClr val="FFFFFF"/>
                                        </p:clrVal>
                                      </p:to>
                                    </p:set>
                                    <p:set>
                                      <p:cBhvr>
                                        <p:cTn id="221" dur="indefinite"/>
                                        <p:tgtEl>
                                          <p:spTgt spid="71"/>
                                        </p:tgtEl>
                                        <p:attrNameLst>
                                          <p:attrName>fill.type</p:attrName>
                                        </p:attrNameLst>
                                      </p:cBhvr>
                                      <p:to>
                                        <p:strVal val="solid"/>
                                      </p:to>
                                    </p:set>
                                    <p:set>
                                      <p:cBhvr>
                                        <p:cTn id="222" dur="indefinite"/>
                                        <p:tgtEl>
                                          <p:spTgt spid="71"/>
                                        </p:tgtEl>
                                        <p:attrNameLst>
                                          <p:attrName>fill.on</p:attrName>
                                        </p:attrNameLst>
                                      </p:cBhvr>
                                      <p:to>
                                        <p:strVal val="true"/>
                                      </p:to>
                                    </p:set>
                                  </p:childTnLst>
                                </p:cTn>
                              </p:par>
                              <p:par>
                                <p:cTn id="223" presetID="1" presetClass="emph" presetSubtype="1" nodeType="withEffect">
                                  <p:stCondLst>
                                    <p:cond delay="0"/>
                                  </p:stCondLst>
                                  <p:childTnLst>
                                    <p:set>
                                      <p:cBhvr>
                                        <p:cTn id="224" dur="indefinite"/>
                                        <p:tgtEl>
                                          <p:spTgt spid="63"/>
                                        </p:tgtEl>
                                        <p:attrNameLst>
                                          <p:attrName>fillcolor</p:attrName>
                                        </p:attrNameLst>
                                      </p:cBhvr>
                                      <p:to>
                                        <p:clrVal>
                                          <a:schemeClr val="bg1"/>
                                        </p:clrVal>
                                      </p:to>
                                    </p:set>
                                    <p:set>
                                      <p:cBhvr>
                                        <p:cTn id="225" dur="indefinite"/>
                                        <p:tgtEl>
                                          <p:spTgt spid="63"/>
                                        </p:tgtEl>
                                        <p:attrNameLst>
                                          <p:attrName>fill.type</p:attrName>
                                        </p:attrNameLst>
                                      </p:cBhvr>
                                      <p:to>
                                        <p:strVal val="solid"/>
                                      </p:to>
                                    </p:set>
                                    <p:set>
                                      <p:cBhvr>
                                        <p:cTn id="226" dur="indefinite"/>
                                        <p:tgtEl>
                                          <p:spTgt spid="63"/>
                                        </p:tgtEl>
                                        <p:attrNameLst>
                                          <p:attrName>fill.on</p:attrName>
                                        </p:attrNameLst>
                                      </p:cBhvr>
                                      <p:to>
                                        <p:strVal val="true"/>
                                      </p:to>
                                    </p:set>
                                  </p:childTnLst>
                                </p:cTn>
                              </p:par>
                            </p:childTnLst>
                          </p:cTn>
                        </p:par>
                      </p:childTnLst>
                    </p:cTn>
                  </p:par>
                  <p:par>
                    <p:cTn id="227" fill="hold">
                      <p:stCondLst>
                        <p:cond delay="indefinite"/>
                      </p:stCondLst>
                      <p:childTnLst>
                        <p:par>
                          <p:cTn id="228" fill="hold">
                            <p:stCondLst>
                              <p:cond delay="0"/>
                            </p:stCondLst>
                            <p:childTnLst>
                              <p:par>
                                <p:cTn id="229" presetID="3" presetClass="emph" presetSubtype="1" nodeType="clickEffect">
                                  <p:stCondLst>
                                    <p:cond delay="0"/>
                                  </p:stCondLst>
                                  <p:childTnLst>
                                    <p:set>
                                      <p:cBhvr override="childStyle">
                                        <p:cTn id="230" dur="indefinite"/>
                                        <p:tgtEl>
                                          <p:spTgt spid="22">
                                            <p:txEl>
                                              <p:pRg st="3" end="3"/>
                                            </p:txEl>
                                          </p:spTgt>
                                        </p:tgtEl>
                                        <p:attrNameLst>
                                          <p:attrName>style.color</p:attrName>
                                        </p:attrNameLst>
                                      </p:cBhvr>
                                      <p:to>
                                        <p:clrVal>
                                          <a:srgbClr val="000000"/>
                                        </p:clrVal>
                                      </p:to>
                                    </p:set>
                                  </p:childTnLst>
                                </p:cTn>
                              </p:par>
                            </p:childTnLst>
                          </p:cTn>
                        </p:par>
                      </p:childTnLst>
                    </p:cTn>
                  </p:par>
                  <p:par>
                    <p:cTn id="231" fill="hold">
                      <p:stCondLst>
                        <p:cond delay="indefinite"/>
                      </p:stCondLst>
                      <p:childTnLst>
                        <p:par>
                          <p:cTn id="232" fill="hold">
                            <p:stCondLst>
                              <p:cond delay="0"/>
                            </p:stCondLst>
                            <p:childTnLst>
                              <p:par>
                                <p:cTn id="233" presetID="1" presetClass="emph" presetSubtype="1" nodeType="clickEffect">
                                  <p:stCondLst>
                                    <p:cond delay="0"/>
                                  </p:stCondLst>
                                  <p:childTnLst>
                                    <p:set>
                                      <p:cBhvr>
                                        <p:cTn id="234" dur="indefinite"/>
                                        <p:tgtEl>
                                          <p:spTgt spid="68"/>
                                        </p:tgtEl>
                                        <p:attrNameLst>
                                          <p:attrName>fillcolor</p:attrName>
                                        </p:attrNameLst>
                                      </p:cBhvr>
                                      <p:to>
                                        <p:clrVal>
                                          <a:schemeClr val="bg1"/>
                                        </p:clrVal>
                                      </p:to>
                                    </p:set>
                                    <p:set>
                                      <p:cBhvr>
                                        <p:cTn id="235" dur="indefinite"/>
                                        <p:tgtEl>
                                          <p:spTgt spid="68"/>
                                        </p:tgtEl>
                                        <p:attrNameLst>
                                          <p:attrName>fill.type</p:attrName>
                                        </p:attrNameLst>
                                      </p:cBhvr>
                                      <p:to>
                                        <p:strVal val="solid"/>
                                      </p:to>
                                    </p:set>
                                    <p:set>
                                      <p:cBhvr>
                                        <p:cTn id="236" dur="indefinite"/>
                                        <p:tgtEl>
                                          <p:spTgt spid="68"/>
                                        </p:tgtEl>
                                        <p:attrNameLst>
                                          <p:attrName>fill.on</p:attrName>
                                        </p:attrNameLst>
                                      </p:cBhvr>
                                      <p:to>
                                        <p:strVal val="true"/>
                                      </p:to>
                                    </p:set>
                                  </p:childTnLst>
                                </p:cTn>
                              </p:par>
                              <p:par>
                                <p:cTn id="237" presetID="1" presetClass="emph" presetSubtype="1" nodeType="withEffect">
                                  <p:stCondLst>
                                    <p:cond delay="0"/>
                                  </p:stCondLst>
                                  <p:childTnLst>
                                    <p:set>
                                      <p:cBhvr>
                                        <p:cTn id="238" dur="indefinite"/>
                                        <p:tgtEl>
                                          <p:spTgt spid="70"/>
                                        </p:tgtEl>
                                        <p:attrNameLst>
                                          <p:attrName>fillcolor</p:attrName>
                                        </p:attrNameLst>
                                      </p:cBhvr>
                                      <p:to>
                                        <p:clrVal>
                                          <a:schemeClr val="bg1"/>
                                        </p:clrVal>
                                      </p:to>
                                    </p:set>
                                    <p:set>
                                      <p:cBhvr>
                                        <p:cTn id="239" dur="indefinite"/>
                                        <p:tgtEl>
                                          <p:spTgt spid="70"/>
                                        </p:tgtEl>
                                        <p:attrNameLst>
                                          <p:attrName>fill.type</p:attrName>
                                        </p:attrNameLst>
                                      </p:cBhvr>
                                      <p:to>
                                        <p:strVal val="solid"/>
                                      </p:to>
                                    </p:set>
                                    <p:set>
                                      <p:cBhvr>
                                        <p:cTn id="240" dur="indefinite"/>
                                        <p:tgtEl>
                                          <p:spTgt spid="70"/>
                                        </p:tgtEl>
                                        <p:attrNameLst>
                                          <p:attrName>fill.on</p:attrName>
                                        </p:attrNameLst>
                                      </p:cBhvr>
                                      <p:to>
                                        <p:strVal val="true"/>
                                      </p:to>
                                    </p:set>
                                  </p:childTnLst>
                                </p:cTn>
                              </p:par>
                            </p:childTnLst>
                          </p:cTn>
                        </p:par>
                      </p:childTnLst>
                    </p:cTn>
                  </p:par>
                  <p:par>
                    <p:cTn id="241" fill="hold">
                      <p:stCondLst>
                        <p:cond delay="indefinite"/>
                      </p:stCondLst>
                      <p:childTnLst>
                        <p:par>
                          <p:cTn id="242" fill="hold">
                            <p:stCondLst>
                              <p:cond delay="0"/>
                            </p:stCondLst>
                            <p:childTnLst>
                              <p:par>
                                <p:cTn id="243" presetID="3" presetClass="emph" presetSubtype="1" nodeType="clickEffect">
                                  <p:stCondLst>
                                    <p:cond delay="0"/>
                                  </p:stCondLst>
                                  <p:childTnLst>
                                    <p:set>
                                      <p:cBhvr override="childStyle">
                                        <p:cTn id="244" dur="indefinite"/>
                                        <p:tgtEl>
                                          <p:spTgt spid="4">
                                            <p:txEl>
                                              <p:pRg st="9" end="9"/>
                                            </p:txEl>
                                          </p:spTgt>
                                        </p:tgtEl>
                                        <p:attrNameLst>
                                          <p:attrName>style.color</p:attrName>
                                        </p:attrNameLst>
                                      </p:cBhvr>
                                      <p:to>
                                        <p:clrVal>
                                          <a:srgbClr val="0E57C4"/>
                                        </p:clrVal>
                                      </p:to>
                                    </p:set>
                                  </p:childTnLst>
                                </p:cTn>
                              </p:par>
                            </p:childTnLst>
                          </p:cTn>
                        </p:par>
                      </p:childTnLst>
                    </p:cTn>
                  </p:par>
                  <p:par>
                    <p:cTn id="245" fill="hold">
                      <p:stCondLst>
                        <p:cond delay="indefinite"/>
                      </p:stCondLst>
                      <p:childTnLst>
                        <p:par>
                          <p:cTn id="246" fill="hold">
                            <p:stCondLst>
                              <p:cond delay="0"/>
                            </p:stCondLst>
                            <p:childTnLst>
                              <p:par>
                                <p:cTn id="247" presetID="3" presetClass="emph" presetSubtype="1" nodeType="clickEffect">
                                  <p:stCondLst>
                                    <p:cond delay="0"/>
                                  </p:stCondLst>
                                  <p:childTnLst>
                                    <p:set>
                                      <p:cBhvr override="childStyle">
                                        <p:cTn id="248" dur="indefinite"/>
                                        <p:tgtEl>
                                          <p:spTgt spid="4">
                                            <p:txEl>
                                              <p:pRg st="6" end="6"/>
                                            </p:txEl>
                                          </p:spTgt>
                                        </p:tgtEl>
                                        <p:attrNameLst>
                                          <p:attrName>style.color</p:attrName>
                                        </p:attrNameLst>
                                      </p:cBhvr>
                                      <p:to>
                                        <p:clrVal>
                                          <a:srgbClr val="0E57C4"/>
                                        </p:clrVal>
                                      </p:to>
                                    </p:set>
                                  </p:childTnLst>
                                </p:cTn>
                              </p:par>
                              <p:par>
                                <p:cTn id="249" presetID="3" presetClass="emph" presetSubtype="1" nodeType="withEffect">
                                  <p:stCondLst>
                                    <p:cond delay="0"/>
                                  </p:stCondLst>
                                  <p:childTnLst>
                                    <p:set>
                                      <p:cBhvr override="childStyle">
                                        <p:cTn id="250" dur="indefinite"/>
                                        <p:tgtEl>
                                          <p:spTgt spid="4">
                                            <p:txEl>
                                              <p:pRg st="7" end="7"/>
                                            </p:txEl>
                                          </p:spTgt>
                                        </p:tgtEl>
                                        <p:attrNameLst>
                                          <p:attrName>style.color</p:attrName>
                                        </p:attrNameLst>
                                      </p:cBhvr>
                                      <p:to>
                                        <p:clrVal>
                                          <a:srgbClr val="0E57C4"/>
                                        </p:clrVal>
                                      </p:to>
                                    </p:set>
                                  </p:childTnLst>
                                </p:cTn>
                              </p:par>
                            </p:childTnLst>
                          </p:cTn>
                        </p:par>
                      </p:childTnLst>
                    </p:cTn>
                  </p:par>
                  <p:par>
                    <p:cTn id="251" fill="hold">
                      <p:stCondLst>
                        <p:cond delay="indefinite"/>
                      </p:stCondLst>
                      <p:childTnLst>
                        <p:par>
                          <p:cTn id="252" fill="hold">
                            <p:stCondLst>
                              <p:cond delay="0"/>
                            </p:stCondLst>
                            <p:childTnLst>
                              <p:par>
                                <p:cTn id="253" presetID="3" presetClass="emph" presetSubtype="1" nodeType="clickEffect">
                                  <p:stCondLst>
                                    <p:cond delay="0"/>
                                  </p:stCondLst>
                                  <p:childTnLst>
                                    <p:set>
                                      <p:cBhvr override="childStyle">
                                        <p:cTn id="254" dur="indefinite"/>
                                        <p:tgtEl>
                                          <p:spTgt spid="21">
                                            <p:txEl>
                                              <p:pRg st="1" end="1"/>
                                            </p:txEl>
                                          </p:spTgt>
                                        </p:tgtEl>
                                        <p:attrNameLst>
                                          <p:attrName>style.color</p:attrName>
                                        </p:attrNameLst>
                                      </p:cBhvr>
                                      <p:to>
                                        <p:clrVal>
                                          <a:srgbClr val="0E57C4"/>
                                        </p:clrVal>
                                      </p:to>
                                    </p:set>
                                  </p:childTnLst>
                                </p:cTn>
                              </p:par>
                              <p:par>
                                <p:cTn id="255" presetID="3" presetClass="emph" presetSubtype="1" nodeType="withEffect">
                                  <p:stCondLst>
                                    <p:cond delay="0"/>
                                  </p:stCondLst>
                                  <p:childTnLst>
                                    <p:set>
                                      <p:cBhvr override="childStyle">
                                        <p:cTn id="256" dur="indefinite"/>
                                        <p:tgtEl>
                                          <p:spTgt spid="21">
                                            <p:txEl>
                                              <p:pRg st="2" end="2"/>
                                            </p:txEl>
                                          </p:spTgt>
                                        </p:tgtEl>
                                        <p:attrNameLst>
                                          <p:attrName>style.color</p:attrName>
                                        </p:attrNameLst>
                                      </p:cBhvr>
                                      <p:to>
                                        <p:clrVal>
                                          <a:srgbClr val="0E57C4"/>
                                        </p:clrVal>
                                      </p:to>
                                    </p:set>
                                  </p:childTnLst>
                                </p:cTn>
                              </p:par>
                            </p:childTnLst>
                          </p:cTn>
                        </p:par>
                      </p:childTnLst>
                    </p:cTn>
                  </p:par>
                  <p:par>
                    <p:cTn id="257" fill="hold">
                      <p:stCondLst>
                        <p:cond delay="indefinite"/>
                      </p:stCondLst>
                      <p:childTnLst>
                        <p:par>
                          <p:cTn id="258" fill="hold">
                            <p:stCondLst>
                              <p:cond delay="0"/>
                            </p:stCondLst>
                            <p:childTnLst>
                              <p:par>
                                <p:cTn id="259" presetID="3" presetClass="emph" presetSubtype="1" nodeType="clickEffect">
                                  <p:stCondLst>
                                    <p:cond delay="0"/>
                                  </p:stCondLst>
                                  <p:childTnLst>
                                    <p:set>
                                      <p:cBhvr override="childStyle">
                                        <p:cTn id="260" dur="indefinite"/>
                                        <p:tgtEl>
                                          <p:spTgt spid="21">
                                            <p:txEl>
                                              <p:pRg st="4" end="4"/>
                                            </p:txEl>
                                          </p:spTgt>
                                        </p:tgtEl>
                                        <p:attrNameLst>
                                          <p:attrName>style.color</p:attrName>
                                        </p:attrNameLst>
                                      </p:cBhvr>
                                      <p:to>
                                        <p:clrVal>
                                          <a:srgbClr val="0E57C4"/>
                                        </p:clrVal>
                                      </p:to>
                                    </p:set>
                                  </p:childTnLst>
                                </p:cTn>
                              </p:par>
                            </p:childTnLst>
                          </p:cTn>
                        </p:par>
                      </p:childTnLst>
                    </p:cTn>
                  </p:par>
                  <p:par>
                    <p:cTn id="261" fill="hold">
                      <p:stCondLst>
                        <p:cond delay="indefinite"/>
                      </p:stCondLst>
                      <p:childTnLst>
                        <p:par>
                          <p:cTn id="262" fill="hold">
                            <p:stCondLst>
                              <p:cond delay="0"/>
                            </p:stCondLst>
                            <p:childTnLst>
                              <p:par>
                                <p:cTn id="263" presetID="3" presetClass="emph" presetSubtype="1" nodeType="clickEffect">
                                  <p:stCondLst>
                                    <p:cond delay="0"/>
                                  </p:stCondLst>
                                  <p:childTnLst>
                                    <p:set>
                                      <p:cBhvr override="childStyle">
                                        <p:cTn id="264" dur="indefinite"/>
                                        <p:tgtEl>
                                          <p:spTgt spid="22">
                                            <p:txEl>
                                              <p:pRg st="1" end="1"/>
                                            </p:txEl>
                                          </p:spTgt>
                                        </p:tgtEl>
                                        <p:attrNameLst>
                                          <p:attrName>style.color</p:attrName>
                                        </p:attrNameLst>
                                      </p:cBhvr>
                                      <p:to>
                                        <p:clrVal>
                                          <a:srgbClr val="0E57C4"/>
                                        </p:clrVal>
                                      </p:to>
                                    </p:set>
                                  </p:childTnLst>
                                </p:cTn>
                              </p:par>
                              <p:par>
                                <p:cTn id="265" presetID="3" presetClass="emph" presetSubtype="1" nodeType="withEffect">
                                  <p:stCondLst>
                                    <p:cond delay="0"/>
                                  </p:stCondLst>
                                  <p:childTnLst>
                                    <p:set>
                                      <p:cBhvr override="childStyle">
                                        <p:cTn id="266" dur="indefinite"/>
                                        <p:tgtEl>
                                          <p:spTgt spid="22">
                                            <p:txEl>
                                              <p:pRg st="2" end="2"/>
                                            </p:txEl>
                                          </p:spTgt>
                                        </p:tgtEl>
                                        <p:attrNameLst>
                                          <p:attrName>style.color</p:attrName>
                                        </p:attrNameLst>
                                      </p:cBhvr>
                                      <p:to>
                                        <p:clrVal>
                                          <a:srgbClr val="0E57C4"/>
                                        </p:clrVal>
                                      </p:to>
                                    </p:set>
                                  </p:childTnLst>
                                </p:cTn>
                              </p:par>
                            </p:childTnLst>
                          </p:cTn>
                        </p:par>
                      </p:childTnLst>
                    </p:cTn>
                  </p:par>
                  <p:par>
                    <p:cTn id="267" fill="hold">
                      <p:stCondLst>
                        <p:cond delay="indefinite"/>
                      </p:stCondLst>
                      <p:childTnLst>
                        <p:par>
                          <p:cTn id="268" fill="hold">
                            <p:stCondLst>
                              <p:cond delay="0"/>
                            </p:stCondLst>
                            <p:childTnLst>
                              <p:par>
                                <p:cTn id="269" presetID="3" presetClass="emph" presetSubtype="1" nodeType="clickEffect">
                                  <p:stCondLst>
                                    <p:cond delay="0"/>
                                  </p:stCondLst>
                                  <p:childTnLst>
                                    <p:set>
                                      <p:cBhvr override="childStyle">
                                        <p:cTn id="270" dur="indefinite"/>
                                        <p:tgtEl>
                                          <p:spTgt spid="22">
                                            <p:txEl>
                                              <p:pRg st="4" end="4"/>
                                            </p:txEl>
                                          </p:spTgt>
                                        </p:tgtEl>
                                        <p:attrNameLst>
                                          <p:attrName>style.color</p:attrName>
                                        </p:attrNameLst>
                                      </p:cBhvr>
                                      <p:to>
                                        <p:clrVal>
                                          <a:srgbClr val="0E57C4"/>
                                        </p:clrVal>
                                      </p:to>
                                    </p:set>
                                  </p:childTnLst>
                                </p:cTn>
                              </p:par>
                            </p:childTnLst>
                          </p:cTn>
                        </p:par>
                      </p:childTnLst>
                    </p:cTn>
                  </p:par>
                  <p:par>
                    <p:cTn id="271" fill="hold">
                      <p:stCondLst>
                        <p:cond delay="indefinite"/>
                      </p:stCondLst>
                      <p:childTnLst>
                        <p:par>
                          <p:cTn id="272" fill="hold">
                            <p:stCondLst>
                              <p:cond delay="0"/>
                            </p:stCondLst>
                            <p:childTnLst>
                              <p:par>
                                <p:cTn id="273" presetID="3" presetClass="emph" presetSubtype="1" grpId="1" nodeType="clickEffect">
                                  <p:stCondLst>
                                    <p:cond delay="0"/>
                                  </p:stCondLst>
                                  <p:childTnLst>
                                    <p:set>
                                      <p:cBhvr override="childStyle">
                                        <p:cTn id="274" dur="indefinite"/>
                                        <p:tgtEl>
                                          <p:spTgt spid="21">
                                            <p:txEl>
                                              <p:pRg st="4" end="4"/>
                                            </p:txEl>
                                          </p:spTgt>
                                        </p:tgtEl>
                                        <p:attrNameLst>
                                          <p:attrName>style.color</p:attrName>
                                        </p:attrNameLst>
                                      </p:cBhvr>
                                      <p:to>
                                        <p:clrVal>
                                          <a:srgbClr val="000000"/>
                                        </p:clrVal>
                                      </p:to>
                                    </p:set>
                                  </p:childTnLst>
                                </p:cTn>
                              </p:par>
                              <p:par>
                                <p:cTn id="275" presetID="3" presetClass="emph" presetSubtype="1" grpId="0" nodeType="withEffect">
                                  <p:stCondLst>
                                    <p:cond delay="0"/>
                                  </p:stCondLst>
                                  <p:childTnLst>
                                    <p:set>
                                      <p:cBhvr override="childStyle">
                                        <p:cTn id="276" dur="indefinite"/>
                                        <p:tgtEl>
                                          <p:spTgt spid="4">
                                            <p:txEl>
                                              <p:pRg st="9" end="9"/>
                                            </p:txEl>
                                          </p:spTgt>
                                        </p:tgtEl>
                                        <p:attrNameLst>
                                          <p:attrName>style.color</p:attrName>
                                        </p:attrNameLst>
                                      </p:cBhvr>
                                      <p:to>
                                        <p:clrVal>
                                          <a:srgbClr val="000000"/>
                                        </p:clrVal>
                                      </p:to>
                                    </p:set>
                                  </p:childTnLst>
                                </p:cTn>
                              </p:par>
                              <p:par>
                                <p:cTn id="277" presetID="3" presetClass="emph" presetSubtype="1" grpId="1" nodeType="withEffect">
                                  <p:stCondLst>
                                    <p:cond delay="0"/>
                                  </p:stCondLst>
                                  <p:childTnLst>
                                    <p:set>
                                      <p:cBhvr override="childStyle">
                                        <p:cTn id="278" dur="indefinite"/>
                                        <p:tgtEl>
                                          <p:spTgt spid="22">
                                            <p:txEl>
                                              <p:pRg st="4" end="4"/>
                                            </p:txEl>
                                          </p:spTgt>
                                        </p:tgtEl>
                                        <p:attrNameLst>
                                          <p:attrName>style.color</p:attrName>
                                        </p:attrNameLst>
                                      </p:cBhvr>
                                      <p:to>
                                        <p:clrVal>
                                          <a:srgbClr val="000000"/>
                                        </p:clrVal>
                                      </p:to>
                                    </p:set>
                                  </p:childTnLst>
                                </p:cTn>
                              </p:par>
                            </p:childTnLst>
                          </p:cTn>
                        </p:par>
                      </p:childTnLst>
                    </p:cTn>
                  </p:par>
                  <p:par>
                    <p:cTn id="279" fill="hold">
                      <p:stCondLst>
                        <p:cond delay="indefinite"/>
                      </p:stCondLst>
                      <p:childTnLst>
                        <p:par>
                          <p:cTn id="280" fill="hold">
                            <p:stCondLst>
                              <p:cond delay="0"/>
                            </p:stCondLst>
                            <p:childTnLst>
                              <p:par>
                                <p:cTn id="281" presetID="3" presetClass="emph" presetSubtype="1" nodeType="clickEffect">
                                  <p:stCondLst>
                                    <p:cond delay="0"/>
                                  </p:stCondLst>
                                  <p:childTnLst>
                                    <p:set>
                                      <p:cBhvr override="childStyle">
                                        <p:cTn id="282" dur="indefinite"/>
                                        <p:tgtEl>
                                          <p:spTgt spid="4">
                                            <p:txEl>
                                              <p:pRg st="10" end="10"/>
                                            </p:txEl>
                                          </p:spTgt>
                                        </p:tgtEl>
                                        <p:attrNameLst>
                                          <p:attrName>style.color</p:attrName>
                                        </p:attrNameLst>
                                      </p:cBhvr>
                                      <p:to>
                                        <p:clrVal>
                                          <a:srgbClr val="0E57C4"/>
                                        </p:clrVal>
                                      </p:to>
                                    </p:set>
                                  </p:childTnLst>
                                </p:cTn>
                              </p:par>
                            </p:childTnLst>
                          </p:cTn>
                        </p:par>
                      </p:childTnLst>
                    </p:cTn>
                  </p:par>
                  <p:par>
                    <p:cTn id="283" fill="hold">
                      <p:stCondLst>
                        <p:cond delay="indefinite"/>
                      </p:stCondLst>
                      <p:childTnLst>
                        <p:par>
                          <p:cTn id="284" fill="hold">
                            <p:stCondLst>
                              <p:cond delay="0"/>
                            </p:stCondLst>
                            <p:childTnLst>
                              <p:par>
                                <p:cTn id="285" presetID="3" presetClass="emph" presetSubtype="1" nodeType="clickEffect">
                                  <p:stCondLst>
                                    <p:cond delay="0"/>
                                  </p:stCondLst>
                                  <p:childTnLst>
                                    <p:set>
                                      <p:cBhvr override="childStyle">
                                        <p:cTn id="286" dur="indefinite"/>
                                        <p:tgtEl>
                                          <p:spTgt spid="4">
                                            <p:txEl>
                                              <p:pRg st="8" end="8"/>
                                            </p:txEl>
                                          </p:spTgt>
                                        </p:tgtEl>
                                        <p:attrNameLst>
                                          <p:attrName>style.color</p:attrName>
                                        </p:attrNameLst>
                                      </p:cBhvr>
                                      <p:to>
                                        <p:clrVal>
                                          <a:srgbClr val="0E57C4"/>
                                        </p:clrVal>
                                      </p:to>
                                    </p:set>
                                  </p:childTnLst>
                                </p:cTn>
                              </p:par>
                              <p:par>
                                <p:cTn id="287" presetID="3" presetClass="emph" presetSubtype="1" nodeType="withEffect">
                                  <p:stCondLst>
                                    <p:cond delay="0"/>
                                  </p:stCondLst>
                                  <p:childTnLst>
                                    <p:set>
                                      <p:cBhvr override="childStyle">
                                        <p:cTn id="288" dur="indefinite"/>
                                        <p:tgtEl>
                                          <p:spTgt spid="4">
                                            <p:txEl>
                                              <p:pRg st="7" end="7"/>
                                            </p:txEl>
                                          </p:spTgt>
                                        </p:tgtEl>
                                        <p:attrNameLst>
                                          <p:attrName>style.color</p:attrName>
                                        </p:attrNameLst>
                                      </p:cBhvr>
                                      <p:to>
                                        <p:clrVal>
                                          <a:schemeClr val="tx1"/>
                                        </p:clrVal>
                                      </p:to>
                                    </p:set>
                                  </p:childTnLst>
                                </p:cTn>
                              </p:par>
                              <p:par>
                                <p:cTn id="289" presetID="3" presetClass="emph" presetSubtype="1" grpId="1" nodeType="withEffect">
                                  <p:stCondLst>
                                    <p:cond delay="0"/>
                                  </p:stCondLst>
                                  <p:childTnLst>
                                    <p:set>
                                      <p:cBhvr override="childStyle">
                                        <p:cTn id="290" dur="indefinite"/>
                                        <p:tgtEl>
                                          <p:spTgt spid="21">
                                            <p:txEl>
                                              <p:pRg st="2" end="2"/>
                                            </p:txEl>
                                          </p:spTgt>
                                        </p:tgtEl>
                                        <p:attrNameLst>
                                          <p:attrName>style.color</p:attrName>
                                        </p:attrNameLst>
                                      </p:cBhvr>
                                      <p:to>
                                        <p:clrVal>
                                          <a:srgbClr val="000000"/>
                                        </p:clrVal>
                                      </p:to>
                                    </p:set>
                                  </p:childTnLst>
                                </p:cTn>
                              </p:par>
                              <p:par>
                                <p:cTn id="291" presetID="3" presetClass="emph" presetSubtype="1" grpId="1" nodeType="withEffect">
                                  <p:stCondLst>
                                    <p:cond delay="0"/>
                                  </p:stCondLst>
                                  <p:childTnLst>
                                    <p:set>
                                      <p:cBhvr override="childStyle">
                                        <p:cTn id="292" dur="indefinite"/>
                                        <p:tgtEl>
                                          <p:spTgt spid="22">
                                            <p:txEl>
                                              <p:pRg st="2" end="2"/>
                                            </p:txEl>
                                          </p:spTgt>
                                        </p:tgtEl>
                                        <p:attrNameLst>
                                          <p:attrName>style.color</p:attrName>
                                        </p:attrNameLst>
                                      </p:cBhvr>
                                      <p:to>
                                        <p:clrVal>
                                          <a:srgbClr val="000000"/>
                                        </p:clrVal>
                                      </p:to>
                                    </p:set>
                                  </p:childTnLst>
                                </p:cTn>
                              </p:par>
                              <p:par>
                                <p:cTn id="293" presetID="3" presetClass="emph" presetSubtype="1" nodeType="withEffect">
                                  <p:stCondLst>
                                    <p:cond delay="0"/>
                                  </p:stCondLst>
                                  <p:childTnLst>
                                    <p:set>
                                      <p:cBhvr override="childStyle">
                                        <p:cTn id="294" dur="indefinite"/>
                                        <p:tgtEl>
                                          <p:spTgt spid="21">
                                            <p:txEl>
                                              <p:pRg st="3" end="3"/>
                                            </p:txEl>
                                          </p:spTgt>
                                        </p:tgtEl>
                                        <p:attrNameLst>
                                          <p:attrName>style.color</p:attrName>
                                        </p:attrNameLst>
                                      </p:cBhvr>
                                      <p:to>
                                        <p:clrVal>
                                          <a:srgbClr val="0E57C4"/>
                                        </p:clrVal>
                                      </p:to>
                                    </p:set>
                                  </p:childTnLst>
                                </p:cTn>
                              </p:par>
                              <p:par>
                                <p:cTn id="295" presetID="3" presetClass="emph" presetSubtype="1" nodeType="withEffect">
                                  <p:stCondLst>
                                    <p:cond delay="0"/>
                                  </p:stCondLst>
                                  <p:childTnLst>
                                    <p:set>
                                      <p:cBhvr override="childStyle">
                                        <p:cTn id="296" dur="indefinite"/>
                                        <p:tgtEl>
                                          <p:spTgt spid="22">
                                            <p:txEl>
                                              <p:pRg st="3" end="3"/>
                                            </p:txEl>
                                          </p:spTgt>
                                        </p:tgtEl>
                                        <p:attrNameLst>
                                          <p:attrName>style.color</p:attrName>
                                        </p:attrNameLst>
                                      </p:cBhvr>
                                      <p:to>
                                        <p:clrVal>
                                          <a:srgbClr val="0E57C4"/>
                                        </p:clrVal>
                                      </p:to>
                                    </p:set>
                                  </p:childTnLst>
                                </p:cTn>
                              </p:par>
                            </p:childTnLst>
                          </p:cTn>
                        </p:par>
                      </p:childTnLst>
                    </p:cTn>
                  </p:par>
                  <p:par>
                    <p:cTn id="297" fill="hold">
                      <p:stCondLst>
                        <p:cond delay="indefinite"/>
                      </p:stCondLst>
                      <p:childTnLst>
                        <p:par>
                          <p:cTn id="298" fill="hold">
                            <p:stCondLst>
                              <p:cond delay="0"/>
                            </p:stCondLst>
                            <p:childTnLst>
                              <p:par>
                                <p:cTn id="299" presetID="3" presetClass="emph" presetSubtype="1" nodeType="clickEffect">
                                  <p:stCondLst>
                                    <p:cond delay="0"/>
                                  </p:stCondLst>
                                  <p:childTnLst>
                                    <p:set>
                                      <p:cBhvr override="childStyle">
                                        <p:cTn id="300" dur="indefinite"/>
                                        <p:tgtEl>
                                          <p:spTgt spid="21">
                                            <p:txEl>
                                              <p:pRg st="5" end="5"/>
                                            </p:txEl>
                                          </p:spTgt>
                                        </p:tgtEl>
                                        <p:attrNameLst>
                                          <p:attrName>style.color</p:attrName>
                                        </p:attrNameLst>
                                      </p:cBhvr>
                                      <p:to>
                                        <p:clrVal>
                                          <a:srgbClr val="0E57C4"/>
                                        </p:clrVal>
                                      </p:to>
                                    </p:set>
                                  </p:childTnLst>
                                </p:cTn>
                              </p:par>
                            </p:childTnLst>
                          </p:cTn>
                        </p:par>
                      </p:childTnLst>
                    </p:cTn>
                  </p:par>
                  <p:par>
                    <p:cTn id="301" fill="hold">
                      <p:stCondLst>
                        <p:cond delay="indefinite"/>
                      </p:stCondLst>
                      <p:childTnLst>
                        <p:par>
                          <p:cTn id="302" fill="hold">
                            <p:stCondLst>
                              <p:cond delay="0"/>
                            </p:stCondLst>
                            <p:childTnLst>
                              <p:par>
                                <p:cTn id="303" presetID="3" presetClass="emph" presetSubtype="1" nodeType="clickEffect">
                                  <p:stCondLst>
                                    <p:cond delay="0"/>
                                  </p:stCondLst>
                                  <p:childTnLst>
                                    <p:set>
                                      <p:cBhvr override="childStyle">
                                        <p:cTn id="304" dur="indefinite"/>
                                        <p:tgtEl>
                                          <p:spTgt spid="22">
                                            <p:txEl>
                                              <p:pRg st="5" end="5"/>
                                            </p:txEl>
                                          </p:spTgt>
                                        </p:tgtEl>
                                        <p:attrNameLst>
                                          <p:attrName>style.color</p:attrName>
                                        </p:attrNameLst>
                                      </p:cBhvr>
                                      <p:to>
                                        <p:clrVal>
                                          <a:srgbClr val="0E57C4"/>
                                        </p:clrVal>
                                      </p:to>
                                    </p:set>
                                  </p:childTnLst>
                                </p:cTn>
                              </p:par>
                            </p:childTnLst>
                          </p:cTn>
                        </p:par>
                      </p:childTnLst>
                    </p:cTn>
                  </p:par>
                  <p:par>
                    <p:cTn id="305" fill="hold">
                      <p:stCondLst>
                        <p:cond delay="indefinite"/>
                      </p:stCondLst>
                      <p:childTnLst>
                        <p:par>
                          <p:cTn id="306" fill="hold">
                            <p:stCondLst>
                              <p:cond delay="0"/>
                            </p:stCondLst>
                            <p:childTnLst>
                              <p:par>
                                <p:cTn id="307" presetID="3" presetClass="emph" presetSubtype="1" grpId="0" nodeType="clickEffect">
                                  <p:stCondLst>
                                    <p:cond delay="0"/>
                                  </p:stCondLst>
                                  <p:childTnLst>
                                    <p:set>
                                      <p:cBhvr override="childStyle">
                                        <p:cTn id="308" dur="indefinite"/>
                                        <p:tgtEl>
                                          <p:spTgt spid="4">
                                            <p:txEl>
                                              <p:pRg st="10" end="10"/>
                                            </p:txEl>
                                          </p:spTgt>
                                        </p:tgtEl>
                                        <p:attrNameLst>
                                          <p:attrName>style.color</p:attrName>
                                        </p:attrNameLst>
                                      </p:cBhvr>
                                      <p:to>
                                        <p:clrVal>
                                          <a:srgbClr val="000000"/>
                                        </p:clrVal>
                                      </p:to>
                                    </p:set>
                                  </p:childTnLst>
                                </p:cTn>
                              </p:par>
                              <p:par>
                                <p:cTn id="309" presetID="3" presetClass="emph" presetSubtype="1" grpId="1" nodeType="withEffect">
                                  <p:stCondLst>
                                    <p:cond delay="0"/>
                                  </p:stCondLst>
                                  <p:childTnLst>
                                    <p:set>
                                      <p:cBhvr override="childStyle">
                                        <p:cTn id="310" dur="indefinite"/>
                                        <p:tgtEl>
                                          <p:spTgt spid="21">
                                            <p:txEl>
                                              <p:pRg st="5" end="5"/>
                                            </p:txEl>
                                          </p:spTgt>
                                        </p:tgtEl>
                                        <p:attrNameLst>
                                          <p:attrName>style.color</p:attrName>
                                        </p:attrNameLst>
                                      </p:cBhvr>
                                      <p:to>
                                        <p:clrVal>
                                          <a:srgbClr val="000000"/>
                                        </p:clrVal>
                                      </p:to>
                                    </p:set>
                                  </p:childTnLst>
                                </p:cTn>
                              </p:par>
                              <p:par>
                                <p:cTn id="311" presetID="3" presetClass="emph" presetSubtype="1" grpId="1" nodeType="withEffect">
                                  <p:stCondLst>
                                    <p:cond delay="0"/>
                                  </p:stCondLst>
                                  <p:childTnLst>
                                    <p:set>
                                      <p:cBhvr override="childStyle">
                                        <p:cTn id="312" dur="indefinite"/>
                                        <p:tgtEl>
                                          <p:spTgt spid="22">
                                            <p:txEl>
                                              <p:pRg st="5" end="5"/>
                                            </p:txEl>
                                          </p:spTgt>
                                        </p:tgtEl>
                                        <p:attrNameLst>
                                          <p:attrName>style.color</p:attrName>
                                        </p:attrNameLst>
                                      </p:cBhvr>
                                      <p:to>
                                        <p:clrVal>
                                          <a:srgbClr val="000000"/>
                                        </p:clrVal>
                                      </p:to>
                                    </p:set>
                                  </p:childTnLst>
                                </p:cTn>
                              </p:par>
                              <p:par>
                                <p:cTn id="313" presetID="3" presetClass="emph" presetSubtype="1" nodeType="withEffect">
                                  <p:stCondLst>
                                    <p:cond delay="0"/>
                                  </p:stCondLst>
                                  <p:childTnLst>
                                    <p:set>
                                      <p:cBhvr override="childStyle">
                                        <p:cTn id="314" dur="indefinite"/>
                                        <p:tgtEl>
                                          <p:spTgt spid="4">
                                            <p:txEl>
                                              <p:pRg st="11" end="11"/>
                                            </p:txEl>
                                          </p:spTgt>
                                        </p:tgtEl>
                                        <p:attrNameLst>
                                          <p:attrName>style.color</p:attrName>
                                        </p:attrNameLst>
                                      </p:cBhvr>
                                      <p:to>
                                        <p:clrVal>
                                          <a:srgbClr val="0E57C4"/>
                                        </p:clrVal>
                                      </p:to>
                                    </p:set>
                                  </p:childTnLst>
                                </p:cTn>
                              </p:par>
                            </p:childTnLst>
                          </p:cTn>
                        </p:par>
                      </p:childTnLst>
                    </p:cTn>
                  </p:par>
                  <p:par>
                    <p:cTn id="315" fill="hold">
                      <p:stCondLst>
                        <p:cond delay="indefinite"/>
                      </p:stCondLst>
                      <p:childTnLst>
                        <p:par>
                          <p:cTn id="316" fill="hold">
                            <p:stCondLst>
                              <p:cond delay="0"/>
                            </p:stCondLst>
                            <p:childTnLst>
                              <p:par>
                                <p:cTn id="317" presetID="3" presetClass="emph" presetSubtype="1" grpId="1" nodeType="clickEffect">
                                  <p:stCondLst>
                                    <p:cond delay="0"/>
                                  </p:stCondLst>
                                  <p:childTnLst>
                                    <p:set>
                                      <p:cBhvr override="childStyle">
                                        <p:cTn id="318" dur="indefinite"/>
                                        <p:tgtEl>
                                          <p:spTgt spid="21">
                                            <p:txEl>
                                              <p:pRg st="1" end="1"/>
                                            </p:txEl>
                                          </p:spTgt>
                                        </p:tgtEl>
                                        <p:attrNameLst>
                                          <p:attrName>style.color</p:attrName>
                                        </p:attrNameLst>
                                      </p:cBhvr>
                                      <p:to>
                                        <p:clrVal>
                                          <a:srgbClr val="000000"/>
                                        </p:clrVal>
                                      </p:to>
                                    </p:set>
                                  </p:childTnLst>
                                </p:cTn>
                              </p:par>
                              <p:par>
                                <p:cTn id="319" presetID="3" presetClass="emph" presetSubtype="1" grpId="1" nodeType="withEffect">
                                  <p:stCondLst>
                                    <p:cond delay="0"/>
                                  </p:stCondLst>
                                  <p:childTnLst>
                                    <p:set>
                                      <p:cBhvr override="childStyle">
                                        <p:cTn id="320" dur="indefinite"/>
                                        <p:tgtEl>
                                          <p:spTgt spid="22">
                                            <p:txEl>
                                              <p:pRg st="1" end="1"/>
                                            </p:txEl>
                                          </p:spTgt>
                                        </p:tgtEl>
                                        <p:attrNameLst>
                                          <p:attrName>style.color</p:attrName>
                                        </p:attrNameLst>
                                      </p:cBhvr>
                                      <p:to>
                                        <p:clrVal>
                                          <a:srgbClr val="000000"/>
                                        </p:clrVal>
                                      </p:to>
                                    </p:set>
                                  </p:childTnLst>
                                </p:cTn>
                              </p:par>
                              <p:par>
                                <p:cTn id="321" presetID="3" presetClass="emph" presetSubtype="1" nodeType="withEffect">
                                  <p:stCondLst>
                                    <p:cond delay="0"/>
                                  </p:stCondLst>
                                  <p:childTnLst>
                                    <p:set>
                                      <p:cBhvr override="childStyle">
                                        <p:cTn id="322" dur="indefinite"/>
                                        <p:tgtEl>
                                          <p:spTgt spid="4">
                                            <p:txEl>
                                              <p:pRg st="6" end="6"/>
                                            </p:txEl>
                                          </p:spTgt>
                                        </p:tgtEl>
                                        <p:attrNameLst>
                                          <p:attrName>style.color</p:attrName>
                                        </p:attrNameLst>
                                      </p:cBhvr>
                                      <p:to>
                                        <p:clrVal>
                                          <a:srgbClr val="000000"/>
                                        </p:clrVal>
                                      </p:to>
                                    </p:set>
                                  </p:childTnLst>
                                </p:cTn>
                              </p:par>
                              <p:par>
                                <p:cTn id="323" presetID="3" presetClass="emph" presetSubtype="1" nodeType="withEffect">
                                  <p:stCondLst>
                                    <p:cond delay="0"/>
                                  </p:stCondLst>
                                  <p:childTnLst>
                                    <p:set>
                                      <p:cBhvr override="childStyle">
                                        <p:cTn id="324" dur="indefinite"/>
                                        <p:tgtEl>
                                          <p:spTgt spid="4">
                                            <p:txEl>
                                              <p:pRg st="7" end="7"/>
                                            </p:txEl>
                                          </p:spTgt>
                                        </p:tgtEl>
                                        <p:attrNameLst>
                                          <p:attrName>style.color</p:attrName>
                                        </p:attrNameLst>
                                      </p:cBhvr>
                                      <p:to>
                                        <p:clrVal>
                                          <a:srgbClr val="0E57C4"/>
                                        </p:clrVal>
                                      </p:to>
                                    </p:set>
                                  </p:childTnLst>
                                </p:cTn>
                              </p:par>
                              <p:par>
                                <p:cTn id="325" presetID="3" presetClass="emph" presetSubtype="1" nodeType="withEffect">
                                  <p:stCondLst>
                                    <p:cond delay="0"/>
                                  </p:stCondLst>
                                  <p:childTnLst>
                                    <p:set>
                                      <p:cBhvr override="childStyle">
                                        <p:cTn id="326" dur="indefinite"/>
                                        <p:tgtEl>
                                          <p:spTgt spid="21">
                                            <p:txEl>
                                              <p:pRg st="2" end="2"/>
                                            </p:txEl>
                                          </p:spTgt>
                                        </p:tgtEl>
                                        <p:attrNameLst>
                                          <p:attrName>style.color</p:attrName>
                                        </p:attrNameLst>
                                      </p:cBhvr>
                                      <p:to>
                                        <p:clrVal>
                                          <a:srgbClr val="0E57C4"/>
                                        </p:clrVal>
                                      </p:to>
                                    </p:set>
                                  </p:childTnLst>
                                </p:cTn>
                              </p:par>
                              <p:par>
                                <p:cTn id="327" presetID="3" presetClass="emph" presetSubtype="1" nodeType="withEffect">
                                  <p:stCondLst>
                                    <p:cond delay="0"/>
                                  </p:stCondLst>
                                  <p:childTnLst>
                                    <p:set>
                                      <p:cBhvr override="childStyle">
                                        <p:cTn id="328" dur="indefinite"/>
                                        <p:tgtEl>
                                          <p:spTgt spid="22">
                                            <p:txEl>
                                              <p:pRg st="2" end="2"/>
                                            </p:txEl>
                                          </p:spTgt>
                                        </p:tgtEl>
                                        <p:attrNameLst>
                                          <p:attrName>style.color</p:attrName>
                                        </p:attrNameLst>
                                      </p:cBhvr>
                                      <p:to>
                                        <p:clrVal>
                                          <a:srgbClr val="0E57C4"/>
                                        </p:clrVal>
                                      </p:to>
                                    </p:set>
                                  </p:childTnLst>
                                </p:cTn>
                              </p:par>
                            </p:childTnLst>
                          </p:cTn>
                        </p:par>
                      </p:childTnLst>
                    </p:cTn>
                  </p:par>
                  <p:par>
                    <p:cTn id="329" fill="hold">
                      <p:stCondLst>
                        <p:cond delay="indefinite"/>
                      </p:stCondLst>
                      <p:childTnLst>
                        <p:par>
                          <p:cTn id="330" fill="hold">
                            <p:stCondLst>
                              <p:cond delay="0"/>
                            </p:stCondLst>
                            <p:childTnLst>
                              <p:par>
                                <p:cTn id="331" presetID="3" presetClass="emph" presetSubtype="1" nodeType="clickEffect">
                                  <p:stCondLst>
                                    <p:cond delay="0"/>
                                  </p:stCondLst>
                                  <p:childTnLst>
                                    <p:set>
                                      <p:cBhvr override="childStyle">
                                        <p:cTn id="332" dur="indefinite"/>
                                        <p:tgtEl>
                                          <p:spTgt spid="21">
                                            <p:txEl>
                                              <p:pRg st="6" end="6"/>
                                            </p:txEl>
                                          </p:spTgt>
                                        </p:tgtEl>
                                        <p:attrNameLst>
                                          <p:attrName>style.color</p:attrName>
                                        </p:attrNameLst>
                                      </p:cBhvr>
                                      <p:to>
                                        <p:clrVal>
                                          <a:srgbClr val="0E57C4"/>
                                        </p:clrVal>
                                      </p:to>
                                    </p:set>
                                  </p:childTnLst>
                                </p:cTn>
                              </p:par>
                            </p:childTnLst>
                          </p:cTn>
                        </p:par>
                      </p:childTnLst>
                    </p:cTn>
                  </p:par>
                  <p:par>
                    <p:cTn id="333" fill="hold">
                      <p:stCondLst>
                        <p:cond delay="indefinite"/>
                      </p:stCondLst>
                      <p:childTnLst>
                        <p:par>
                          <p:cTn id="334" fill="hold">
                            <p:stCondLst>
                              <p:cond delay="0"/>
                            </p:stCondLst>
                            <p:childTnLst>
                              <p:par>
                                <p:cTn id="335" presetID="3" presetClass="emph" presetSubtype="1" nodeType="clickEffect">
                                  <p:stCondLst>
                                    <p:cond delay="0"/>
                                  </p:stCondLst>
                                  <p:childTnLst>
                                    <p:set>
                                      <p:cBhvr override="childStyle">
                                        <p:cTn id="336" dur="indefinite"/>
                                        <p:tgtEl>
                                          <p:spTgt spid="22">
                                            <p:txEl>
                                              <p:pRg st="6" end="6"/>
                                            </p:txEl>
                                          </p:spTgt>
                                        </p:tgtEl>
                                        <p:attrNameLst>
                                          <p:attrName>style.color</p:attrName>
                                        </p:attrNameLst>
                                      </p:cBhvr>
                                      <p:to>
                                        <p:clrVal>
                                          <a:srgbClr val="0E57C4"/>
                                        </p:clrVal>
                                      </p:to>
                                    </p:set>
                                  </p:childTnLst>
                                </p:cTn>
                              </p:par>
                            </p:childTnLst>
                          </p:cTn>
                        </p:par>
                      </p:childTnLst>
                    </p:cTn>
                  </p:par>
                  <p:par>
                    <p:cTn id="337" fill="hold">
                      <p:stCondLst>
                        <p:cond delay="indefinite"/>
                      </p:stCondLst>
                      <p:childTnLst>
                        <p:par>
                          <p:cTn id="338" fill="hold">
                            <p:stCondLst>
                              <p:cond delay="0"/>
                            </p:stCondLst>
                            <p:childTnLst>
                              <p:par>
                                <p:cTn id="339" presetID="3" presetClass="emph" presetSubtype="1" grpId="0" nodeType="clickEffect">
                                  <p:stCondLst>
                                    <p:cond delay="0"/>
                                  </p:stCondLst>
                                  <p:childTnLst>
                                    <p:set>
                                      <p:cBhvr override="childStyle">
                                        <p:cTn id="340" dur="indefinite"/>
                                        <p:tgtEl>
                                          <p:spTgt spid="4">
                                            <p:txEl>
                                              <p:pRg st="11" end="11"/>
                                            </p:txEl>
                                          </p:spTgt>
                                        </p:tgtEl>
                                        <p:attrNameLst>
                                          <p:attrName>style.color</p:attrName>
                                        </p:attrNameLst>
                                      </p:cBhvr>
                                      <p:to>
                                        <p:clrVal>
                                          <a:srgbClr val="000000"/>
                                        </p:clrVal>
                                      </p:to>
                                    </p:set>
                                  </p:childTnLst>
                                </p:cTn>
                              </p:par>
                              <p:par>
                                <p:cTn id="341" presetID="3" presetClass="emph" presetSubtype="1" grpId="1" nodeType="withEffect">
                                  <p:stCondLst>
                                    <p:cond delay="0"/>
                                  </p:stCondLst>
                                  <p:childTnLst>
                                    <p:set>
                                      <p:cBhvr override="childStyle">
                                        <p:cTn id="342" dur="indefinite"/>
                                        <p:tgtEl>
                                          <p:spTgt spid="21">
                                            <p:txEl>
                                              <p:pRg st="6" end="6"/>
                                            </p:txEl>
                                          </p:spTgt>
                                        </p:tgtEl>
                                        <p:attrNameLst>
                                          <p:attrName>style.color</p:attrName>
                                        </p:attrNameLst>
                                      </p:cBhvr>
                                      <p:to>
                                        <p:clrVal>
                                          <a:srgbClr val="000000"/>
                                        </p:clrVal>
                                      </p:to>
                                    </p:set>
                                  </p:childTnLst>
                                </p:cTn>
                              </p:par>
                              <p:par>
                                <p:cTn id="343" presetID="3" presetClass="emph" presetSubtype="1" grpId="1" nodeType="withEffect">
                                  <p:stCondLst>
                                    <p:cond delay="0"/>
                                  </p:stCondLst>
                                  <p:childTnLst>
                                    <p:set>
                                      <p:cBhvr override="childStyle">
                                        <p:cTn id="344" dur="indefinite"/>
                                        <p:tgtEl>
                                          <p:spTgt spid="22">
                                            <p:txEl>
                                              <p:pRg st="6" end="6"/>
                                            </p:txEl>
                                          </p:spTgt>
                                        </p:tgtEl>
                                        <p:attrNameLst>
                                          <p:attrName>style.color</p:attrName>
                                        </p:attrNameLst>
                                      </p:cBhvr>
                                      <p:to>
                                        <p:clrVal>
                                          <a:srgbClr val="000000"/>
                                        </p:clrVal>
                                      </p:to>
                                    </p:set>
                                  </p:childTnLst>
                                </p:cTn>
                              </p:par>
                              <p:par>
                                <p:cTn id="345" presetID="3" presetClass="emph" presetSubtype="1" nodeType="withEffect">
                                  <p:stCondLst>
                                    <p:cond delay="0"/>
                                  </p:stCondLst>
                                  <p:childTnLst>
                                    <p:set>
                                      <p:cBhvr override="childStyle">
                                        <p:cTn id="346" dur="indefinite"/>
                                        <p:tgtEl>
                                          <p:spTgt spid="4">
                                            <p:txEl>
                                              <p:pRg st="12" end="12"/>
                                            </p:txEl>
                                          </p:spTgt>
                                        </p:tgtEl>
                                        <p:attrNameLst>
                                          <p:attrName>style.color</p:attrName>
                                        </p:attrNameLst>
                                      </p:cBhvr>
                                      <p:to>
                                        <p:clrVal>
                                          <a:srgbClr val="0E57C4"/>
                                        </p:clrVal>
                                      </p:to>
                                    </p:set>
                                  </p:childTnLst>
                                </p:cTn>
                              </p:par>
                            </p:childTnLst>
                          </p:cTn>
                        </p:par>
                      </p:childTnLst>
                    </p:cTn>
                  </p:par>
                  <p:par>
                    <p:cTn id="347" fill="hold">
                      <p:stCondLst>
                        <p:cond delay="indefinite"/>
                      </p:stCondLst>
                      <p:childTnLst>
                        <p:par>
                          <p:cTn id="348" fill="hold">
                            <p:stCondLst>
                              <p:cond delay="0"/>
                            </p:stCondLst>
                            <p:childTnLst>
                              <p:par>
                                <p:cTn id="349" presetID="3" presetClass="emph" presetSubtype="1" nodeType="clickEffect">
                                  <p:stCondLst>
                                    <p:cond delay="0"/>
                                  </p:stCondLst>
                                  <p:childTnLst>
                                    <p:set>
                                      <p:cBhvr override="childStyle">
                                        <p:cTn id="350" dur="indefinite"/>
                                        <p:tgtEl>
                                          <p:spTgt spid="4">
                                            <p:txEl>
                                              <p:pRg st="6" end="6"/>
                                            </p:txEl>
                                          </p:spTgt>
                                        </p:tgtEl>
                                        <p:attrNameLst>
                                          <p:attrName>style.color</p:attrName>
                                        </p:attrNameLst>
                                      </p:cBhvr>
                                      <p:to>
                                        <p:clrVal>
                                          <a:srgbClr val="0E57C4"/>
                                        </p:clrVal>
                                      </p:to>
                                    </p:set>
                                  </p:childTnLst>
                                </p:cTn>
                              </p:par>
                              <p:par>
                                <p:cTn id="351" presetID="3" presetClass="emph" presetSubtype="1" nodeType="withEffect">
                                  <p:stCondLst>
                                    <p:cond delay="0"/>
                                  </p:stCondLst>
                                  <p:childTnLst>
                                    <p:set>
                                      <p:cBhvr override="childStyle">
                                        <p:cTn id="352" dur="indefinite"/>
                                        <p:tgtEl>
                                          <p:spTgt spid="21">
                                            <p:txEl>
                                              <p:pRg st="1" end="1"/>
                                            </p:txEl>
                                          </p:spTgt>
                                        </p:tgtEl>
                                        <p:attrNameLst>
                                          <p:attrName>style.color</p:attrName>
                                        </p:attrNameLst>
                                      </p:cBhvr>
                                      <p:to>
                                        <p:clrVal>
                                          <a:srgbClr val="0E57C4"/>
                                        </p:clrVal>
                                      </p:to>
                                    </p:set>
                                  </p:childTnLst>
                                </p:cTn>
                              </p:par>
                              <p:par>
                                <p:cTn id="353" presetID="3" presetClass="emph" presetSubtype="1" nodeType="withEffect">
                                  <p:stCondLst>
                                    <p:cond delay="0"/>
                                  </p:stCondLst>
                                  <p:childTnLst>
                                    <p:set>
                                      <p:cBhvr override="childStyle">
                                        <p:cTn id="354" dur="indefinite"/>
                                        <p:tgtEl>
                                          <p:spTgt spid="22">
                                            <p:txEl>
                                              <p:pRg st="1" end="1"/>
                                            </p:txEl>
                                          </p:spTgt>
                                        </p:tgtEl>
                                        <p:attrNameLst>
                                          <p:attrName>style.color</p:attrName>
                                        </p:attrNameLst>
                                      </p:cBhvr>
                                      <p:to>
                                        <p:clrVal>
                                          <a:srgbClr val="0E57C4"/>
                                        </p:clrVal>
                                      </p:to>
                                    </p:set>
                                  </p:childTnLst>
                                </p:cTn>
                              </p:par>
                            </p:childTnLst>
                          </p:cTn>
                        </p:par>
                      </p:childTnLst>
                    </p:cTn>
                  </p:par>
                  <p:par>
                    <p:cTn id="355" fill="hold">
                      <p:stCondLst>
                        <p:cond delay="indefinite"/>
                      </p:stCondLst>
                      <p:childTnLst>
                        <p:par>
                          <p:cTn id="356" fill="hold">
                            <p:stCondLst>
                              <p:cond delay="0"/>
                            </p:stCondLst>
                            <p:childTnLst>
                              <p:par>
                                <p:cTn id="357" presetID="3" presetClass="emph" presetSubtype="1" nodeType="clickEffect">
                                  <p:stCondLst>
                                    <p:cond delay="0"/>
                                  </p:stCondLst>
                                  <p:childTnLst>
                                    <p:set>
                                      <p:cBhvr override="childStyle">
                                        <p:cTn id="358" dur="indefinite"/>
                                        <p:tgtEl>
                                          <p:spTgt spid="21">
                                            <p:txEl>
                                              <p:pRg st="7" end="7"/>
                                            </p:txEl>
                                          </p:spTgt>
                                        </p:tgtEl>
                                        <p:attrNameLst>
                                          <p:attrName>style.color</p:attrName>
                                        </p:attrNameLst>
                                      </p:cBhvr>
                                      <p:to>
                                        <p:clrVal>
                                          <a:srgbClr val="0E57C4"/>
                                        </p:clrVal>
                                      </p:to>
                                    </p:set>
                                  </p:childTnLst>
                                </p:cTn>
                              </p:par>
                            </p:childTnLst>
                          </p:cTn>
                        </p:par>
                      </p:childTnLst>
                    </p:cTn>
                  </p:par>
                  <p:par>
                    <p:cTn id="359" fill="hold">
                      <p:stCondLst>
                        <p:cond delay="indefinite"/>
                      </p:stCondLst>
                      <p:childTnLst>
                        <p:par>
                          <p:cTn id="360" fill="hold">
                            <p:stCondLst>
                              <p:cond delay="0"/>
                            </p:stCondLst>
                            <p:childTnLst>
                              <p:par>
                                <p:cTn id="361" presetID="3" presetClass="emph" presetSubtype="1" nodeType="clickEffect">
                                  <p:stCondLst>
                                    <p:cond delay="0"/>
                                  </p:stCondLst>
                                  <p:childTnLst>
                                    <p:set>
                                      <p:cBhvr override="childStyle">
                                        <p:cTn id="362" dur="indefinite"/>
                                        <p:tgtEl>
                                          <p:spTgt spid="22">
                                            <p:txEl>
                                              <p:pRg st="7" end="7"/>
                                            </p:txEl>
                                          </p:spTgt>
                                        </p:tgtEl>
                                        <p:attrNameLst>
                                          <p:attrName>style.color</p:attrName>
                                        </p:attrNameLst>
                                      </p:cBhvr>
                                      <p:to>
                                        <p:clrVal>
                                          <a:srgbClr val="0E57C4"/>
                                        </p:clrVal>
                                      </p:to>
                                    </p:set>
                                  </p:childTnLst>
                                </p:cTn>
                              </p:par>
                            </p:childTnLst>
                          </p:cTn>
                        </p:par>
                      </p:childTnLst>
                    </p:cTn>
                  </p:par>
                  <p:par>
                    <p:cTn id="363" fill="hold">
                      <p:stCondLst>
                        <p:cond delay="indefinite"/>
                      </p:stCondLst>
                      <p:childTnLst>
                        <p:par>
                          <p:cTn id="364" fill="hold">
                            <p:stCondLst>
                              <p:cond delay="0"/>
                            </p:stCondLst>
                            <p:childTnLst>
                              <p:par>
                                <p:cTn id="365" presetID="3" presetClass="emph" presetSubtype="1" nodeType="clickEffect">
                                  <p:stCondLst>
                                    <p:cond delay="0"/>
                                  </p:stCondLst>
                                  <p:childTnLst>
                                    <p:set>
                                      <p:cBhvr override="childStyle">
                                        <p:cTn id="366" dur="indefinite"/>
                                        <p:tgtEl>
                                          <p:spTgt spid="4">
                                            <p:txEl>
                                              <p:pRg st="8" end="8"/>
                                            </p:txEl>
                                          </p:spTgt>
                                        </p:tgtEl>
                                        <p:attrNameLst>
                                          <p:attrName>style.color</p:attrName>
                                        </p:attrNameLst>
                                      </p:cBhvr>
                                      <p:to>
                                        <p:clrVal>
                                          <a:srgbClr val="000000"/>
                                        </p:clrVal>
                                      </p:to>
                                    </p:set>
                                  </p:childTnLst>
                                </p:cTn>
                              </p:par>
                              <p:par>
                                <p:cTn id="367" presetID="3" presetClass="emph" presetSubtype="1" grpId="1" nodeType="withEffect">
                                  <p:stCondLst>
                                    <p:cond delay="0"/>
                                  </p:stCondLst>
                                  <p:childTnLst>
                                    <p:set>
                                      <p:cBhvr override="childStyle">
                                        <p:cTn id="368" dur="indefinite"/>
                                        <p:tgtEl>
                                          <p:spTgt spid="21">
                                            <p:txEl>
                                              <p:pRg st="3" end="3"/>
                                            </p:txEl>
                                          </p:spTgt>
                                        </p:tgtEl>
                                        <p:attrNameLst>
                                          <p:attrName>style.color</p:attrName>
                                        </p:attrNameLst>
                                      </p:cBhvr>
                                      <p:to>
                                        <p:clrVal>
                                          <a:srgbClr val="000000"/>
                                        </p:clrVal>
                                      </p:to>
                                    </p:set>
                                  </p:childTnLst>
                                </p:cTn>
                              </p:par>
                              <p:par>
                                <p:cTn id="369" presetID="3" presetClass="emph" presetSubtype="1" grpId="1" nodeType="withEffect">
                                  <p:stCondLst>
                                    <p:cond delay="0"/>
                                  </p:stCondLst>
                                  <p:childTnLst>
                                    <p:set>
                                      <p:cBhvr override="childStyle">
                                        <p:cTn id="370" dur="indefinite"/>
                                        <p:tgtEl>
                                          <p:spTgt spid="22">
                                            <p:txEl>
                                              <p:pRg st="3" end="3"/>
                                            </p:txEl>
                                          </p:spTgt>
                                        </p:tgtEl>
                                        <p:attrNameLst>
                                          <p:attrName>style.color</p:attrName>
                                        </p:attrNameLst>
                                      </p:cBhvr>
                                      <p:to>
                                        <p:clrVal>
                                          <a:srgbClr val="000000"/>
                                        </p:clrVal>
                                      </p:to>
                                    </p:set>
                                  </p:childTnLst>
                                </p:cTn>
                              </p:par>
                              <p:par>
                                <p:cTn id="371" presetID="3" presetClass="emph" presetSubtype="1" grpId="0" nodeType="withEffect">
                                  <p:stCondLst>
                                    <p:cond delay="0"/>
                                  </p:stCondLst>
                                  <p:childTnLst>
                                    <p:set>
                                      <p:cBhvr override="childStyle">
                                        <p:cTn id="372" dur="indefinite"/>
                                        <p:tgtEl>
                                          <p:spTgt spid="4">
                                            <p:txEl>
                                              <p:pRg st="12" end="12"/>
                                            </p:txEl>
                                          </p:spTgt>
                                        </p:tgtEl>
                                        <p:attrNameLst>
                                          <p:attrName>style.color</p:attrName>
                                        </p:attrNameLst>
                                      </p:cBhvr>
                                      <p:to>
                                        <p:clrVal>
                                          <a:srgbClr val="000000"/>
                                        </p:clrVal>
                                      </p:to>
                                    </p:set>
                                  </p:childTnLst>
                                </p:cTn>
                              </p:par>
                              <p:par>
                                <p:cTn id="373" presetID="3" presetClass="emph" presetSubtype="1" grpId="1" nodeType="withEffect">
                                  <p:stCondLst>
                                    <p:cond delay="0"/>
                                  </p:stCondLst>
                                  <p:childTnLst>
                                    <p:set>
                                      <p:cBhvr override="childStyle">
                                        <p:cTn id="374" dur="indefinite"/>
                                        <p:tgtEl>
                                          <p:spTgt spid="21">
                                            <p:txEl>
                                              <p:pRg st="7" end="7"/>
                                            </p:txEl>
                                          </p:spTgt>
                                        </p:tgtEl>
                                        <p:attrNameLst>
                                          <p:attrName>style.color</p:attrName>
                                        </p:attrNameLst>
                                      </p:cBhvr>
                                      <p:to>
                                        <p:clrVal>
                                          <a:srgbClr val="000000"/>
                                        </p:clrVal>
                                      </p:to>
                                    </p:set>
                                  </p:childTnLst>
                                </p:cTn>
                              </p:par>
                              <p:par>
                                <p:cTn id="375" presetID="3" presetClass="emph" presetSubtype="1" grpId="1" nodeType="withEffect">
                                  <p:stCondLst>
                                    <p:cond delay="0"/>
                                  </p:stCondLst>
                                  <p:childTnLst>
                                    <p:set>
                                      <p:cBhvr override="childStyle">
                                        <p:cTn id="376" dur="indefinite"/>
                                        <p:tgtEl>
                                          <p:spTgt spid="22">
                                            <p:txEl>
                                              <p:pRg st="7" end="7"/>
                                            </p:txEl>
                                          </p:spTgt>
                                        </p:tgtEl>
                                        <p:attrNameLst>
                                          <p:attrName>style.color</p:attrName>
                                        </p:attrNameLst>
                                      </p:cBhvr>
                                      <p:to>
                                        <p:clrVal>
                                          <a:srgbClr val="000000"/>
                                        </p:clrVal>
                                      </p:to>
                                    </p:set>
                                  </p:childTnLst>
                                </p:cTn>
                              </p:par>
                              <p:par>
                                <p:cTn id="377" presetID="3" presetClass="emph" presetSubtype="1" nodeType="withEffect">
                                  <p:stCondLst>
                                    <p:cond delay="0"/>
                                  </p:stCondLst>
                                  <p:childTnLst>
                                    <p:set>
                                      <p:cBhvr override="childStyle">
                                        <p:cTn id="378" dur="indefinite"/>
                                        <p:tgtEl>
                                          <p:spTgt spid="4">
                                            <p:txEl>
                                              <p:pRg st="6" end="6"/>
                                            </p:txEl>
                                          </p:spTgt>
                                        </p:tgtEl>
                                        <p:attrNameLst>
                                          <p:attrName>style.color</p:attrName>
                                        </p:attrNameLst>
                                      </p:cBhvr>
                                      <p:to>
                                        <p:clrVal>
                                          <a:srgbClr val="000000"/>
                                        </p:clrVal>
                                      </p:to>
                                    </p:set>
                                  </p:childTnLst>
                                </p:cTn>
                              </p:par>
                              <p:par>
                                <p:cTn id="379" presetID="3" presetClass="emph" presetSubtype="1" nodeType="withEffect">
                                  <p:stCondLst>
                                    <p:cond delay="0"/>
                                  </p:stCondLst>
                                  <p:childTnLst>
                                    <p:set>
                                      <p:cBhvr override="childStyle">
                                        <p:cTn id="380" dur="indefinite"/>
                                        <p:tgtEl>
                                          <p:spTgt spid="21">
                                            <p:txEl>
                                              <p:pRg st="1" end="1"/>
                                            </p:txEl>
                                          </p:spTgt>
                                        </p:tgtEl>
                                        <p:attrNameLst>
                                          <p:attrName>style.color</p:attrName>
                                        </p:attrNameLst>
                                      </p:cBhvr>
                                      <p:to>
                                        <p:clrVal>
                                          <a:srgbClr val="000000"/>
                                        </p:clrVal>
                                      </p:to>
                                    </p:set>
                                  </p:childTnLst>
                                </p:cTn>
                              </p:par>
                              <p:par>
                                <p:cTn id="381" presetID="3" presetClass="emph" presetSubtype="1" nodeType="withEffect">
                                  <p:stCondLst>
                                    <p:cond delay="0"/>
                                  </p:stCondLst>
                                  <p:childTnLst>
                                    <p:set>
                                      <p:cBhvr override="childStyle">
                                        <p:cTn id="382" dur="indefinite"/>
                                        <p:tgtEl>
                                          <p:spTgt spid="22">
                                            <p:txEl>
                                              <p:pRg st="1" end="1"/>
                                            </p:txEl>
                                          </p:spTgt>
                                        </p:tgtEl>
                                        <p:attrNameLst>
                                          <p:attrName>style.color</p:attrName>
                                        </p:attrNameLst>
                                      </p:cBhvr>
                                      <p:to>
                                        <p:clrVal>
                                          <a:srgbClr val="000000"/>
                                        </p:clrVal>
                                      </p:to>
                                    </p:set>
                                  </p:childTnLst>
                                </p:cTn>
                              </p:par>
                              <p:par>
                                <p:cTn id="383" presetID="3" presetClass="emph" presetSubtype="1" nodeType="withEffect">
                                  <p:stCondLst>
                                    <p:cond delay="0"/>
                                  </p:stCondLst>
                                  <p:childTnLst>
                                    <p:set>
                                      <p:cBhvr override="childStyle">
                                        <p:cTn id="384" dur="indefinite"/>
                                        <p:tgtEl>
                                          <p:spTgt spid="4">
                                            <p:txEl>
                                              <p:pRg st="7" end="7"/>
                                            </p:txEl>
                                          </p:spTgt>
                                        </p:tgtEl>
                                        <p:attrNameLst>
                                          <p:attrName>style.color</p:attrName>
                                        </p:attrNameLst>
                                      </p:cBhvr>
                                      <p:to>
                                        <p:clrVal>
                                          <a:srgbClr val="000000"/>
                                        </p:clrVal>
                                      </p:to>
                                    </p:set>
                                  </p:childTnLst>
                                </p:cTn>
                              </p:par>
                              <p:par>
                                <p:cTn id="385" presetID="3" presetClass="emph" presetSubtype="1" nodeType="withEffect">
                                  <p:stCondLst>
                                    <p:cond delay="0"/>
                                  </p:stCondLst>
                                  <p:childTnLst>
                                    <p:set>
                                      <p:cBhvr override="childStyle">
                                        <p:cTn id="386" dur="indefinite"/>
                                        <p:tgtEl>
                                          <p:spTgt spid="21">
                                            <p:txEl>
                                              <p:pRg st="2" end="2"/>
                                            </p:txEl>
                                          </p:spTgt>
                                        </p:tgtEl>
                                        <p:attrNameLst>
                                          <p:attrName>style.color</p:attrName>
                                        </p:attrNameLst>
                                      </p:cBhvr>
                                      <p:to>
                                        <p:clrVal>
                                          <a:srgbClr val="000000"/>
                                        </p:clrVal>
                                      </p:to>
                                    </p:set>
                                  </p:childTnLst>
                                </p:cTn>
                              </p:par>
                              <p:par>
                                <p:cTn id="387" presetID="3" presetClass="emph" presetSubtype="1" nodeType="withEffect">
                                  <p:stCondLst>
                                    <p:cond delay="0"/>
                                  </p:stCondLst>
                                  <p:childTnLst>
                                    <p:set>
                                      <p:cBhvr override="childStyle">
                                        <p:cTn id="388" dur="indefinite"/>
                                        <p:tgtEl>
                                          <p:spTgt spid="22">
                                            <p:txEl>
                                              <p:pRg st="2" end="2"/>
                                            </p:txEl>
                                          </p:spTgt>
                                        </p:tgtEl>
                                        <p:attrNameLst>
                                          <p:attrName>style.color</p:attrName>
                                        </p:attrNameLst>
                                      </p:cBhvr>
                                      <p:to>
                                        <p:clrVal>
                                          <a:srgbClr val="000000"/>
                                        </p:clrVal>
                                      </p:to>
                                    </p:set>
                                  </p:childTnLst>
                                </p:cTn>
                              </p:par>
                            </p:childTnLst>
                          </p:cTn>
                        </p:par>
                      </p:childTnLst>
                    </p:cTn>
                  </p:par>
                  <p:par>
                    <p:cTn id="389" fill="hold">
                      <p:stCondLst>
                        <p:cond delay="indefinite"/>
                      </p:stCondLst>
                      <p:childTnLst>
                        <p:par>
                          <p:cTn id="390" fill="hold">
                            <p:stCondLst>
                              <p:cond delay="0"/>
                            </p:stCondLst>
                            <p:childTnLst>
                              <p:par>
                                <p:cTn id="391" presetID="1" presetClass="entr" presetSubtype="0" fill="hold" nodeType="clickEffect">
                                  <p:stCondLst>
                                    <p:cond delay="0"/>
                                  </p:stCondLst>
                                  <p:childTnLst>
                                    <p:set>
                                      <p:cBhvr>
                                        <p:cTn id="392"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393" fill="hold">
                      <p:stCondLst>
                        <p:cond delay="indefinite"/>
                      </p:stCondLst>
                      <p:childTnLst>
                        <p:par>
                          <p:cTn id="394" fill="hold">
                            <p:stCondLst>
                              <p:cond delay="0"/>
                            </p:stCondLst>
                            <p:childTnLst>
                              <p:par>
                                <p:cTn id="395" presetID="1" presetClass="emph" presetSubtype="1" nodeType="clickEffect">
                                  <p:stCondLst>
                                    <p:cond delay="0"/>
                                  </p:stCondLst>
                                  <p:childTnLst>
                                    <p:set>
                                      <p:cBhvr>
                                        <p:cTn id="396" dur="indefinite"/>
                                        <p:tgtEl>
                                          <p:spTgt spid="23"/>
                                        </p:tgtEl>
                                        <p:attrNameLst>
                                          <p:attrName>fillcolor</p:attrName>
                                        </p:attrNameLst>
                                      </p:cBhvr>
                                      <p:to>
                                        <p:clrVal>
                                          <a:schemeClr val="accent2"/>
                                        </p:clrVal>
                                      </p:to>
                                    </p:set>
                                    <p:set>
                                      <p:cBhvr>
                                        <p:cTn id="397" dur="indefinite"/>
                                        <p:tgtEl>
                                          <p:spTgt spid="23"/>
                                        </p:tgtEl>
                                        <p:attrNameLst>
                                          <p:attrName>fill.type</p:attrName>
                                        </p:attrNameLst>
                                      </p:cBhvr>
                                      <p:to>
                                        <p:strVal val="solid"/>
                                      </p:to>
                                    </p:set>
                                    <p:set>
                                      <p:cBhvr>
                                        <p:cTn id="398" dur="indefinite"/>
                                        <p:tgtEl>
                                          <p:spTgt spid="23"/>
                                        </p:tgtEl>
                                        <p:attrNameLst>
                                          <p:attrName>fill.on</p:attrName>
                                        </p:attrNameLst>
                                      </p:cBhvr>
                                      <p:to>
                                        <p:strVal val="true"/>
                                      </p:to>
                                    </p:set>
                                  </p:childTnLst>
                                </p:cTn>
                              </p:par>
                            </p:childTnLst>
                          </p:cTn>
                        </p:par>
                      </p:childTnLst>
                    </p:cTn>
                  </p:par>
                  <p:par>
                    <p:cTn id="399" fill="hold">
                      <p:stCondLst>
                        <p:cond delay="indefinite"/>
                      </p:stCondLst>
                      <p:childTnLst>
                        <p:par>
                          <p:cTn id="400" fill="hold">
                            <p:stCondLst>
                              <p:cond delay="0"/>
                            </p:stCondLst>
                            <p:childTnLst>
                              <p:par>
                                <p:cTn id="401" presetID="1" presetClass="emph" presetSubtype="1" nodeType="clickEffect">
                                  <p:stCondLst>
                                    <p:cond delay="0"/>
                                  </p:stCondLst>
                                  <p:childTnLst>
                                    <p:set>
                                      <p:cBhvr>
                                        <p:cTn id="402" dur="indefinite"/>
                                        <p:tgtEl>
                                          <p:spTgt spid="60"/>
                                        </p:tgtEl>
                                        <p:attrNameLst>
                                          <p:attrName>fillcolor</p:attrName>
                                        </p:attrNameLst>
                                      </p:cBhvr>
                                      <p:to>
                                        <p:clrVal>
                                          <a:schemeClr val="accent2"/>
                                        </p:clrVal>
                                      </p:to>
                                    </p:set>
                                    <p:set>
                                      <p:cBhvr>
                                        <p:cTn id="403" dur="indefinite"/>
                                        <p:tgtEl>
                                          <p:spTgt spid="60"/>
                                        </p:tgtEl>
                                        <p:attrNameLst>
                                          <p:attrName>fill.type</p:attrName>
                                        </p:attrNameLst>
                                      </p:cBhvr>
                                      <p:to>
                                        <p:strVal val="solid"/>
                                      </p:to>
                                    </p:set>
                                    <p:set>
                                      <p:cBhvr>
                                        <p:cTn id="404" dur="indefinite"/>
                                        <p:tgtEl>
                                          <p:spTgt spid="60"/>
                                        </p:tgtEl>
                                        <p:attrNameLst>
                                          <p:attrName>fill.on</p:attrName>
                                        </p:attrNameLst>
                                      </p:cBhvr>
                                      <p:to>
                                        <p:strVal val="true"/>
                                      </p:to>
                                    </p:set>
                                  </p:childTnLst>
                                </p:cTn>
                              </p:par>
                              <p:par>
                                <p:cTn id="405" presetID="1" presetClass="emph" presetSubtype="1" nodeType="withEffect">
                                  <p:stCondLst>
                                    <p:cond delay="0"/>
                                  </p:stCondLst>
                                  <p:childTnLst>
                                    <p:set>
                                      <p:cBhvr>
                                        <p:cTn id="406" dur="indefinite"/>
                                        <p:tgtEl>
                                          <p:spTgt spid="63"/>
                                        </p:tgtEl>
                                        <p:attrNameLst>
                                          <p:attrName>fillcolor</p:attrName>
                                        </p:attrNameLst>
                                      </p:cBhvr>
                                      <p:to>
                                        <p:clrVal>
                                          <a:srgbClr val="00B050"/>
                                        </p:clrVal>
                                      </p:to>
                                    </p:set>
                                    <p:set>
                                      <p:cBhvr>
                                        <p:cTn id="407" dur="indefinite"/>
                                        <p:tgtEl>
                                          <p:spTgt spid="63"/>
                                        </p:tgtEl>
                                        <p:attrNameLst>
                                          <p:attrName>fill.type</p:attrName>
                                        </p:attrNameLst>
                                      </p:cBhvr>
                                      <p:to>
                                        <p:strVal val="solid"/>
                                      </p:to>
                                    </p:set>
                                    <p:set>
                                      <p:cBhvr>
                                        <p:cTn id="408" dur="indefinite"/>
                                        <p:tgtEl>
                                          <p:spTgt spid="63"/>
                                        </p:tgtEl>
                                        <p:attrNameLst>
                                          <p:attrName>fill.on</p:attrName>
                                        </p:attrNameLst>
                                      </p:cBhvr>
                                      <p:to>
                                        <p:strVal val="true"/>
                                      </p:to>
                                    </p:set>
                                  </p:childTnLst>
                                </p:cTn>
                              </p:par>
                              <p:par>
                                <p:cTn id="409" presetID="1" presetClass="emph" presetSubtype="1" nodeType="withEffect">
                                  <p:stCondLst>
                                    <p:cond delay="0"/>
                                  </p:stCondLst>
                                  <p:childTnLst>
                                    <p:set>
                                      <p:cBhvr>
                                        <p:cTn id="410" dur="indefinite"/>
                                        <p:tgtEl>
                                          <p:spTgt spid="71"/>
                                        </p:tgtEl>
                                        <p:attrNameLst>
                                          <p:attrName>fillcolor</p:attrName>
                                        </p:attrNameLst>
                                      </p:cBhvr>
                                      <p:to>
                                        <p:clrVal>
                                          <a:srgbClr val="00B050"/>
                                        </p:clrVal>
                                      </p:to>
                                    </p:set>
                                    <p:set>
                                      <p:cBhvr>
                                        <p:cTn id="411" dur="indefinite"/>
                                        <p:tgtEl>
                                          <p:spTgt spid="71"/>
                                        </p:tgtEl>
                                        <p:attrNameLst>
                                          <p:attrName>fill.type</p:attrName>
                                        </p:attrNameLst>
                                      </p:cBhvr>
                                      <p:to>
                                        <p:strVal val="solid"/>
                                      </p:to>
                                    </p:set>
                                    <p:set>
                                      <p:cBhvr>
                                        <p:cTn id="412" dur="indefinite"/>
                                        <p:tgtEl>
                                          <p:spTgt spid="71"/>
                                        </p:tgtEl>
                                        <p:attrNameLst>
                                          <p:attrName>fill.on</p:attrName>
                                        </p:attrNameLst>
                                      </p:cBhvr>
                                      <p:to>
                                        <p:strVal val="true"/>
                                      </p:to>
                                    </p:set>
                                  </p:childTnLst>
                                </p:cTn>
                              </p:par>
                            </p:childTnLst>
                          </p:cTn>
                        </p:par>
                      </p:childTnLst>
                    </p:cTn>
                  </p:par>
                  <p:par>
                    <p:cTn id="413" fill="hold">
                      <p:stCondLst>
                        <p:cond delay="indefinite"/>
                      </p:stCondLst>
                      <p:childTnLst>
                        <p:par>
                          <p:cTn id="414" fill="hold">
                            <p:stCondLst>
                              <p:cond delay="0"/>
                            </p:stCondLst>
                            <p:childTnLst>
                              <p:par>
                                <p:cTn id="415" presetID="1" presetClass="entr" presetSubtype="0" fill="hold" nodeType="clickEffect">
                                  <p:stCondLst>
                                    <p:cond delay="0"/>
                                  </p:stCondLst>
                                  <p:childTnLst>
                                    <p:set>
                                      <p:cBhvr>
                                        <p:cTn id="416"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417" fill="hold">
                      <p:stCondLst>
                        <p:cond delay="indefinite"/>
                      </p:stCondLst>
                      <p:childTnLst>
                        <p:par>
                          <p:cTn id="418" fill="hold">
                            <p:stCondLst>
                              <p:cond delay="0"/>
                            </p:stCondLst>
                            <p:childTnLst>
                              <p:par>
                                <p:cTn id="419" presetID="1" presetClass="emph" presetSubtype="1" nodeType="clickEffect">
                                  <p:stCondLst>
                                    <p:cond delay="0"/>
                                  </p:stCondLst>
                                  <p:childTnLst>
                                    <p:set>
                                      <p:cBhvr>
                                        <p:cTn id="420" dur="indefinite"/>
                                        <p:tgtEl>
                                          <p:spTgt spid="60"/>
                                        </p:tgtEl>
                                        <p:attrNameLst>
                                          <p:attrName>fillcolor</p:attrName>
                                        </p:attrNameLst>
                                      </p:cBhvr>
                                      <p:to>
                                        <p:clrVal>
                                          <a:schemeClr val="bg1"/>
                                        </p:clrVal>
                                      </p:to>
                                    </p:set>
                                    <p:set>
                                      <p:cBhvr>
                                        <p:cTn id="421" dur="indefinite"/>
                                        <p:tgtEl>
                                          <p:spTgt spid="60"/>
                                        </p:tgtEl>
                                        <p:attrNameLst>
                                          <p:attrName>fill.type</p:attrName>
                                        </p:attrNameLst>
                                      </p:cBhvr>
                                      <p:to>
                                        <p:strVal val="solid"/>
                                      </p:to>
                                    </p:set>
                                    <p:set>
                                      <p:cBhvr>
                                        <p:cTn id="422" dur="indefinite"/>
                                        <p:tgtEl>
                                          <p:spTgt spid="60"/>
                                        </p:tgtEl>
                                        <p:attrNameLst>
                                          <p:attrName>fill.on</p:attrName>
                                        </p:attrNameLst>
                                      </p:cBhvr>
                                      <p:to>
                                        <p:strVal val="true"/>
                                      </p:to>
                                    </p:set>
                                  </p:childTnLst>
                                </p:cTn>
                              </p:par>
                              <p:par>
                                <p:cTn id="423" presetID="1" presetClass="emph" presetSubtype="1" nodeType="withEffect">
                                  <p:stCondLst>
                                    <p:cond delay="0"/>
                                  </p:stCondLst>
                                  <p:childTnLst>
                                    <p:set>
                                      <p:cBhvr>
                                        <p:cTn id="424" dur="indefinite"/>
                                        <p:tgtEl>
                                          <p:spTgt spid="63"/>
                                        </p:tgtEl>
                                        <p:attrNameLst>
                                          <p:attrName>fillcolor</p:attrName>
                                        </p:attrNameLst>
                                      </p:cBhvr>
                                      <p:to>
                                        <p:clrVal>
                                          <a:schemeClr val="bg1"/>
                                        </p:clrVal>
                                      </p:to>
                                    </p:set>
                                    <p:set>
                                      <p:cBhvr>
                                        <p:cTn id="425" dur="indefinite"/>
                                        <p:tgtEl>
                                          <p:spTgt spid="63"/>
                                        </p:tgtEl>
                                        <p:attrNameLst>
                                          <p:attrName>fill.type</p:attrName>
                                        </p:attrNameLst>
                                      </p:cBhvr>
                                      <p:to>
                                        <p:strVal val="solid"/>
                                      </p:to>
                                    </p:set>
                                    <p:set>
                                      <p:cBhvr>
                                        <p:cTn id="426" dur="indefinite"/>
                                        <p:tgtEl>
                                          <p:spTgt spid="63"/>
                                        </p:tgtEl>
                                        <p:attrNameLst>
                                          <p:attrName>fill.on</p:attrName>
                                        </p:attrNameLst>
                                      </p:cBhvr>
                                      <p:to>
                                        <p:strVal val="true"/>
                                      </p:to>
                                    </p:set>
                                  </p:childTnLst>
                                </p:cTn>
                              </p:par>
                              <p:par>
                                <p:cTn id="427" presetID="1" presetClass="emph" presetSubtype="1" nodeType="withEffect">
                                  <p:stCondLst>
                                    <p:cond delay="0"/>
                                  </p:stCondLst>
                                  <p:childTnLst>
                                    <p:set>
                                      <p:cBhvr>
                                        <p:cTn id="428" dur="indefinite"/>
                                        <p:tgtEl>
                                          <p:spTgt spid="71"/>
                                        </p:tgtEl>
                                        <p:attrNameLst>
                                          <p:attrName>fillcolor</p:attrName>
                                        </p:attrNameLst>
                                      </p:cBhvr>
                                      <p:to>
                                        <p:clrVal>
                                          <a:srgbClr val="FFFFFF"/>
                                        </p:clrVal>
                                      </p:to>
                                    </p:set>
                                    <p:set>
                                      <p:cBhvr>
                                        <p:cTn id="429" dur="indefinite"/>
                                        <p:tgtEl>
                                          <p:spTgt spid="71"/>
                                        </p:tgtEl>
                                        <p:attrNameLst>
                                          <p:attrName>fill.type</p:attrName>
                                        </p:attrNameLst>
                                      </p:cBhvr>
                                      <p:to>
                                        <p:strVal val="solid"/>
                                      </p:to>
                                    </p:set>
                                    <p:set>
                                      <p:cBhvr>
                                        <p:cTn id="430" dur="indefinite"/>
                                        <p:tgtEl>
                                          <p:spTgt spid="71"/>
                                        </p:tgtEl>
                                        <p:attrNameLst>
                                          <p:attrName>fill.on</p:attrName>
                                        </p:attrNameLst>
                                      </p:cBhvr>
                                      <p:to>
                                        <p:strVal val="true"/>
                                      </p:to>
                                    </p:set>
                                  </p:childTnLst>
                                </p:cTn>
                              </p:par>
                              <p:par>
                                <p:cTn id="431" presetID="1" presetClass="emph" presetSubtype="1" nodeType="withEffect">
                                  <p:stCondLst>
                                    <p:cond delay="0"/>
                                  </p:stCondLst>
                                  <p:childTnLst>
                                    <p:set>
                                      <p:cBhvr>
                                        <p:cTn id="432" dur="indefinite"/>
                                        <p:tgtEl>
                                          <p:spTgt spid="23"/>
                                        </p:tgtEl>
                                        <p:attrNameLst>
                                          <p:attrName>fillcolor</p:attrName>
                                        </p:attrNameLst>
                                      </p:cBhvr>
                                      <p:to>
                                        <p:clrVal>
                                          <a:srgbClr val="FFFFFF"/>
                                        </p:clrVal>
                                      </p:to>
                                    </p:set>
                                    <p:set>
                                      <p:cBhvr>
                                        <p:cTn id="433" dur="indefinite"/>
                                        <p:tgtEl>
                                          <p:spTgt spid="23"/>
                                        </p:tgtEl>
                                        <p:attrNameLst>
                                          <p:attrName>fill.type</p:attrName>
                                        </p:attrNameLst>
                                      </p:cBhvr>
                                      <p:to>
                                        <p:strVal val="solid"/>
                                      </p:to>
                                    </p:set>
                                    <p:set>
                                      <p:cBhvr>
                                        <p:cTn id="434" dur="indefinite"/>
                                        <p:tgtEl>
                                          <p:spTgt spid="23"/>
                                        </p:tgtEl>
                                        <p:attrNameLst>
                                          <p:attrName>fill.on</p:attrName>
                                        </p:attrNameLst>
                                      </p:cBhvr>
                                      <p:to>
                                        <p:strVal val="true"/>
                                      </p:to>
                                    </p:set>
                                  </p:childTnLst>
                                </p:cTn>
                              </p:par>
                            </p:childTnLst>
                          </p:cTn>
                        </p:par>
                      </p:childTnLst>
                    </p:cTn>
                  </p:par>
                  <p:par>
                    <p:cTn id="435" fill="hold">
                      <p:stCondLst>
                        <p:cond delay="indefinite"/>
                      </p:stCondLst>
                      <p:childTnLst>
                        <p:par>
                          <p:cTn id="436" fill="hold">
                            <p:stCondLst>
                              <p:cond delay="0"/>
                            </p:stCondLst>
                            <p:childTnLst>
                              <p:par>
                                <p:cTn id="437" presetID="1" presetClass="emph" presetSubtype="1" nodeType="clickEffect">
                                  <p:stCondLst>
                                    <p:cond delay="0"/>
                                  </p:stCondLst>
                                  <p:childTnLst>
                                    <p:set>
                                      <p:cBhvr>
                                        <p:cTn id="438" dur="indefinite"/>
                                        <p:tgtEl>
                                          <p:spTgt spid="72"/>
                                        </p:tgtEl>
                                        <p:attrNameLst>
                                          <p:attrName>fillcolor</p:attrName>
                                        </p:attrNameLst>
                                      </p:cBhvr>
                                      <p:to>
                                        <p:clrVal>
                                          <a:schemeClr val="accent2"/>
                                        </p:clrVal>
                                      </p:to>
                                    </p:set>
                                    <p:set>
                                      <p:cBhvr>
                                        <p:cTn id="439" dur="indefinite"/>
                                        <p:tgtEl>
                                          <p:spTgt spid="72"/>
                                        </p:tgtEl>
                                        <p:attrNameLst>
                                          <p:attrName>fill.type</p:attrName>
                                        </p:attrNameLst>
                                      </p:cBhvr>
                                      <p:to>
                                        <p:strVal val="solid"/>
                                      </p:to>
                                    </p:set>
                                    <p:set>
                                      <p:cBhvr>
                                        <p:cTn id="440" dur="indefinite"/>
                                        <p:tgtEl>
                                          <p:spTgt spid="72"/>
                                        </p:tgtEl>
                                        <p:attrNameLst>
                                          <p:attrName>fill.on</p:attrName>
                                        </p:attrNameLst>
                                      </p:cBhvr>
                                      <p:to>
                                        <p:strVal val="true"/>
                                      </p:to>
                                    </p:set>
                                  </p:childTnLst>
                                </p:cTn>
                              </p:par>
                            </p:childTnLst>
                          </p:cTn>
                        </p:par>
                      </p:childTnLst>
                    </p:cTn>
                  </p:par>
                  <p:par>
                    <p:cTn id="441" fill="hold">
                      <p:stCondLst>
                        <p:cond delay="indefinite"/>
                      </p:stCondLst>
                      <p:childTnLst>
                        <p:par>
                          <p:cTn id="442" fill="hold">
                            <p:stCondLst>
                              <p:cond delay="0"/>
                            </p:stCondLst>
                            <p:childTnLst>
                              <p:par>
                                <p:cTn id="443" presetID="1" presetClass="emph" presetSubtype="1" nodeType="clickEffect">
                                  <p:stCondLst>
                                    <p:cond delay="0"/>
                                  </p:stCondLst>
                                  <p:childTnLst>
                                    <p:set>
                                      <p:cBhvr>
                                        <p:cTn id="444" dur="indefinite"/>
                                        <p:tgtEl>
                                          <p:spTgt spid="74"/>
                                        </p:tgtEl>
                                        <p:attrNameLst>
                                          <p:attrName>fillcolor</p:attrName>
                                        </p:attrNameLst>
                                      </p:cBhvr>
                                      <p:to>
                                        <p:clrVal>
                                          <a:srgbClr val="00B050"/>
                                        </p:clrVal>
                                      </p:to>
                                    </p:set>
                                    <p:set>
                                      <p:cBhvr>
                                        <p:cTn id="445" dur="indefinite"/>
                                        <p:tgtEl>
                                          <p:spTgt spid="74"/>
                                        </p:tgtEl>
                                        <p:attrNameLst>
                                          <p:attrName>fill.type</p:attrName>
                                        </p:attrNameLst>
                                      </p:cBhvr>
                                      <p:to>
                                        <p:strVal val="solid"/>
                                      </p:to>
                                    </p:set>
                                    <p:set>
                                      <p:cBhvr>
                                        <p:cTn id="446" dur="indefinite"/>
                                        <p:tgtEl>
                                          <p:spTgt spid="74"/>
                                        </p:tgtEl>
                                        <p:attrNameLst>
                                          <p:attrName>fill.on</p:attrName>
                                        </p:attrNameLst>
                                      </p:cBhvr>
                                      <p:to>
                                        <p:strVal val="true"/>
                                      </p:to>
                                    </p:set>
                                  </p:childTnLst>
                                </p:cTn>
                              </p:par>
                              <p:par>
                                <p:cTn id="447" presetID="1" presetClass="emph" presetSubtype="1" nodeType="withEffect">
                                  <p:stCondLst>
                                    <p:cond delay="0"/>
                                  </p:stCondLst>
                                  <p:childTnLst>
                                    <p:set>
                                      <p:cBhvr>
                                        <p:cTn id="448" dur="indefinite"/>
                                        <p:tgtEl>
                                          <p:spTgt spid="73"/>
                                        </p:tgtEl>
                                        <p:attrNameLst>
                                          <p:attrName>fillcolor</p:attrName>
                                        </p:attrNameLst>
                                      </p:cBhvr>
                                      <p:to>
                                        <p:clrVal>
                                          <a:srgbClr val="00B050"/>
                                        </p:clrVal>
                                      </p:to>
                                    </p:set>
                                    <p:set>
                                      <p:cBhvr>
                                        <p:cTn id="449" dur="indefinite"/>
                                        <p:tgtEl>
                                          <p:spTgt spid="73"/>
                                        </p:tgtEl>
                                        <p:attrNameLst>
                                          <p:attrName>fill.type</p:attrName>
                                        </p:attrNameLst>
                                      </p:cBhvr>
                                      <p:to>
                                        <p:strVal val="solid"/>
                                      </p:to>
                                    </p:set>
                                    <p:set>
                                      <p:cBhvr>
                                        <p:cTn id="450" dur="indefinite"/>
                                        <p:tgtEl>
                                          <p:spTgt spid="73"/>
                                        </p:tgtEl>
                                        <p:attrNameLst>
                                          <p:attrName>fill.on</p:attrName>
                                        </p:attrNameLst>
                                      </p:cBhvr>
                                      <p:to>
                                        <p:strVal val="true"/>
                                      </p:to>
                                    </p:set>
                                  </p:childTnLst>
                                </p:cTn>
                              </p:par>
                              <p:par>
                                <p:cTn id="451" presetID="1" presetClass="emph" presetSubtype="1" nodeType="withEffect">
                                  <p:stCondLst>
                                    <p:cond delay="0"/>
                                  </p:stCondLst>
                                  <p:childTnLst>
                                    <p:set>
                                      <p:cBhvr>
                                        <p:cTn id="452" dur="indefinite"/>
                                        <p:tgtEl>
                                          <p:spTgt spid="75"/>
                                        </p:tgtEl>
                                        <p:attrNameLst>
                                          <p:attrName>fillcolor</p:attrName>
                                        </p:attrNameLst>
                                      </p:cBhvr>
                                      <p:to>
                                        <p:clrVal>
                                          <a:srgbClr val="00B050"/>
                                        </p:clrVal>
                                      </p:to>
                                    </p:set>
                                    <p:set>
                                      <p:cBhvr>
                                        <p:cTn id="453" dur="indefinite"/>
                                        <p:tgtEl>
                                          <p:spTgt spid="75"/>
                                        </p:tgtEl>
                                        <p:attrNameLst>
                                          <p:attrName>fill.type</p:attrName>
                                        </p:attrNameLst>
                                      </p:cBhvr>
                                      <p:to>
                                        <p:strVal val="solid"/>
                                      </p:to>
                                    </p:set>
                                    <p:set>
                                      <p:cBhvr>
                                        <p:cTn id="454" dur="indefinite"/>
                                        <p:tgtEl>
                                          <p:spTgt spid="75"/>
                                        </p:tgtEl>
                                        <p:attrNameLst>
                                          <p:attrName>fill.on</p:attrName>
                                        </p:attrNameLst>
                                      </p:cBhvr>
                                      <p:to>
                                        <p:strVal val="true"/>
                                      </p:to>
                                    </p:set>
                                  </p:childTnLst>
                                </p:cTn>
                              </p:par>
                              <p:par>
                                <p:cTn id="455" presetID="1" presetClass="emph" presetSubtype="1" nodeType="withEffect">
                                  <p:stCondLst>
                                    <p:cond delay="0"/>
                                  </p:stCondLst>
                                  <p:childTnLst>
                                    <p:set>
                                      <p:cBhvr>
                                        <p:cTn id="456" dur="indefinite"/>
                                        <p:tgtEl>
                                          <p:spTgt spid="76"/>
                                        </p:tgtEl>
                                        <p:attrNameLst>
                                          <p:attrName>fillcolor</p:attrName>
                                        </p:attrNameLst>
                                      </p:cBhvr>
                                      <p:to>
                                        <p:clrVal>
                                          <a:srgbClr val="00B050"/>
                                        </p:clrVal>
                                      </p:to>
                                    </p:set>
                                    <p:set>
                                      <p:cBhvr>
                                        <p:cTn id="457" dur="indefinite"/>
                                        <p:tgtEl>
                                          <p:spTgt spid="76"/>
                                        </p:tgtEl>
                                        <p:attrNameLst>
                                          <p:attrName>fill.type</p:attrName>
                                        </p:attrNameLst>
                                      </p:cBhvr>
                                      <p:to>
                                        <p:strVal val="solid"/>
                                      </p:to>
                                    </p:set>
                                    <p:set>
                                      <p:cBhvr>
                                        <p:cTn id="458" dur="indefinite"/>
                                        <p:tgtEl>
                                          <p:spTgt spid="76"/>
                                        </p:tgtEl>
                                        <p:attrNameLst>
                                          <p:attrName>fill.on</p:attrName>
                                        </p:attrNameLst>
                                      </p:cBhvr>
                                      <p:to>
                                        <p:strVal val="true"/>
                                      </p:to>
                                    </p:set>
                                  </p:childTnLst>
                                </p:cTn>
                              </p:par>
                            </p:childTnLst>
                          </p:cTn>
                        </p:par>
                      </p:childTnLst>
                    </p:cTn>
                  </p:par>
                  <p:par>
                    <p:cTn id="459" fill="hold">
                      <p:stCondLst>
                        <p:cond delay="indefinite"/>
                      </p:stCondLst>
                      <p:childTnLst>
                        <p:par>
                          <p:cTn id="460" fill="hold">
                            <p:stCondLst>
                              <p:cond delay="0"/>
                            </p:stCondLst>
                            <p:childTnLst>
                              <p:par>
                                <p:cTn id="461" presetID="1" presetClass="entr" presetSubtype="0" fill="hold" nodeType="clickEffect">
                                  <p:stCondLst>
                                    <p:cond delay="0"/>
                                  </p:stCondLst>
                                  <p:childTnLst>
                                    <p:set>
                                      <p:cBhvr>
                                        <p:cTn id="462"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par>
                    <p:cTn id="463" fill="hold">
                      <p:stCondLst>
                        <p:cond delay="indefinite"/>
                      </p:stCondLst>
                      <p:childTnLst>
                        <p:par>
                          <p:cTn id="464" fill="hold">
                            <p:stCondLst>
                              <p:cond delay="0"/>
                            </p:stCondLst>
                            <p:childTnLst>
                              <p:par>
                                <p:cTn id="465" presetID="1" presetClass="emph" presetSubtype="1" nodeType="clickEffect">
                                  <p:stCondLst>
                                    <p:cond delay="0"/>
                                  </p:stCondLst>
                                  <p:childTnLst>
                                    <p:set>
                                      <p:cBhvr>
                                        <p:cTn id="466" dur="indefinite"/>
                                        <p:tgtEl>
                                          <p:spTgt spid="72"/>
                                        </p:tgtEl>
                                        <p:attrNameLst>
                                          <p:attrName>fillcolor</p:attrName>
                                        </p:attrNameLst>
                                      </p:cBhvr>
                                      <p:to>
                                        <p:clrVal>
                                          <a:schemeClr val="bg1"/>
                                        </p:clrVal>
                                      </p:to>
                                    </p:set>
                                    <p:set>
                                      <p:cBhvr>
                                        <p:cTn id="467" dur="indefinite"/>
                                        <p:tgtEl>
                                          <p:spTgt spid="72"/>
                                        </p:tgtEl>
                                        <p:attrNameLst>
                                          <p:attrName>fill.type</p:attrName>
                                        </p:attrNameLst>
                                      </p:cBhvr>
                                      <p:to>
                                        <p:strVal val="solid"/>
                                      </p:to>
                                    </p:set>
                                    <p:set>
                                      <p:cBhvr>
                                        <p:cTn id="468" dur="indefinite"/>
                                        <p:tgtEl>
                                          <p:spTgt spid="72"/>
                                        </p:tgtEl>
                                        <p:attrNameLst>
                                          <p:attrName>fill.on</p:attrName>
                                        </p:attrNameLst>
                                      </p:cBhvr>
                                      <p:to>
                                        <p:strVal val="true"/>
                                      </p:to>
                                    </p:set>
                                  </p:childTnLst>
                                </p:cTn>
                              </p:par>
                              <p:par>
                                <p:cTn id="469" presetID="1" presetClass="emph" presetSubtype="1" nodeType="withEffect">
                                  <p:stCondLst>
                                    <p:cond delay="0"/>
                                  </p:stCondLst>
                                  <p:childTnLst>
                                    <p:set>
                                      <p:cBhvr>
                                        <p:cTn id="470" dur="indefinite"/>
                                        <p:tgtEl>
                                          <p:spTgt spid="74"/>
                                        </p:tgtEl>
                                        <p:attrNameLst>
                                          <p:attrName>fillcolor</p:attrName>
                                        </p:attrNameLst>
                                      </p:cBhvr>
                                      <p:to>
                                        <p:clrVal>
                                          <a:schemeClr val="bg1"/>
                                        </p:clrVal>
                                      </p:to>
                                    </p:set>
                                    <p:set>
                                      <p:cBhvr>
                                        <p:cTn id="471" dur="indefinite"/>
                                        <p:tgtEl>
                                          <p:spTgt spid="74"/>
                                        </p:tgtEl>
                                        <p:attrNameLst>
                                          <p:attrName>fill.type</p:attrName>
                                        </p:attrNameLst>
                                      </p:cBhvr>
                                      <p:to>
                                        <p:strVal val="solid"/>
                                      </p:to>
                                    </p:set>
                                    <p:set>
                                      <p:cBhvr>
                                        <p:cTn id="472" dur="indefinite"/>
                                        <p:tgtEl>
                                          <p:spTgt spid="74"/>
                                        </p:tgtEl>
                                        <p:attrNameLst>
                                          <p:attrName>fill.on</p:attrName>
                                        </p:attrNameLst>
                                      </p:cBhvr>
                                      <p:to>
                                        <p:strVal val="true"/>
                                      </p:to>
                                    </p:set>
                                  </p:childTnLst>
                                </p:cTn>
                              </p:par>
                              <p:par>
                                <p:cTn id="473" presetID="1" presetClass="emph" presetSubtype="1" nodeType="withEffect">
                                  <p:stCondLst>
                                    <p:cond delay="0"/>
                                  </p:stCondLst>
                                  <p:childTnLst>
                                    <p:set>
                                      <p:cBhvr>
                                        <p:cTn id="474" dur="indefinite"/>
                                        <p:tgtEl>
                                          <p:spTgt spid="73"/>
                                        </p:tgtEl>
                                        <p:attrNameLst>
                                          <p:attrName>fillcolor</p:attrName>
                                        </p:attrNameLst>
                                      </p:cBhvr>
                                      <p:to>
                                        <p:clrVal>
                                          <a:schemeClr val="bg1"/>
                                        </p:clrVal>
                                      </p:to>
                                    </p:set>
                                    <p:set>
                                      <p:cBhvr>
                                        <p:cTn id="475" dur="indefinite"/>
                                        <p:tgtEl>
                                          <p:spTgt spid="73"/>
                                        </p:tgtEl>
                                        <p:attrNameLst>
                                          <p:attrName>fill.type</p:attrName>
                                        </p:attrNameLst>
                                      </p:cBhvr>
                                      <p:to>
                                        <p:strVal val="solid"/>
                                      </p:to>
                                    </p:set>
                                    <p:set>
                                      <p:cBhvr>
                                        <p:cTn id="476" dur="indefinite"/>
                                        <p:tgtEl>
                                          <p:spTgt spid="73"/>
                                        </p:tgtEl>
                                        <p:attrNameLst>
                                          <p:attrName>fill.on</p:attrName>
                                        </p:attrNameLst>
                                      </p:cBhvr>
                                      <p:to>
                                        <p:strVal val="true"/>
                                      </p:to>
                                    </p:set>
                                  </p:childTnLst>
                                </p:cTn>
                              </p:par>
                              <p:par>
                                <p:cTn id="477" presetID="1" presetClass="emph" presetSubtype="1" nodeType="withEffect">
                                  <p:stCondLst>
                                    <p:cond delay="0"/>
                                  </p:stCondLst>
                                  <p:childTnLst>
                                    <p:set>
                                      <p:cBhvr>
                                        <p:cTn id="478" dur="indefinite"/>
                                        <p:tgtEl>
                                          <p:spTgt spid="75"/>
                                        </p:tgtEl>
                                        <p:attrNameLst>
                                          <p:attrName>fillcolor</p:attrName>
                                        </p:attrNameLst>
                                      </p:cBhvr>
                                      <p:to>
                                        <p:clrVal>
                                          <a:schemeClr val="bg1"/>
                                        </p:clrVal>
                                      </p:to>
                                    </p:set>
                                    <p:set>
                                      <p:cBhvr>
                                        <p:cTn id="479" dur="indefinite"/>
                                        <p:tgtEl>
                                          <p:spTgt spid="75"/>
                                        </p:tgtEl>
                                        <p:attrNameLst>
                                          <p:attrName>fill.type</p:attrName>
                                        </p:attrNameLst>
                                      </p:cBhvr>
                                      <p:to>
                                        <p:strVal val="solid"/>
                                      </p:to>
                                    </p:set>
                                    <p:set>
                                      <p:cBhvr>
                                        <p:cTn id="480" dur="indefinite"/>
                                        <p:tgtEl>
                                          <p:spTgt spid="75"/>
                                        </p:tgtEl>
                                        <p:attrNameLst>
                                          <p:attrName>fill.on</p:attrName>
                                        </p:attrNameLst>
                                      </p:cBhvr>
                                      <p:to>
                                        <p:strVal val="true"/>
                                      </p:to>
                                    </p:set>
                                  </p:childTnLst>
                                </p:cTn>
                              </p:par>
                              <p:par>
                                <p:cTn id="481" presetID="1" presetClass="emph" presetSubtype="1" nodeType="withEffect">
                                  <p:stCondLst>
                                    <p:cond delay="0"/>
                                  </p:stCondLst>
                                  <p:childTnLst>
                                    <p:set>
                                      <p:cBhvr>
                                        <p:cTn id="482" dur="indefinite"/>
                                        <p:tgtEl>
                                          <p:spTgt spid="76"/>
                                        </p:tgtEl>
                                        <p:attrNameLst>
                                          <p:attrName>fillcolor</p:attrName>
                                        </p:attrNameLst>
                                      </p:cBhvr>
                                      <p:to>
                                        <p:clrVal>
                                          <a:schemeClr val="bg1"/>
                                        </p:clrVal>
                                      </p:to>
                                    </p:set>
                                    <p:set>
                                      <p:cBhvr>
                                        <p:cTn id="483" dur="indefinite"/>
                                        <p:tgtEl>
                                          <p:spTgt spid="76"/>
                                        </p:tgtEl>
                                        <p:attrNameLst>
                                          <p:attrName>fill.type</p:attrName>
                                        </p:attrNameLst>
                                      </p:cBhvr>
                                      <p:to>
                                        <p:strVal val="solid"/>
                                      </p:to>
                                    </p:set>
                                    <p:set>
                                      <p:cBhvr>
                                        <p:cTn id="484" dur="indefinite"/>
                                        <p:tgtEl>
                                          <p:spTgt spid="76"/>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allAtOnce"/>
      <p:bldP spid="21" grpId="0" build="allAtOnce"/>
      <p:bldP spid="21" grpId="1" uiExpand="1" build="allAtOnce"/>
      <p:bldP spid="22" grpId="0" build="allAtOnce"/>
      <p:bldP spid="22" grpId="1" uiExpand="1" build="allAtOnce"/>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42D0604-7C70-4A6E-851B-B42A1B6E593A}"/>
              </a:ext>
            </a:extLst>
          </p:cNvPr>
          <p:cNvSpPr>
            <a:spLocks noGrp="1"/>
          </p:cNvSpPr>
          <p:nvPr>
            <p:ph type="ftr" sz="quarter" idx="11"/>
          </p:nvPr>
        </p:nvSpPr>
        <p:spPr/>
        <p:txBody>
          <a:bodyPr/>
          <a:lstStyle/>
          <a:p>
            <a:r>
              <a:rPr lang="en-US" dirty="0"/>
              <a:t>CSC3113: Theory of Computation</a:t>
            </a:r>
          </a:p>
        </p:txBody>
      </p:sp>
      <p:sp>
        <p:nvSpPr>
          <p:cNvPr id="59" name="Text Placeholder 2">
            <a:extLst>
              <a:ext uri="{FF2B5EF4-FFF2-40B4-BE49-F238E27FC236}">
                <a16:creationId xmlns:a16="http://schemas.microsoft.com/office/drawing/2014/main" id="{537EE229-BE1F-4A8E-89B7-125508F8D0C7}"/>
              </a:ext>
            </a:extLst>
          </p:cNvPr>
          <p:cNvSpPr>
            <a:spLocks noGrp="1"/>
          </p:cNvSpPr>
          <p:nvPr>
            <p:ph type="body" sz="quarter" idx="12"/>
          </p:nvPr>
        </p:nvSpPr>
        <p:spPr>
          <a:xfrm>
            <a:off x="0" y="0"/>
            <a:ext cx="3746706" cy="726862"/>
          </a:xfrm>
          <a:solidFill>
            <a:srgbClr val="0070C0"/>
          </a:solidFill>
        </p:spPr>
        <p:txBody>
          <a:bodyPr/>
          <a:lstStyle/>
          <a:p>
            <a:r>
              <a:rPr lang="en-US" sz="2800" dirty="0"/>
              <a:t>NFA-DFA Equivalence</a:t>
            </a:r>
          </a:p>
        </p:txBody>
      </p:sp>
      <p:sp>
        <p:nvSpPr>
          <p:cNvPr id="4" name="Rectangle 2">
            <a:extLst>
              <a:ext uri="{FF2B5EF4-FFF2-40B4-BE49-F238E27FC236}">
                <a16:creationId xmlns:a16="http://schemas.microsoft.com/office/drawing/2014/main" id="{DD7A0F1B-ECDF-4C25-8E6C-95C33EA76B34}"/>
              </a:ext>
            </a:extLst>
          </p:cNvPr>
          <p:cNvSpPr txBox="1">
            <a:spLocks noChangeArrowheads="1"/>
          </p:cNvSpPr>
          <p:nvPr/>
        </p:nvSpPr>
        <p:spPr>
          <a:xfrm>
            <a:off x="3938401" y="41984"/>
            <a:ext cx="5119209" cy="6450890"/>
          </a:xfrm>
          <a:prstGeom prst="rect">
            <a:avLst/>
          </a:prstGeom>
        </p:spPr>
        <p:txBody>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0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4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4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marL="0" indent="0">
              <a:buNone/>
            </a:pPr>
            <a:r>
              <a:rPr lang="en-US" altLang="en-US" sz="2400" b="1" dirty="0">
                <a:solidFill>
                  <a:schemeClr val="tx1"/>
                </a:solidFill>
              </a:rPr>
              <a:t>Equivalent DFA </a:t>
            </a:r>
            <a:r>
              <a:rPr lang="en-US" altLang="en-US" sz="2400" b="1" i="1" dirty="0">
                <a:solidFill>
                  <a:schemeClr val="tx1"/>
                </a:solidFill>
              </a:rPr>
              <a:t>M </a:t>
            </a:r>
            <a:r>
              <a:rPr lang="en-US" altLang="en-US" sz="2400" b="1" dirty="0">
                <a:solidFill>
                  <a:schemeClr val="tx1"/>
                </a:solidFill>
              </a:rPr>
              <a:t>= (</a:t>
            </a:r>
            <a:r>
              <a:rPr lang="en-US" altLang="en-US" sz="2400" b="1" i="1" dirty="0">
                <a:solidFill>
                  <a:schemeClr val="tx1"/>
                </a:solidFill>
              </a:rPr>
              <a:t>Q</a:t>
            </a:r>
            <a:r>
              <a:rPr lang="en-US" altLang="en-US" sz="2400" b="1" dirty="0">
                <a:solidFill>
                  <a:schemeClr val="tx1"/>
                </a:solidFill>
              </a:rPr>
              <a:t>, </a:t>
            </a:r>
            <a:r>
              <a:rPr lang="el-GR" altLang="en-US" sz="2400" b="1" dirty="0">
                <a:solidFill>
                  <a:schemeClr val="tx1"/>
                </a:solidFill>
                <a:cs typeface="Arial" panose="020B0604020202020204" pitchFamily="34" charset="0"/>
              </a:rPr>
              <a:t>Σ</a:t>
            </a:r>
            <a:r>
              <a:rPr lang="en-US" altLang="en-US" sz="2400" b="1" dirty="0">
                <a:solidFill>
                  <a:schemeClr val="tx1"/>
                </a:solidFill>
                <a:cs typeface="Arial" panose="020B0604020202020204" pitchFamily="34" charset="0"/>
              </a:rPr>
              <a:t>, </a:t>
            </a:r>
            <a:r>
              <a:rPr lang="el-GR" altLang="en-US" sz="2400" b="1" i="1" dirty="0">
                <a:solidFill>
                  <a:schemeClr val="tx1"/>
                </a:solidFill>
                <a:cs typeface="Arial" panose="020B0604020202020204" pitchFamily="34" charset="0"/>
                <a:sym typeface="Symbol" panose="05050102010706020507" pitchFamily="18" charset="2"/>
              </a:rPr>
              <a:t></a:t>
            </a:r>
            <a:r>
              <a:rPr lang="en-US" altLang="en-US" sz="2400" b="1" dirty="0">
                <a:solidFill>
                  <a:schemeClr val="tx1"/>
                </a:solidFill>
                <a:cs typeface="Arial" panose="020B0604020202020204" pitchFamily="34" charset="0"/>
                <a:sym typeface="Symbol" panose="05050102010706020507" pitchFamily="18" charset="2"/>
              </a:rPr>
              <a:t>, </a:t>
            </a:r>
            <a:r>
              <a:rPr lang="en-US" altLang="en-US" sz="2400" b="1" i="1" dirty="0">
                <a:solidFill>
                  <a:schemeClr val="tx1"/>
                </a:solidFill>
                <a:cs typeface="Arial" panose="020B0604020202020204" pitchFamily="34" charset="0"/>
                <a:sym typeface="Symbol" panose="05050102010706020507" pitchFamily="18" charset="2"/>
              </a:rPr>
              <a:t>q</a:t>
            </a:r>
            <a:r>
              <a:rPr lang="en-US" altLang="en-US" sz="2400" b="1" baseline="-25000" dirty="0">
                <a:solidFill>
                  <a:schemeClr val="tx1"/>
                </a:solidFill>
                <a:cs typeface="Arial" panose="020B0604020202020204" pitchFamily="34" charset="0"/>
                <a:sym typeface="Symbol" panose="05050102010706020507" pitchFamily="18" charset="2"/>
              </a:rPr>
              <a:t>0</a:t>
            </a:r>
            <a:r>
              <a:rPr lang="en-US" altLang="en-US" sz="2400" b="1" dirty="0">
                <a:solidFill>
                  <a:schemeClr val="tx1"/>
                </a:solidFill>
                <a:cs typeface="Arial" panose="020B0604020202020204" pitchFamily="34" charset="0"/>
                <a:sym typeface="Symbol" panose="05050102010706020507" pitchFamily="18" charset="2"/>
              </a:rPr>
              <a:t>, </a:t>
            </a:r>
            <a:r>
              <a:rPr lang="en-US" altLang="en-US" sz="2400" b="1" i="1" dirty="0">
                <a:solidFill>
                  <a:schemeClr val="tx1"/>
                </a:solidFill>
                <a:cs typeface="Arial" panose="020B0604020202020204" pitchFamily="34" charset="0"/>
                <a:sym typeface="Symbol" panose="05050102010706020507" pitchFamily="18" charset="2"/>
              </a:rPr>
              <a:t>F</a:t>
            </a:r>
            <a:r>
              <a:rPr lang="en-US" altLang="en-US" sz="2400" b="1" dirty="0">
                <a:solidFill>
                  <a:schemeClr val="tx1"/>
                </a:solidFill>
              </a:rPr>
              <a:t>)</a:t>
            </a:r>
          </a:p>
          <a:p>
            <a:pPr marL="0" indent="0">
              <a:buNone/>
            </a:pPr>
            <a:r>
              <a:rPr lang="en-US" altLang="en-US" sz="1800" b="1" dirty="0">
                <a:solidFill>
                  <a:schemeClr val="tx1"/>
                </a:solidFill>
              </a:rPr>
              <a:t> </a:t>
            </a:r>
            <a:r>
              <a:rPr lang="en-US" altLang="en-US" b="1" i="1" dirty="0">
                <a:solidFill>
                  <a:schemeClr val="tx1"/>
                </a:solidFill>
              </a:rPr>
              <a:t>Q </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1</a:t>
            </a:r>
            <a:r>
              <a:rPr lang="en-US" altLang="en-US" dirty="0">
                <a:solidFill>
                  <a:schemeClr val="tx1"/>
                </a:solidFill>
              </a:rPr>
              <a:t>,</a:t>
            </a:r>
            <a:r>
              <a:rPr lang="en-US" altLang="en-US" i="1" dirty="0">
                <a:solidFill>
                  <a:schemeClr val="tx1"/>
                </a:solidFill>
              </a:rPr>
              <a:t>b</a:t>
            </a:r>
            <a:r>
              <a:rPr lang="en-US" altLang="en-US" baseline="-25000" dirty="0">
                <a:solidFill>
                  <a:schemeClr val="tx1"/>
                </a:solidFill>
              </a:rPr>
              <a:t>2</a:t>
            </a:r>
            <a:r>
              <a:rPr lang="en-US" altLang="en-US" dirty="0">
                <a:solidFill>
                  <a:schemeClr val="tx1"/>
                </a:solidFill>
              </a:rPr>
              <a:t>,</a:t>
            </a:r>
            <a:r>
              <a:rPr lang="en-US" altLang="en-US" i="1" dirty="0">
                <a:solidFill>
                  <a:schemeClr val="tx1"/>
                </a:solidFill>
              </a:rPr>
              <a:t>b</a:t>
            </a:r>
            <a:r>
              <a:rPr lang="en-US" altLang="en-US" baseline="-25000" dirty="0">
                <a:solidFill>
                  <a:schemeClr val="tx1"/>
                </a:solidFill>
              </a:rPr>
              <a:t>3</a:t>
            </a:r>
            <a:r>
              <a:rPr lang="en-US" altLang="en-US" dirty="0">
                <a:solidFill>
                  <a:schemeClr val="tx1"/>
                </a:solidFill>
              </a:rPr>
              <a:t>} = </a:t>
            </a:r>
            <a:r>
              <a:rPr lang="en-US" altLang="en-US" dirty="0">
                <a:solidFill>
                  <a:schemeClr val="tx1"/>
                </a:solidFill>
                <a:latin typeface="Rage Italic" panose="03070502040507070304" pitchFamily="66" charset="0"/>
                <a:cs typeface="Arial" panose="020B0604020202020204" pitchFamily="34" charset="0"/>
                <a:sym typeface="Symbol" panose="05050102010706020507" pitchFamily="18" charset="2"/>
              </a:rPr>
              <a:t>P</a:t>
            </a:r>
            <a:r>
              <a:rPr lang="en-US" altLang="en-US" dirty="0">
                <a:solidFill>
                  <a:schemeClr val="tx1"/>
                </a:solidFill>
                <a:cs typeface="Arial" panose="020B0604020202020204" pitchFamily="34" charset="0"/>
                <a:sym typeface="Symbol" panose="05050102010706020507" pitchFamily="18" charset="2"/>
              </a:rPr>
              <a:t>(</a:t>
            </a:r>
            <a:r>
              <a:rPr lang="en-US" altLang="en-US" i="1" dirty="0">
                <a:solidFill>
                  <a:schemeClr val="tx1"/>
                </a:solidFill>
                <a:cs typeface="Arial" panose="020B0604020202020204" pitchFamily="34" charset="0"/>
                <a:sym typeface="Symbol" panose="05050102010706020507" pitchFamily="18" charset="2"/>
              </a:rPr>
              <a:t>Q</a:t>
            </a:r>
            <a:r>
              <a:rPr lang="en-US" altLang="en-US" dirty="0">
                <a:solidFill>
                  <a:schemeClr val="tx1"/>
                </a:solidFill>
                <a:cs typeface="Arial" panose="020B0604020202020204" pitchFamily="34" charset="0"/>
                <a:sym typeface="Symbol" panose="05050102010706020507" pitchFamily="18" charset="2"/>
              </a:rPr>
              <a:t>) </a:t>
            </a:r>
          </a:p>
          <a:p>
            <a:pPr marL="0" indent="0">
              <a:buNone/>
            </a:pPr>
            <a:r>
              <a:rPr lang="en-US" altLang="en-US" dirty="0">
                <a:solidFill>
                  <a:schemeClr val="tx1"/>
                </a:solidFill>
              </a:rPr>
              <a:t> </a:t>
            </a:r>
            <a:r>
              <a:rPr lang="en-US" altLang="en-US" b="1" i="1" dirty="0">
                <a:solidFill>
                  <a:schemeClr val="tx1"/>
                </a:solidFill>
              </a:rPr>
              <a:t>Q </a:t>
            </a:r>
            <a:r>
              <a:rPr lang="en-US" altLang="en-US" dirty="0">
                <a:solidFill>
                  <a:schemeClr val="tx1"/>
                </a:solidFill>
                <a:cs typeface="Arial" panose="020B0604020202020204" pitchFamily="34" charset="0"/>
                <a:sym typeface="Symbol" panose="05050102010706020507" pitchFamily="18" charset="2"/>
              </a:rPr>
              <a:t>= </a:t>
            </a:r>
            <a:r>
              <a:rPr lang="en-US" altLang="en-US" dirty="0">
                <a:solidFill>
                  <a:schemeClr val="tx1"/>
                </a:solidFill>
              </a:rPr>
              <a:t>{ </a:t>
            </a:r>
            <a:r>
              <a:rPr lang="en-US" altLang="en-US" i="1" dirty="0">
                <a:solidFill>
                  <a:schemeClr val="tx1"/>
                </a:solidFill>
                <a:cs typeface="Arial" panose="020B0604020202020204" pitchFamily="34" charset="0"/>
                <a:sym typeface="Symbol" panose="05050102010706020507" pitchFamily="18" charset="2"/>
              </a:rPr>
              <a:t></a:t>
            </a:r>
            <a:r>
              <a:rPr lang="en-US" altLang="en-US" dirty="0">
                <a:solidFill>
                  <a:schemeClr val="tx1"/>
                </a:solidFill>
                <a:cs typeface="Arial" panose="020B0604020202020204" pitchFamily="34" charset="0"/>
                <a:sym typeface="Symbol" panose="05050102010706020507" pitchFamily="18" charset="2"/>
              </a:rPr>
              <a:t>, </a:t>
            </a:r>
            <a:r>
              <a:rPr lang="en-US" altLang="en-US" dirty="0">
                <a:solidFill>
                  <a:schemeClr val="tx1"/>
                </a:solidFill>
              </a:rPr>
              <a:t>{</a:t>
            </a:r>
            <a:r>
              <a:rPr lang="en-US" altLang="en-US" i="1" dirty="0">
                <a:solidFill>
                  <a:schemeClr val="tx1"/>
                </a:solidFill>
              </a:rPr>
              <a:t>b</a:t>
            </a:r>
            <a:r>
              <a:rPr lang="en-US" altLang="en-US" baseline="-25000" dirty="0">
                <a:solidFill>
                  <a:schemeClr val="tx1"/>
                </a:solidFill>
              </a:rPr>
              <a:t>1</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2</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3</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1</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2</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1</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3</a:t>
            </a:r>
            <a:r>
              <a:rPr lang="en-US" altLang="en-US" dirty="0">
                <a:solidFill>
                  <a:schemeClr val="tx1"/>
                </a:solidFill>
              </a:rPr>
              <a:t>}, </a:t>
            </a:r>
          </a:p>
          <a:p>
            <a:pPr marL="0" indent="0">
              <a:buNone/>
            </a:pP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2</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3</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1</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2</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3</a:t>
            </a:r>
            <a:r>
              <a:rPr lang="en-US" altLang="en-US" dirty="0">
                <a:solidFill>
                  <a:schemeClr val="tx1"/>
                </a:solidFill>
              </a:rPr>
              <a:t>}  };</a:t>
            </a:r>
            <a:r>
              <a:rPr lang="en-US" altLang="en-US" sz="1800" dirty="0">
                <a:solidFill>
                  <a:schemeClr val="tx1"/>
                </a:solidFill>
              </a:rPr>
              <a:t> </a:t>
            </a:r>
          </a:p>
          <a:p>
            <a:pPr marL="854075" indent="-854075">
              <a:buNone/>
            </a:pPr>
            <a:r>
              <a:rPr lang="en-US" altLang="en-US" b="1" i="1" u="sng" dirty="0">
                <a:solidFill>
                  <a:schemeClr val="tx1"/>
                </a:solidFill>
                <a:cs typeface="Arial" panose="020B0604020202020204" pitchFamily="34" charset="0"/>
                <a:sym typeface="Symbol" panose="05050102010706020507" pitchFamily="18" charset="2"/>
              </a:rPr>
              <a:t>	</a:t>
            </a:r>
            <a:r>
              <a:rPr lang="el-GR" altLang="en-US" b="1" i="1" u="sng" dirty="0">
                <a:solidFill>
                  <a:schemeClr val="tx1"/>
                </a:solidFill>
                <a:cs typeface="Arial" panose="020B0604020202020204" pitchFamily="34" charset="0"/>
                <a:sym typeface="Symbol" panose="05050102010706020507" pitchFamily="18" charset="2"/>
              </a:rPr>
              <a:t></a:t>
            </a:r>
            <a:r>
              <a:rPr lang="en-US" altLang="en-US" i="1" u="sng" dirty="0">
                <a:solidFill>
                  <a:schemeClr val="tx1"/>
                </a:solidFill>
                <a:cs typeface="Arial" panose="020B0604020202020204" pitchFamily="34" charset="0"/>
                <a:sym typeface="Symbol" panose="05050102010706020507" pitchFamily="18" charset="2"/>
              </a:rPr>
              <a:t> </a:t>
            </a:r>
            <a:r>
              <a:rPr lang="en-US" altLang="en-US" u="sng" dirty="0">
                <a:solidFill>
                  <a:schemeClr val="tx1"/>
                </a:solidFill>
                <a:cs typeface="Arial" panose="020B0604020202020204" pitchFamily="34" charset="0"/>
                <a:sym typeface="Symbol" panose="05050102010706020507" pitchFamily="18" charset="2"/>
              </a:rPr>
              <a:t>is given as – _	</a:t>
            </a:r>
            <a:r>
              <a:rPr lang="en-US" altLang="en-US" dirty="0">
                <a:solidFill>
                  <a:schemeClr val="tx1"/>
                </a:solidFill>
                <a:cs typeface="Arial" panose="020B0604020202020204" pitchFamily="34" charset="0"/>
                <a:sym typeface="Symbol" panose="05050102010706020507" pitchFamily="18" charset="2"/>
              </a:rPr>
              <a:t></a:t>
            </a:r>
            <a:r>
              <a:rPr lang="en-US" altLang="en-US" u="sng" dirty="0">
                <a:solidFill>
                  <a:schemeClr val="tx1"/>
                </a:solidFill>
                <a:cs typeface="Arial" panose="020B0604020202020204" pitchFamily="34" charset="0"/>
                <a:sym typeface="Symbol" panose="05050102010706020507" pitchFamily="18" charset="2"/>
              </a:rPr>
              <a:t> 0	 		1 	</a:t>
            </a:r>
          </a:p>
          <a:p>
            <a:pPr marL="854075" indent="-854075">
              <a:buNone/>
            </a:pPr>
            <a:r>
              <a:rPr lang="en-US" altLang="en-US" i="1" dirty="0">
                <a:solidFill>
                  <a:schemeClr val="tx1"/>
                </a:solidFill>
                <a:cs typeface="Arial" panose="020B0604020202020204" pitchFamily="34" charset="0"/>
                <a:sym typeface="Symbol" panose="05050102010706020507" pitchFamily="18" charset="2"/>
              </a:rPr>
              <a:t>	</a:t>
            </a:r>
            <a:r>
              <a:rPr lang="en-US" altLang="en-US" baseline="-25000" dirty="0">
                <a:solidFill>
                  <a:schemeClr val="tx1"/>
                </a:solidFill>
                <a:cs typeface="Arial" panose="020B0604020202020204" pitchFamily="34" charset="0"/>
                <a:sym typeface="Symbol" panose="05050102010706020507" pitchFamily="18" charset="2"/>
              </a:rPr>
              <a:t> </a:t>
            </a:r>
            <a:r>
              <a:rPr lang="en-US" altLang="en-US" i="1" dirty="0">
                <a:solidFill>
                  <a:schemeClr val="tx1"/>
                </a:solidFill>
                <a:cs typeface="Arial" panose="020B0604020202020204" pitchFamily="34" charset="0"/>
                <a:sym typeface="Symbol" panose="05050102010706020507" pitchFamily="18" charset="2"/>
              </a:rPr>
              <a:t>				</a:t>
            </a:r>
            <a:r>
              <a:rPr lang="en-US" altLang="en-US" dirty="0">
                <a:solidFill>
                  <a:schemeClr val="tx1"/>
                </a:solidFill>
                <a:cs typeface="Arial" panose="020B0604020202020204" pitchFamily="34" charset="0"/>
                <a:sym typeface="Symbol" panose="05050102010706020507" pitchFamily="18" charset="2"/>
              </a:rPr>
              <a:t></a:t>
            </a:r>
            <a:r>
              <a:rPr lang="en-US" altLang="en-US" i="1" dirty="0">
                <a:solidFill>
                  <a:schemeClr val="tx1"/>
                </a:solidFill>
                <a:cs typeface="Arial" panose="020B0604020202020204" pitchFamily="34" charset="0"/>
                <a:sym typeface="Symbol" panose="05050102010706020507" pitchFamily="18" charset="2"/>
              </a:rPr>
              <a:t> 			 </a:t>
            </a:r>
            <a:r>
              <a:rPr lang="en-US" altLang="en-US" dirty="0">
                <a:solidFill>
                  <a:schemeClr val="tx1"/>
                </a:solidFill>
                <a:cs typeface="Arial" panose="020B0604020202020204" pitchFamily="34" charset="0"/>
                <a:sym typeface="Symbol" panose="05050102010706020507" pitchFamily="18" charset="2"/>
              </a:rPr>
              <a:t>	</a:t>
            </a:r>
          </a:p>
          <a:p>
            <a:pPr marL="854075" indent="-854075">
              <a:buNone/>
            </a:pP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1</a:t>
            </a:r>
            <a:r>
              <a:rPr lang="en-US" altLang="en-US" dirty="0">
                <a:solidFill>
                  <a:schemeClr val="tx1"/>
                </a:solidFill>
              </a:rPr>
              <a:t>}</a:t>
            </a:r>
            <a:r>
              <a:rPr lang="en-US" altLang="en-US" i="1" dirty="0">
                <a:solidFill>
                  <a:schemeClr val="tx1"/>
                </a:solidFill>
                <a:cs typeface="Arial" panose="020B0604020202020204" pitchFamily="34" charset="0"/>
                <a:sym typeface="Symbol" panose="05050102010706020507" pitchFamily="18" charset="2"/>
              </a:rPr>
              <a:t>			</a:t>
            </a:r>
            <a:r>
              <a:rPr lang="en-US" altLang="en-US" dirty="0">
                <a:solidFill>
                  <a:schemeClr val="tx1"/>
                </a:solidFill>
                <a:cs typeface="Arial" panose="020B0604020202020204" pitchFamily="34" charset="0"/>
                <a:sym typeface="Symbol" panose="05050102010706020507" pitchFamily="18" charset="2"/>
              </a:rPr>
              <a:t> </a:t>
            </a:r>
            <a:r>
              <a:rPr lang="en-US" altLang="en-US" i="1" dirty="0">
                <a:solidFill>
                  <a:schemeClr val="tx1"/>
                </a:solidFill>
                <a:cs typeface="Arial" panose="020B0604020202020204" pitchFamily="34" charset="0"/>
                <a:sym typeface="Symbol" panose="05050102010706020507" pitchFamily="18" charset="2"/>
              </a:rPr>
              <a:t>			</a:t>
            </a:r>
            <a:r>
              <a:rPr lang="en-US" altLang="en-US" dirty="0">
                <a:solidFill>
                  <a:schemeClr val="tx1"/>
                </a:solidFill>
                <a:cs typeface="Arial" panose="020B0604020202020204" pitchFamily="34" charset="0"/>
                <a:sym typeface="Symbol" panose="05050102010706020507" pitchFamily="18" charset="2"/>
              </a:rPr>
              <a:t>{</a:t>
            </a:r>
            <a:r>
              <a:rPr lang="en-US" altLang="en-US" i="1" dirty="0">
                <a:solidFill>
                  <a:schemeClr val="tx1"/>
                </a:solidFill>
                <a:cs typeface="Arial" panose="020B0604020202020204" pitchFamily="34" charset="0"/>
                <a:sym typeface="Symbol" panose="05050102010706020507" pitchFamily="18" charset="2"/>
              </a:rPr>
              <a:t>b</a:t>
            </a:r>
            <a:r>
              <a:rPr lang="en-US" altLang="en-US" baseline="-25000" dirty="0">
                <a:solidFill>
                  <a:schemeClr val="tx1"/>
                </a:solidFill>
                <a:cs typeface="Arial" panose="020B0604020202020204" pitchFamily="34" charset="0"/>
                <a:sym typeface="Symbol" panose="05050102010706020507" pitchFamily="18" charset="2"/>
              </a:rPr>
              <a:t>2</a:t>
            </a:r>
            <a:r>
              <a:rPr lang="en-US" altLang="en-US" dirty="0">
                <a:solidFill>
                  <a:schemeClr val="tx1"/>
                </a:solidFill>
                <a:cs typeface="Arial" panose="020B0604020202020204" pitchFamily="34" charset="0"/>
                <a:sym typeface="Symbol" panose="05050102010706020507" pitchFamily="18" charset="2"/>
              </a:rPr>
              <a:t>} </a:t>
            </a:r>
          </a:p>
          <a:p>
            <a:pPr marL="854075" indent="-854075">
              <a:buNone/>
            </a:pP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2</a:t>
            </a:r>
            <a:r>
              <a:rPr lang="en-US" altLang="en-US" dirty="0">
                <a:solidFill>
                  <a:schemeClr val="tx1"/>
                </a:solidFill>
              </a:rPr>
              <a:t>}</a:t>
            </a:r>
            <a:r>
              <a:rPr lang="en-US" altLang="en-US" dirty="0">
                <a:solidFill>
                  <a:schemeClr val="tx1"/>
                </a:solidFill>
                <a:cs typeface="Arial" panose="020B0604020202020204" pitchFamily="34" charset="0"/>
                <a:sym typeface="Symbol" panose="05050102010706020507" pitchFamily="18" charset="2"/>
              </a:rPr>
              <a:t>			 </a:t>
            </a:r>
            <a:r>
              <a:rPr lang="en-US" altLang="en-US" dirty="0">
                <a:solidFill>
                  <a:schemeClr val="tx1"/>
                </a:solidFill>
              </a:rPr>
              <a:t>{</a:t>
            </a:r>
            <a:r>
              <a:rPr lang="en-US" altLang="en-US" i="1" dirty="0">
                <a:solidFill>
                  <a:schemeClr val="tx1"/>
                </a:solidFill>
              </a:rPr>
              <a:t>b</a:t>
            </a:r>
            <a:r>
              <a:rPr lang="en-US" altLang="en-US" baseline="-25000" dirty="0">
                <a:solidFill>
                  <a:schemeClr val="tx1"/>
                </a:solidFill>
              </a:rPr>
              <a:t>2</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3</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3</a:t>
            </a:r>
            <a:r>
              <a:rPr lang="en-US" altLang="en-US" dirty="0">
                <a:solidFill>
                  <a:schemeClr val="tx1"/>
                </a:solidFill>
              </a:rPr>
              <a:t>}</a:t>
            </a:r>
            <a:r>
              <a:rPr lang="en-US" altLang="en-US" dirty="0">
                <a:solidFill>
                  <a:schemeClr val="tx1"/>
                </a:solidFill>
                <a:cs typeface="Arial" panose="020B0604020202020204" pitchFamily="34" charset="0"/>
                <a:sym typeface="Symbol" panose="05050102010706020507" pitchFamily="18" charset="2"/>
              </a:rPr>
              <a:t> </a:t>
            </a:r>
          </a:p>
          <a:p>
            <a:pPr marL="854075" indent="-854075">
              <a:buNone/>
            </a:pP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3</a:t>
            </a:r>
            <a:r>
              <a:rPr lang="en-US" altLang="en-US" dirty="0">
                <a:solidFill>
                  <a:schemeClr val="tx1"/>
                </a:solidFill>
              </a:rPr>
              <a:t>}			</a:t>
            </a:r>
            <a:r>
              <a:rPr lang="en-US" altLang="en-US" dirty="0">
                <a:solidFill>
                  <a:schemeClr val="tx1"/>
                </a:solidFill>
                <a:cs typeface="Arial" panose="020B0604020202020204" pitchFamily="34" charset="0"/>
                <a:sym typeface="Symbol" panose="05050102010706020507" pitchFamily="18" charset="2"/>
              </a:rPr>
              <a:t></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1</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3</a:t>
            </a:r>
            <a:r>
              <a:rPr lang="en-US" altLang="en-US" dirty="0">
                <a:solidFill>
                  <a:schemeClr val="tx1"/>
                </a:solidFill>
              </a:rPr>
              <a:t>}		</a:t>
            </a:r>
            <a:r>
              <a:rPr lang="en-US" altLang="en-US" i="1" dirty="0">
                <a:solidFill>
                  <a:schemeClr val="tx1"/>
                </a:solidFill>
                <a:cs typeface="Arial" panose="020B0604020202020204" pitchFamily="34" charset="0"/>
                <a:sym typeface="Symbol" panose="05050102010706020507" pitchFamily="18" charset="2"/>
              </a:rPr>
              <a:t></a:t>
            </a:r>
            <a:r>
              <a:rPr lang="en-US" altLang="en-US" dirty="0">
                <a:solidFill>
                  <a:schemeClr val="tx1"/>
                </a:solidFill>
              </a:rPr>
              <a:t> 	</a:t>
            </a:r>
          </a:p>
          <a:p>
            <a:pPr marL="854075" indent="-854075">
              <a:buNone/>
            </a:pP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1</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2</a:t>
            </a:r>
            <a:r>
              <a:rPr lang="en-US" altLang="en-US" dirty="0">
                <a:solidFill>
                  <a:schemeClr val="tx1"/>
                </a:solidFill>
              </a:rPr>
              <a:t>}		</a:t>
            </a:r>
            <a:r>
              <a:rPr lang="en-US" altLang="en-US" dirty="0">
                <a:solidFill>
                  <a:schemeClr val="tx1"/>
                </a:solidFill>
                <a:cs typeface="Arial" panose="020B0604020202020204" pitchFamily="34" charset="0"/>
                <a:sym typeface="Symbol" panose="05050102010706020507" pitchFamily="18" charset="2"/>
              </a:rPr>
              <a:t></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2</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3</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2</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3</a:t>
            </a:r>
            <a:r>
              <a:rPr lang="en-US" altLang="en-US" dirty="0">
                <a:solidFill>
                  <a:schemeClr val="tx1"/>
                </a:solidFill>
              </a:rPr>
              <a:t>}</a:t>
            </a:r>
          </a:p>
          <a:p>
            <a:pPr marL="854075" indent="-854075">
              <a:buNone/>
            </a:pP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1</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3</a:t>
            </a:r>
            <a:r>
              <a:rPr lang="en-US" altLang="en-US" dirty="0">
                <a:solidFill>
                  <a:schemeClr val="tx1"/>
                </a:solidFill>
              </a:rPr>
              <a:t>}		</a:t>
            </a:r>
            <a:r>
              <a:rPr lang="en-US" altLang="en-US" dirty="0">
                <a:solidFill>
                  <a:schemeClr val="tx1"/>
                </a:solidFill>
                <a:cs typeface="Arial" panose="020B0604020202020204" pitchFamily="34" charset="0"/>
                <a:sym typeface="Symbol" panose="05050102010706020507" pitchFamily="18" charset="2"/>
              </a:rPr>
              <a:t></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1</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3</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2</a:t>
            </a:r>
            <a:r>
              <a:rPr lang="en-US" altLang="en-US" dirty="0">
                <a:solidFill>
                  <a:schemeClr val="tx1"/>
                </a:solidFill>
              </a:rPr>
              <a:t>} 	</a:t>
            </a:r>
          </a:p>
          <a:p>
            <a:pPr marL="854075" indent="-854075">
              <a:buNone/>
            </a:pP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2</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3</a:t>
            </a:r>
            <a:r>
              <a:rPr lang="en-US" altLang="en-US" dirty="0">
                <a:solidFill>
                  <a:schemeClr val="tx1"/>
                </a:solidFill>
              </a:rPr>
              <a:t>}		</a:t>
            </a:r>
            <a:r>
              <a:rPr lang="en-US" altLang="en-US" dirty="0">
                <a:solidFill>
                  <a:schemeClr val="tx1"/>
                </a:solidFill>
                <a:cs typeface="Arial" panose="020B0604020202020204" pitchFamily="34" charset="0"/>
                <a:sym typeface="Symbol" panose="05050102010706020507" pitchFamily="18" charset="2"/>
              </a:rPr>
              <a:t></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1</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2</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3</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3</a:t>
            </a:r>
            <a:r>
              <a:rPr lang="en-US" altLang="en-US" dirty="0">
                <a:solidFill>
                  <a:schemeClr val="tx1"/>
                </a:solidFill>
              </a:rPr>
              <a:t>}</a:t>
            </a:r>
            <a:r>
              <a:rPr lang="en-US" altLang="en-US" dirty="0">
                <a:solidFill>
                  <a:schemeClr val="tx1"/>
                </a:solidFill>
                <a:cs typeface="Arial" panose="020B0604020202020204" pitchFamily="34" charset="0"/>
                <a:sym typeface="Symbol" panose="05050102010706020507" pitchFamily="18" charset="2"/>
              </a:rPr>
              <a:t> 	</a:t>
            </a:r>
          </a:p>
          <a:p>
            <a:pPr marL="854075" indent="-854075">
              <a:buNone/>
            </a:pPr>
            <a:r>
              <a:rPr lang="en-US" altLang="en-US" dirty="0">
                <a:solidFill>
                  <a:schemeClr val="tx1"/>
                </a:solidFill>
                <a:cs typeface="Arial" panose="020B0604020202020204" pitchFamily="34" charset="0"/>
                <a:sym typeface="Symbol" panose="05050102010706020507" pitchFamily="18" charset="2"/>
              </a:rPr>
              <a:t>	</a:t>
            </a:r>
            <a:r>
              <a:rPr lang="en-US" altLang="en-US" dirty="0">
                <a:solidFill>
                  <a:schemeClr val="tx1"/>
                </a:solidFill>
              </a:rPr>
              <a:t>{</a:t>
            </a:r>
            <a:r>
              <a:rPr lang="en-US" altLang="en-US" i="1" dirty="0">
                <a:solidFill>
                  <a:schemeClr val="tx1"/>
                </a:solidFill>
              </a:rPr>
              <a:t>b</a:t>
            </a:r>
            <a:r>
              <a:rPr lang="en-US" altLang="en-US" baseline="-25000" dirty="0">
                <a:solidFill>
                  <a:schemeClr val="tx1"/>
                </a:solidFill>
              </a:rPr>
              <a:t>1</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2</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3</a:t>
            </a:r>
            <a:r>
              <a:rPr lang="en-US" altLang="en-US" dirty="0">
                <a:solidFill>
                  <a:schemeClr val="tx1"/>
                </a:solidFill>
              </a:rPr>
              <a:t>}		</a:t>
            </a:r>
            <a:r>
              <a:rPr lang="en-US" altLang="en-US" dirty="0">
                <a:solidFill>
                  <a:schemeClr val="tx1"/>
                </a:solidFill>
                <a:cs typeface="Arial" panose="020B0604020202020204" pitchFamily="34" charset="0"/>
                <a:sym typeface="Symbol" panose="05050102010706020507" pitchFamily="18" charset="2"/>
              </a:rPr>
              <a:t></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1</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2</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3</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2</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3</a:t>
            </a:r>
            <a:r>
              <a:rPr lang="en-US" altLang="en-US" dirty="0">
                <a:solidFill>
                  <a:schemeClr val="tx1"/>
                </a:solidFill>
              </a:rPr>
              <a:t>} </a:t>
            </a:r>
            <a:br>
              <a:rPr lang="en-US" altLang="en-US" dirty="0">
                <a:solidFill>
                  <a:schemeClr val="tx1"/>
                </a:solidFill>
              </a:rPr>
            </a:br>
            <a:endParaRPr lang="en-US" altLang="en-US" dirty="0">
              <a:solidFill>
                <a:schemeClr val="tx1"/>
              </a:solidFill>
            </a:endParaRPr>
          </a:p>
          <a:p>
            <a:pPr marL="0" indent="0">
              <a:buNone/>
            </a:pPr>
            <a:r>
              <a:rPr lang="el-GR" altLang="en-US" b="1" dirty="0">
                <a:solidFill>
                  <a:schemeClr val="tx1"/>
                </a:solidFill>
                <a:cs typeface="Arial" panose="020B0604020202020204" pitchFamily="34" charset="0"/>
              </a:rPr>
              <a:t>Σ</a:t>
            </a:r>
            <a:r>
              <a:rPr lang="en-US" altLang="en-US" dirty="0">
                <a:solidFill>
                  <a:schemeClr val="tx1"/>
                </a:solidFill>
                <a:cs typeface="Arial" panose="020B0604020202020204" pitchFamily="34" charset="0"/>
              </a:rPr>
              <a:t> = {0, 1}.</a:t>
            </a:r>
          </a:p>
          <a:p>
            <a:pPr marL="0" indent="0">
              <a:buNone/>
            </a:pPr>
            <a:r>
              <a:rPr lang="en-US" altLang="en-US" b="1" i="1" dirty="0">
                <a:solidFill>
                  <a:schemeClr val="tx1"/>
                </a:solidFill>
                <a:cs typeface="Arial" panose="020B0604020202020204" pitchFamily="34" charset="0"/>
                <a:sym typeface="Symbol" panose="05050102010706020507" pitchFamily="18" charset="2"/>
              </a:rPr>
              <a:t>q</a:t>
            </a:r>
            <a:r>
              <a:rPr lang="en-US" altLang="en-US" b="1" baseline="-25000" dirty="0">
                <a:solidFill>
                  <a:schemeClr val="tx1"/>
                </a:solidFill>
                <a:cs typeface="Arial" panose="020B0604020202020204" pitchFamily="34" charset="0"/>
                <a:sym typeface="Symbol" panose="05050102010706020507" pitchFamily="18" charset="2"/>
              </a:rPr>
              <a:t>0</a:t>
            </a:r>
            <a:r>
              <a:rPr lang="en-US" altLang="en-US" dirty="0">
                <a:solidFill>
                  <a:schemeClr val="tx1"/>
                </a:solidFill>
                <a:cs typeface="Arial" panose="020B0604020202020204" pitchFamily="34" charset="0"/>
              </a:rPr>
              <a:t> = </a:t>
            </a:r>
            <a:r>
              <a:rPr lang="en-US" altLang="en-US" i="1" dirty="0">
                <a:solidFill>
                  <a:schemeClr val="tx1"/>
                </a:solidFill>
                <a:sym typeface="Symbol" panose="05050102010706020507" pitchFamily="18" charset="2"/>
              </a:rPr>
              <a:t>E</a:t>
            </a:r>
            <a:r>
              <a:rPr lang="en-US" altLang="en-US" dirty="0">
                <a:solidFill>
                  <a:schemeClr val="tx1"/>
                </a:solidFill>
                <a:sym typeface="Symbol" panose="05050102010706020507" pitchFamily="18" charset="2"/>
              </a:rPr>
              <a:t>({</a:t>
            </a:r>
            <a:r>
              <a:rPr lang="en-US" altLang="en-US" i="1" dirty="0">
                <a:solidFill>
                  <a:schemeClr val="tx1"/>
                </a:solidFill>
                <a:cs typeface="Arial" panose="020B0604020202020204" pitchFamily="34" charset="0"/>
                <a:sym typeface="Symbol" panose="05050102010706020507" pitchFamily="18" charset="2"/>
              </a:rPr>
              <a:t>b</a:t>
            </a:r>
            <a:r>
              <a:rPr lang="en-US" altLang="en-US" baseline="-25000" dirty="0">
                <a:solidFill>
                  <a:schemeClr val="tx1"/>
                </a:solidFill>
                <a:cs typeface="Arial" panose="020B0604020202020204" pitchFamily="34" charset="0"/>
                <a:sym typeface="Symbol" panose="05050102010706020507" pitchFamily="18" charset="2"/>
              </a:rPr>
              <a:t>1</a:t>
            </a:r>
            <a:r>
              <a:rPr lang="en-US" altLang="en-US" dirty="0">
                <a:solidFill>
                  <a:schemeClr val="tx1"/>
                </a:solidFill>
                <a:cs typeface="Arial" panose="020B0604020202020204" pitchFamily="34" charset="0"/>
                <a:sym typeface="Symbol" panose="05050102010706020507" pitchFamily="18" charset="2"/>
              </a:rPr>
              <a:t>}) = {</a:t>
            </a:r>
            <a:r>
              <a:rPr lang="en-US" altLang="en-US" i="1" dirty="0">
                <a:solidFill>
                  <a:schemeClr val="tx1"/>
                </a:solidFill>
                <a:cs typeface="Arial" panose="020B0604020202020204" pitchFamily="34" charset="0"/>
                <a:sym typeface="Symbol" panose="05050102010706020507" pitchFamily="18" charset="2"/>
              </a:rPr>
              <a:t>b</a:t>
            </a:r>
            <a:r>
              <a:rPr lang="en-US" altLang="en-US" baseline="-25000" dirty="0">
                <a:solidFill>
                  <a:schemeClr val="tx1"/>
                </a:solidFill>
                <a:cs typeface="Arial" panose="020B0604020202020204" pitchFamily="34" charset="0"/>
                <a:sym typeface="Symbol" panose="05050102010706020507" pitchFamily="18" charset="2"/>
              </a:rPr>
              <a:t>1</a:t>
            </a:r>
            <a:r>
              <a:rPr lang="en-US" altLang="en-US" dirty="0">
                <a:solidFill>
                  <a:schemeClr val="tx1"/>
                </a:solidFill>
                <a:cs typeface="Arial" panose="020B0604020202020204" pitchFamily="34" charset="0"/>
                <a:sym typeface="Symbol" panose="05050102010706020507" pitchFamily="18" charset="2"/>
              </a:rPr>
              <a:t>, </a:t>
            </a:r>
            <a:r>
              <a:rPr lang="en-US" altLang="en-US" i="1" dirty="0">
                <a:solidFill>
                  <a:schemeClr val="tx1"/>
                </a:solidFill>
                <a:cs typeface="Arial" panose="020B0604020202020204" pitchFamily="34" charset="0"/>
                <a:sym typeface="Symbol" panose="05050102010706020507" pitchFamily="18" charset="2"/>
              </a:rPr>
              <a:t>b</a:t>
            </a:r>
            <a:r>
              <a:rPr lang="en-US" altLang="en-US" baseline="-25000" dirty="0">
                <a:solidFill>
                  <a:schemeClr val="tx1"/>
                </a:solidFill>
                <a:cs typeface="Arial" panose="020B0604020202020204" pitchFamily="34" charset="0"/>
                <a:sym typeface="Symbol" panose="05050102010706020507" pitchFamily="18" charset="2"/>
              </a:rPr>
              <a:t>3</a:t>
            </a:r>
            <a:r>
              <a:rPr lang="en-US" altLang="en-US" dirty="0">
                <a:solidFill>
                  <a:schemeClr val="tx1"/>
                </a:solidFill>
                <a:cs typeface="Arial" panose="020B0604020202020204" pitchFamily="34" charset="0"/>
                <a:sym typeface="Symbol" panose="05050102010706020507" pitchFamily="18" charset="2"/>
              </a:rPr>
              <a:t>} is the start state; </a:t>
            </a:r>
          </a:p>
          <a:p>
            <a:pPr marL="0" indent="0">
              <a:buNone/>
            </a:pPr>
            <a:r>
              <a:rPr lang="en-US" altLang="en-US" b="1" i="1" dirty="0">
                <a:solidFill>
                  <a:schemeClr val="tx1"/>
                </a:solidFill>
                <a:cs typeface="Arial" panose="020B0604020202020204" pitchFamily="34" charset="0"/>
                <a:sym typeface="Symbol" panose="05050102010706020507" pitchFamily="18" charset="2"/>
              </a:rPr>
              <a:t>F</a:t>
            </a:r>
            <a:r>
              <a:rPr lang="en-US" altLang="en-US" dirty="0">
                <a:solidFill>
                  <a:schemeClr val="tx1"/>
                </a:solidFill>
                <a:cs typeface="Arial" panose="020B0604020202020204" pitchFamily="34" charset="0"/>
                <a:sym typeface="Symbol" panose="05050102010706020507" pitchFamily="18" charset="2"/>
              </a:rPr>
              <a:t> = {{</a:t>
            </a:r>
            <a:r>
              <a:rPr lang="en-US" altLang="en-US" i="1" dirty="0">
                <a:solidFill>
                  <a:schemeClr val="tx1"/>
                </a:solidFill>
                <a:cs typeface="Arial" panose="020B0604020202020204" pitchFamily="34" charset="0"/>
                <a:sym typeface="Symbol" panose="05050102010706020507" pitchFamily="18" charset="2"/>
              </a:rPr>
              <a:t>b</a:t>
            </a:r>
            <a:r>
              <a:rPr lang="en-US" altLang="en-US" baseline="-25000" dirty="0">
                <a:solidFill>
                  <a:schemeClr val="tx1"/>
                </a:solidFill>
                <a:cs typeface="Arial" panose="020B0604020202020204" pitchFamily="34" charset="0"/>
                <a:sym typeface="Symbol" panose="05050102010706020507" pitchFamily="18" charset="2"/>
              </a:rPr>
              <a:t>1</a:t>
            </a:r>
            <a:r>
              <a:rPr lang="en-US" altLang="en-US" dirty="0">
                <a:solidFill>
                  <a:schemeClr val="tx1"/>
                </a:solidFill>
                <a:cs typeface="Arial" panose="020B0604020202020204" pitchFamily="34" charset="0"/>
                <a:sym typeface="Symbol" panose="05050102010706020507" pitchFamily="18" charset="2"/>
              </a:rPr>
              <a:t>}, </a:t>
            </a:r>
            <a:r>
              <a:rPr lang="en-US" altLang="en-US" dirty="0">
                <a:solidFill>
                  <a:schemeClr val="tx1"/>
                </a:solidFill>
              </a:rPr>
              <a:t>{</a:t>
            </a:r>
            <a:r>
              <a:rPr lang="en-US" altLang="en-US" i="1" dirty="0">
                <a:solidFill>
                  <a:schemeClr val="tx1"/>
                </a:solidFill>
              </a:rPr>
              <a:t>b</a:t>
            </a:r>
            <a:r>
              <a:rPr lang="en-US" altLang="en-US" baseline="-25000" dirty="0">
                <a:solidFill>
                  <a:schemeClr val="tx1"/>
                </a:solidFill>
              </a:rPr>
              <a:t>1</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2</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1</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3</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1</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2</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3</a:t>
            </a:r>
            <a:r>
              <a:rPr lang="en-US" altLang="en-US" dirty="0">
                <a:solidFill>
                  <a:schemeClr val="tx1"/>
                </a:solidFill>
              </a:rPr>
              <a:t>}</a:t>
            </a:r>
            <a:r>
              <a:rPr lang="en-US" altLang="en-US" dirty="0">
                <a:solidFill>
                  <a:schemeClr val="tx1"/>
                </a:solidFill>
                <a:cs typeface="Arial" panose="020B0604020202020204" pitchFamily="34" charset="0"/>
                <a:sym typeface="Symbol" panose="05050102010706020507" pitchFamily="18" charset="2"/>
              </a:rPr>
              <a:t>}.</a:t>
            </a:r>
            <a:r>
              <a:rPr lang="el-GR" altLang="en-US" i="1" dirty="0">
                <a:solidFill>
                  <a:schemeClr val="tx1"/>
                </a:solidFill>
                <a:cs typeface="Arial" panose="020B0604020202020204" pitchFamily="34" charset="0"/>
                <a:sym typeface="Symbol" panose="05050102010706020507" pitchFamily="18" charset="2"/>
              </a:rPr>
              <a:t> </a:t>
            </a:r>
            <a:endParaRPr lang="en-US" altLang="en-US" dirty="0">
              <a:solidFill>
                <a:schemeClr val="tx1"/>
              </a:solidFill>
              <a:cs typeface="Arial" panose="020B0604020202020204" pitchFamily="34" charset="0"/>
              <a:sym typeface="Symbol" panose="05050102010706020507" pitchFamily="18" charset="2"/>
            </a:endParaRPr>
          </a:p>
        </p:txBody>
      </p:sp>
      <p:sp>
        <p:nvSpPr>
          <p:cNvPr id="40" name="Oval 39">
            <a:extLst>
              <a:ext uri="{FF2B5EF4-FFF2-40B4-BE49-F238E27FC236}">
                <a16:creationId xmlns:a16="http://schemas.microsoft.com/office/drawing/2014/main" id="{2FD58519-9991-4359-91FC-2278D8FC3FD0}"/>
              </a:ext>
            </a:extLst>
          </p:cNvPr>
          <p:cNvSpPr>
            <a:spLocks noChangeArrowheads="1"/>
          </p:cNvSpPr>
          <p:nvPr/>
        </p:nvSpPr>
        <p:spPr bwMode="auto">
          <a:xfrm>
            <a:off x="2857706" y="4478338"/>
            <a:ext cx="576750" cy="467589"/>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marL="342900" indent="-342900" eaLnBrk="0" hangingPunct="0">
              <a:defRPr sz="3000">
                <a:solidFill>
                  <a:schemeClr val="tx1"/>
                </a:solidFill>
                <a:latin typeface="Arial" panose="020B0604020202020204" pitchFamily="34" charset="0"/>
                <a:sym typeface="Symbol" panose="05050102010706020507" pitchFamily="18" charset="2"/>
              </a:defRPr>
            </a:lvl1pPr>
            <a:lvl2pPr marL="4635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lnSpc>
                <a:spcPct val="90000"/>
              </a:lnSpc>
              <a:spcBef>
                <a:spcPct val="0"/>
              </a:spcBef>
              <a:buFont typeface="Wingdings" panose="05000000000000000000" pitchFamily="2" charset="2"/>
              <a:buNone/>
            </a:pPr>
            <a:r>
              <a:rPr lang="en-US" altLang="en-US" sz="2600" i="1" dirty="0"/>
              <a:t></a:t>
            </a:r>
            <a:r>
              <a:rPr lang="en-US" altLang="en-US" sz="3400" i="1" dirty="0"/>
              <a:t> </a:t>
            </a:r>
            <a:r>
              <a:rPr lang="en-US" altLang="en-US" i="1" dirty="0"/>
              <a:t>    </a:t>
            </a:r>
            <a:endParaRPr lang="en-US" altLang="en-US" sz="2600" dirty="0"/>
          </a:p>
        </p:txBody>
      </p:sp>
      <p:sp>
        <p:nvSpPr>
          <p:cNvPr id="41" name="Oval 40">
            <a:extLst>
              <a:ext uri="{FF2B5EF4-FFF2-40B4-BE49-F238E27FC236}">
                <a16:creationId xmlns:a16="http://schemas.microsoft.com/office/drawing/2014/main" id="{5340D562-A7B7-42AF-B54B-98EF3DEE9C45}"/>
              </a:ext>
            </a:extLst>
          </p:cNvPr>
          <p:cNvSpPr>
            <a:spLocks noChangeArrowheads="1"/>
          </p:cNvSpPr>
          <p:nvPr/>
        </p:nvSpPr>
        <p:spPr bwMode="auto">
          <a:xfrm>
            <a:off x="2690294" y="3259138"/>
            <a:ext cx="790908" cy="53340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1800"/>
              <a:t>{</a:t>
            </a:r>
            <a:r>
              <a:rPr lang="en-US" altLang="en-US" sz="1800" i="1"/>
              <a:t>b</a:t>
            </a:r>
            <a:r>
              <a:rPr lang="en-US" altLang="en-US" sz="1800" baseline="-25000"/>
              <a:t>3</a:t>
            </a:r>
            <a:r>
              <a:rPr lang="en-US" altLang="en-US" sz="1800"/>
              <a:t>}</a:t>
            </a:r>
          </a:p>
        </p:txBody>
      </p:sp>
      <p:sp>
        <p:nvSpPr>
          <p:cNvPr id="42" name="Oval 41">
            <a:extLst>
              <a:ext uri="{FF2B5EF4-FFF2-40B4-BE49-F238E27FC236}">
                <a16:creationId xmlns:a16="http://schemas.microsoft.com/office/drawing/2014/main" id="{6495BFBA-5239-4E94-B076-146B8309D481}"/>
              </a:ext>
            </a:extLst>
          </p:cNvPr>
          <p:cNvSpPr>
            <a:spLocks noChangeArrowheads="1"/>
          </p:cNvSpPr>
          <p:nvPr/>
        </p:nvSpPr>
        <p:spPr bwMode="auto">
          <a:xfrm>
            <a:off x="1554229" y="4935538"/>
            <a:ext cx="1062175" cy="533400"/>
          </a:xfrm>
          <a:prstGeom prst="ellipse">
            <a:avLst/>
          </a:prstGeom>
          <a:noFill/>
          <a:ln w="38100" cmpd="dbl"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1800"/>
              <a:t>{</a:t>
            </a:r>
            <a:r>
              <a:rPr lang="en-US" altLang="en-US" sz="1800" i="1"/>
              <a:t>b</a:t>
            </a:r>
            <a:r>
              <a:rPr lang="en-US" altLang="en-US" sz="1800" baseline="-25000"/>
              <a:t>1</a:t>
            </a:r>
            <a:r>
              <a:rPr lang="en-US" altLang="en-US" sz="1800"/>
              <a:t>, </a:t>
            </a:r>
            <a:r>
              <a:rPr lang="en-US" altLang="en-US" sz="1800" i="1"/>
              <a:t>b</a:t>
            </a:r>
            <a:r>
              <a:rPr lang="en-US" altLang="en-US" sz="1800" baseline="-25000"/>
              <a:t>2</a:t>
            </a:r>
            <a:r>
              <a:rPr lang="en-US" altLang="en-US" sz="1800"/>
              <a:t>}</a:t>
            </a:r>
          </a:p>
        </p:txBody>
      </p:sp>
      <p:sp>
        <p:nvSpPr>
          <p:cNvPr id="43" name="Oval 42">
            <a:extLst>
              <a:ext uri="{FF2B5EF4-FFF2-40B4-BE49-F238E27FC236}">
                <a16:creationId xmlns:a16="http://schemas.microsoft.com/office/drawing/2014/main" id="{EB46DA2F-7E16-449F-8439-93092CB39A3D}"/>
              </a:ext>
            </a:extLst>
          </p:cNvPr>
          <p:cNvSpPr>
            <a:spLocks noChangeArrowheads="1"/>
          </p:cNvSpPr>
          <p:nvPr/>
        </p:nvSpPr>
        <p:spPr bwMode="auto">
          <a:xfrm>
            <a:off x="3073606" y="973138"/>
            <a:ext cx="914400" cy="533400"/>
          </a:xfrm>
          <a:prstGeom prst="ellipse">
            <a:avLst/>
          </a:prstGeom>
          <a:noFill/>
          <a:ln w="38100" cmpd="dbl"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1800"/>
              <a:t>{</a:t>
            </a:r>
            <a:r>
              <a:rPr lang="en-US" altLang="en-US" sz="1800" i="1"/>
              <a:t>b</a:t>
            </a:r>
            <a:r>
              <a:rPr lang="en-US" altLang="en-US" sz="1800" baseline="-25000"/>
              <a:t>1</a:t>
            </a:r>
            <a:r>
              <a:rPr lang="en-US" altLang="en-US" sz="1800"/>
              <a:t>}</a:t>
            </a:r>
          </a:p>
        </p:txBody>
      </p:sp>
      <p:sp>
        <p:nvSpPr>
          <p:cNvPr id="44" name="Oval 43">
            <a:extLst>
              <a:ext uri="{FF2B5EF4-FFF2-40B4-BE49-F238E27FC236}">
                <a16:creationId xmlns:a16="http://schemas.microsoft.com/office/drawing/2014/main" id="{4A503E1D-28A1-4002-AA6B-B09C1D248C09}"/>
              </a:ext>
            </a:extLst>
          </p:cNvPr>
          <p:cNvSpPr>
            <a:spLocks noChangeArrowheads="1"/>
          </p:cNvSpPr>
          <p:nvPr/>
        </p:nvSpPr>
        <p:spPr bwMode="auto">
          <a:xfrm>
            <a:off x="385822" y="2116138"/>
            <a:ext cx="914400" cy="53340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1800"/>
              <a:t>{</a:t>
            </a:r>
            <a:r>
              <a:rPr lang="en-US" altLang="en-US" sz="1800" i="1"/>
              <a:t>b</a:t>
            </a:r>
            <a:r>
              <a:rPr lang="en-US" altLang="en-US" sz="1800" baseline="-25000"/>
              <a:t>2</a:t>
            </a:r>
            <a:r>
              <a:rPr lang="en-US" altLang="en-US" sz="1800"/>
              <a:t>}</a:t>
            </a:r>
          </a:p>
        </p:txBody>
      </p:sp>
      <p:sp>
        <p:nvSpPr>
          <p:cNvPr id="45" name="Oval 44">
            <a:extLst>
              <a:ext uri="{FF2B5EF4-FFF2-40B4-BE49-F238E27FC236}">
                <a16:creationId xmlns:a16="http://schemas.microsoft.com/office/drawing/2014/main" id="{893D4D42-1520-4A2E-8D76-347623ADFC81}"/>
              </a:ext>
            </a:extLst>
          </p:cNvPr>
          <p:cNvSpPr>
            <a:spLocks noChangeArrowheads="1"/>
          </p:cNvSpPr>
          <p:nvPr/>
        </p:nvSpPr>
        <p:spPr bwMode="auto">
          <a:xfrm>
            <a:off x="178005" y="4478338"/>
            <a:ext cx="1440255" cy="584546"/>
          </a:xfrm>
          <a:prstGeom prst="ellipse">
            <a:avLst/>
          </a:prstGeom>
          <a:noFill/>
          <a:ln w="38100" cmpd="dbl"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1800"/>
              <a:t>{</a:t>
            </a:r>
            <a:r>
              <a:rPr lang="en-US" altLang="en-US" sz="1800" i="1"/>
              <a:t>b</a:t>
            </a:r>
            <a:r>
              <a:rPr lang="en-US" altLang="en-US" sz="1800" baseline="-25000"/>
              <a:t>1</a:t>
            </a:r>
            <a:r>
              <a:rPr lang="en-US" altLang="en-US" sz="1800"/>
              <a:t>, </a:t>
            </a:r>
            <a:r>
              <a:rPr lang="en-US" altLang="en-US" sz="1800" i="1"/>
              <a:t>b</a:t>
            </a:r>
            <a:r>
              <a:rPr lang="en-US" altLang="en-US" sz="1800" baseline="-25000"/>
              <a:t>2</a:t>
            </a:r>
            <a:r>
              <a:rPr lang="en-US" altLang="en-US" sz="1800"/>
              <a:t>, </a:t>
            </a:r>
            <a:r>
              <a:rPr lang="en-US" altLang="en-US" sz="1800" i="1"/>
              <a:t>b</a:t>
            </a:r>
            <a:r>
              <a:rPr lang="en-US" altLang="en-US" sz="1800" baseline="-25000"/>
              <a:t>3</a:t>
            </a:r>
            <a:r>
              <a:rPr lang="en-US" altLang="en-US" sz="1800"/>
              <a:t>}</a:t>
            </a:r>
          </a:p>
        </p:txBody>
      </p:sp>
      <p:sp>
        <p:nvSpPr>
          <p:cNvPr id="46" name="Oval 45">
            <a:extLst>
              <a:ext uri="{FF2B5EF4-FFF2-40B4-BE49-F238E27FC236}">
                <a16:creationId xmlns:a16="http://schemas.microsoft.com/office/drawing/2014/main" id="{94A835F9-EBD1-4C81-96F1-C9D727BD3962}"/>
              </a:ext>
            </a:extLst>
          </p:cNvPr>
          <p:cNvSpPr>
            <a:spLocks noChangeArrowheads="1"/>
          </p:cNvSpPr>
          <p:nvPr/>
        </p:nvSpPr>
        <p:spPr bwMode="auto">
          <a:xfrm>
            <a:off x="2533281" y="2116138"/>
            <a:ext cx="1055791" cy="533400"/>
          </a:xfrm>
          <a:prstGeom prst="ellipse">
            <a:avLst/>
          </a:prstGeom>
          <a:noFill/>
          <a:ln w="38100" cmpd="dbl"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1800" dirty="0"/>
              <a:t>{</a:t>
            </a:r>
            <a:r>
              <a:rPr lang="en-US" altLang="en-US" sz="1800" i="1" dirty="0"/>
              <a:t>b</a:t>
            </a:r>
            <a:r>
              <a:rPr lang="en-US" altLang="en-US" sz="1800" baseline="-25000" dirty="0"/>
              <a:t>1</a:t>
            </a:r>
            <a:r>
              <a:rPr lang="en-US" altLang="en-US" sz="1800" dirty="0"/>
              <a:t>, </a:t>
            </a:r>
            <a:r>
              <a:rPr lang="en-US" altLang="en-US" sz="1800" i="1" dirty="0"/>
              <a:t>b</a:t>
            </a:r>
            <a:r>
              <a:rPr lang="en-US" altLang="en-US" sz="1800" baseline="-25000" dirty="0"/>
              <a:t>3</a:t>
            </a:r>
            <a:r>
              <a:rPr lang="en-US" altLang="en-US" sz="1800" dirty="0"/>
              <a:t>}</a:t>
            </a:r>
          </a:p>
        </p:txBody>
      </p:sp>
      <p:sp>
        <p:nvSpPr>
          <p:cNvPr id="47" name="Oval 46">
            <a:extLst>
              <a:ext uri="{FF2B5EF4-FFF2-40B4-BE49-F238E27FC236}">
                <a16:creationId xmlns:a16="http://schemas.microsoft.com/office/drawing/2014/main" id="{D673C6FD-940B-47FA-A84C-3BC89DEC916C}"/>
              </a:ext>
            </a:extLst>
          </p:cNvPr>
          <p:cNvSpPr>
            <a:spLocks noChangeArrowheads="1"/>
          </p:cNvSpPr>
          <p:nvPr/>
        </p:nvSpPr>
        <p:spPr bwMode="auto">
          <a:xfrm>
            <a:off x="330406" y="3259138"/>
            <a:ext cx="1030428" cy="53340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1800"/>
              <a:t>{</a:t>
            </a:r>
            <a:r>
              <a:rPr lang="en-US" altLang="en-US" sz="1800" i="1"/>
              <a:t>b</a:t>
            </a:r>
            <a:r>
              <a:rPr lang="en-US" altLang="en-US" sz="1800" baseline="-25000"/>
              <a:t>2</a:t>
            </a:r>
            <a:r>
              <a:rPr lang="en-US" altLang="en-US" sz="1800"/>
              <a:t>, </a:t>
            </a:r>
            <a:r>
              <a:rPr lang="en-US" altLang="en-US" sz="1800" i="1"/>
              <a:t>b</a:t>
            </a:r>
            <a:r>
              <a:rPr lang="en-US" altLang="en-US" sz="1800" baseline="-25000"/>
              <a:t>3</a:t>
            </a:r>
            <a:r>
              <a:rPr lang="en-US" altLang="en-US" sz="1800"/>
              <a:t>}</a:t>
            </a:r>
          </a:p>
        </p:txBody>
      </p:sp>
      <p:cxnSp>
        <p:nvCxnSpPr>
          <p:cNvPr id="48" name="AutoShape 28">
            <a:extLst>
              <a:ext uri="{FF2B5EF4-FFF2-40B4-BE49-F238E27FC236}">
                <a16:creationId xmlns:a16="http://schemas.microsoft.com/office/drawing/2014/main" id="{EFFC708C-D74A-4E01-A793-89EED2057C0E}"/>
              </a:ext>
            </a:extLst>
          </p:cNvPr>
          <p:cNvCxnSpPr>
            <a:cxnSpLocks noChangeShapeType="1"/>
            <a:stCxn id="40" idx="5"/>
            <a:endCxn id="40" idx="3"/>
          </p:cNvCxnSpPr>
          <p:nvPr/>
        </p:nvCxnSpPr>
        <p:spPr bwMode="auto">
          <a:xfrm rot="5400000">
            <a:off x="3146081" y="4673538"/>
            <a:ext cx="12700" cy="407824"/>
          </a:xfrm>
          <a:prstGeom prst="curvedConnector3">
            <a:avLst>
              <a:gd name="adj1" fmla="val 2339189"/>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49" name="AutoShape 29">
            <a:extLst>
              <a:ext uri="{FF2B5EF4-FFF2-40B4-BE49-F238E27FC236}">
                <a16:creationId xmlns:a16="http://schemas.microsoft.com/office/drawing/2014/main" id="{8EB05F1D-CD43-48CE-9602-F07F43A41ACF}"/>
              </a:ext>
            </a:extLst>
          </p:cNvPr>
          <p:cNvCxnSpPr>
            <a:cxnSpLocks noChangeShapeType="1"/>
            <a:stCxn id="46" idx="7"/>
            <a:endCxn id="46" idx="0"/>
          </p:cNvCxnSpPr>
          <p:nvPr/>
        </p:nvCxnSpPr>
        <p:spPr bwMode="auto">
          <a:xfrm rot="16200000" flipV="1">
            <a:off x="3208759" y="1968557"/>
            <a:ext cx="78115" cy="373278"/>
          </a:xfrm>
          <a:prstGeom prst="curvedConnector3">
            <a:avLst>
              <a:gd name="adj1" fmla="val 392645"/>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50" name="AutoShape 30">
            <a:extLst>
              <a:ext uri="{FF2B5EF4-FFF2-40B4-BE49-F238E27FC236}">
                <a16:creationId xmlns:a16="http://schemas.microsoft.com/office/drawing/2014/main" id="{984F9A39-D020-4ACD-803C-711376BE3158}"/>
              </a:ext>
            </a:extLst>
          </p:cNvPr>
          <p:cNvCxnSpPr>
            <a:cxnSpLocks noChangeShapeType="1"/>
            <a:stCxn id="45" idx="3"/>
            <a:endCxn id="45" idx="5"/>
          </p:cNvCxnSpPr>
          <p:nvPr/>
        </p:nvCxnSpPr>
        <p:spPr bwMode="auto">
          <a:xfrm rot="16200000" flipH="1">
            <a:off x="898132" y="4468071"/>
            <a:ext cx="12700" cy="1018415"/>
          </a:xfrm>
          <a:prstGeom prst="curvedConnector3">
            <a:avLst>
              <a:gd name="adj1" fmla="val 2474055"/>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51" name="AutoShape 31">
            <a:extLst>
              <a:ext uri="{FF2B5EF4-FFF2-40B4-BE49-F238E27FC236}">
                <a16:creationId xmlns:a16="http://schemas.microsoft.com/office/drawing/2014/main" id="{29388AD9-DB6E-4ADA-A1F5-C4D7D6188AC6}"/>
              </a:ext>
            </a:extLst>
          </p:cNvPr>
          <p:cNvCxnSpPr>
            <a:cxnSpLocks noChangeShapeType="1"/>
            <a:stCxn id="43" idx="5"/>
            <a:endCxn id="40" idx="7"/>
          </p:cNvCxnSpPr>
          <p:nvPr/>
        </p:nvCxnSpPr>
        <p:spPr bwMode="auto">
          <a:xfrm flipH="1">
            <a:off x="3349993" y="1428423"/>
            <a:ext cx="504102" cy="3118392"/>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52" name="AutoShape 32">
            <a:extLst>
              <a:ext uri="{FF2B5EF4-FFF2-40B4-BE49-F238E27FC236}">
                <a16:creationId xmlns:a16="http://schemas.microsoft.com/office/drawing/2014/main" id="{05E198F0-93E2-4DFA-A612-53943DB8880D}"/>
              </a:ext>
            </a:extLst>
          </p:cNvPr>
          <p:cNvCxnSpPr>
            <a:cxnSpLocks noChangeShapeType="1"/>
            <a:stCxn id="43" idx="3"/>
            <a:endCxn id="44" idx="0"/>
          </p:cNvCxnSpPr>
          <p:nvPr/>
        </p:nvCxnSpPr>
        <p:spPr bwMode="auto">
          <a:xfrm flipH="1">
            <a:off x="843022" y="1428423"/>
            <a:ext cx="2364495" cy="687715"/>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53" name="AutoShape 33">
            <a:extLst>
              <a:ext uri="{FF2B5EF4-FFF2-40B4-BE49-F238E27FC236}">
                <a16:creationId xmlns:a16="http://schemas.microsoft.com/office/drawing/2014/main" id="{2417EF70-1B60-442F-84B6-D5C90AF715C1}"/>
              </a:ext>
            </a:extLst>
          </p:cNvPr>
          <p:cNvCxnSpPr>
            <a:cxnSpLocks noChangeShapeType="1"/>
            <a:stCxn id="42" idx="0"/>
            <a:endCxn id="47" idx="5"/>
          </p:cNvCxnSpPr>
          <p:nvPr/>
        </p:nvCxnSpPr>
        <p:spPr bwMode="auto">
          <a:xfrm flipH="1" flipV="1">
            <a:off x="1209931" y="3714423"/>
            <a:ext cx="875386" cy="1221115"/>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54" name="AutoShape 34">
            <a:extLst>
              <a:ext uri="{FF2B5EF4-FFF2-40B4-BE49-F238E27FC236}">
                <a16:creationId xmlns:a16="http://schemas.microsoft.com/office/drawing/2014/main" id="{39CFA8EF-CD9A-4048-AE09-3625D8380B42}"/>
              </a:ext>
            </a:extLst>
          </p:cNvPr>
          <p:cNvCxnSpPr>
            <a:cxnSpLocks noChangeShapeType="1"/>
            <a:stCxn id="44" idx="4"/>
            <a:endCxn id="47" idx="0"/>
          </p:cNvCxnSpPr>
          <p:nvPr/>
        </p:nvCxnSpPr>
        <p:spPr bwMode="auto">
          <a:xfrm>
            <a:off x="843022" y="2649538"/>
            <a:ext cx="2598" cy="60960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55" name="AutoShape 35">
            <a:extLst>
              <a:ext uri="{FF2B5EF4-FFF2-40B4-BE49-F238E27FC236}">
                <a16:creationId xmlns:a16="http://schemas.microsoft.com/office/drawing/2014/main" id="{054983EF-473D-4A12-AE56-50B87DF76097}"/>
              </a:ext>
            </a:extLst>
          </p:cNvPr>
          <p:cNvCxnSpPr>
            <a:cxnSpLocks noChangeShapeType="1"/>
            <a:stCxn id="41" idx="4"/>
            <a:endCxn id="40" idx="0"/>
          </p:cNvCxnSpPr>
          <p:nvPr/>
        </p:nvCxnSpPr>
        <p:spPr bwMode="auto">
          <a:xfrm>
            <a:off x="3085748" y="3792538"/>
            <a:ext cx="60333" cy="68580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56" name="AutoShape 36">
            <a:extLst>
              <a:ext uri="{FF2B5EF4-FFF2-40B4-BE49-F238E27FC236}">
                <a16:creationId xmlns:a16="http://schemas.microsoft.com/office/drawing/2014/main" id="{6A735BE1-BA03-4FC1-8DE4-1B0DE8F8066F}"/>
              </a:ext>
            </a:extLst>
          </p:cNvPr>
          <p:cNvCxnSpPr>
            <a:cxnSpLocks noChangeShapeType="1"/>
            <a:stCxn id="41" idx="0"/>
            <a:endCxn id="46" idx="4"/>
          </p:cNvCxnSpPr>
          <p:nvPr/>
        </p:nvCxnSpPr>
        <p:spPr bwMode="auto">
          <a:xfrm flipH="1" flipV="1">
            <a:off x="3061177" y="2649538"/>
            <a:ext cx="24571" cy="60960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57" name="AutoShape 37">
            <a:extLst>
              <a:ext uri="{FF2B5EF4-FFF2-40B4-BE49-F238E27FC236}">
                <a16:creationId xmlns:a16="http://schemas.microsoft.com/office/drawing/2014/main" id="{DEE9B79F-4168-49A9-9289-98167E3E6E9A}"/>
              </a:ext>
            </a:extLst>
          </p:cNvPr>
          <p:cNvCxnSpPr>
            <a:cxnSpLocks noChangeShapeType="1"/>
            <a:stCxn id="44" idx="5"/>
            <a:endCxn id="41" idx="1"/>
          </p:cNvCxnSpPr>
          <p:nvPr/>
        </p:nvCxnSpPr>
        <p:spPr bwMode="auto">
          <a:xfrm>
            <a:off x="1166311" y="2571423"/>
            <a:ext cx="1639809" cy="76583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58" name="AutoShape 38">
            <a:extLst>
              <a:ext uri="{FF2B5EF4-FFF2-40B4-BE49-F238E27FC236}">
                <a16:creationId xmlns:a16="http://schemas.microsoft.com/office/drawing/2014/main" id="{799EEDC1-7ED2-4783-884E-2682CF006F6F}"/>
              </a:ext>
            </a:extLst>
          </p:cNvPr>
          <p:cNvCxnSpPr>
            <a:cxnSpLocks noChangeShapeType="1"/>
            <a:stCxn id="46" idx="2"/>
            <a:endCxn id="44" idx="6"/>
          </p:cNvCxnSpPr>
          <p:nvPr/>
        </p:nvCxnSpPr>
        <p:spPr bwMode="auto">
          <a:xfrm flipH="1">
            <a:off x="1300222" y="2382838"/>
            <a:ext cx="1233059"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77" name="AutoShape 39">
            <a:extLst>
              <a:ext uri="{FF2B5EF4-FFF2-40B4-BE49-F238E27FC236}">
                <a16:creationId xmlns:a16="http://schemas.microsoft.com/office/drawing/2014/main" id="{CAD3E484-0EAD-452F-A8B8-12076F7294BB}"/>
              </a:ext>
            </a:extLst>
          </p:cNvPr>
          <p:cNvCxnSpPr>
            <a:cxnSpLocks noChangeShapeType="1"/>
            <a:stCxn id="47" idx="6"/>
            <a:endCxn id="41" idx="2"/>
          </p:cNvCxnSpPr>
          <p:nvPr/>
        </p:nvCxnSpPr>
        <p:spPr bwMode="auto">
          <a:xfrm>
            <a:off x="1360834" y="3525838"/>
            <a:ext cx="1329460"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78" name="Arc 40">
            <a:extLst>
              <a:ext uri="{FF2B5EF4-FFF2-40B4-BE49-F238E27FC236}">
                <a16:creationId xmlns:a16="http://schemas.microsoft.com/office/drawing/2014/main" id="{4A0B647C-18F4-4608-8F14-8AEBD13FD35B}"/>
              </a:ext>
            </a:extLst>
          </p:cNvPr>
          <p:cNvSpPr>
            <a:spLocks/>
          </p:cNvSpPr>
          <p:nvPr/>
        </p:nvSpPr>
        <p:spPr bwMode="auto">
          <a:xfrm rot="1659376" flipH="1" flipV="1">
            <a:off x="406606" y="3846513"/>
            <a:ext cx="381000" cy="593725"/>
          </a:xfrm>
          <a:custGeom>
            <a:avLst/>
            <a:gdLst>
              <a:gd name="T0" fmla="*/ 72549 w 21600"/>
              <a:gd name="T1" fmla="*/ 0 h 21205"/>
              <a:gd name="T2" fmla="*/ 381000 w 21600"/>
              <a:gd name="T3" fmla="*/ 593725 h 21205"/>
              <a:gd name="T4" fmla="*/ 0 w 21600"/>
              <a:gd name="T5" fmla="*/ 593725 h 21205"/>
              <a:gd name="T6" fmla="*/ 0 60000 65536"/>
              <a:gd name="T7" fmla="*/ 0 60000 65536"/>
              <a:gd name="T8" fmla="*/ 0 60000 65536"/>
              <a:gd name="T9" fmla="*/ 0 w 21600"/>
              <a:gd name="T10" fmla="*/ 0 h 21205"/>
              <a:gd name="T11" fmla="*/ 21600 w 21600"/>
              <a:gd name="T12" fmla="*/ 21205 h 21205"/>
            </a:gdLst>
            <a:ahLst/>
            <a:cxnLst>
              <a:cxn ang="T6">
                <a:pos x="T0" y="T1"/>
              </a:cxn>
              <a:cxn ang="T7">
                <a:pos x="T2" y="T3"/>
              </a:cxn>
              <a:cxn ang="T8">
                <a:pos x="T4" y="T5"/>
              </a:cxn>
            </a:cxnLst>
            <a:rect l="T9" t="T10" r="T11" b="T12"/>
            <a:pathLst>
              <a:path w="21600" h="21205" fill="none" extrusionOk="0">
                <a:moveTo>
                  <a:pt x="4112" y="0"/>
                </a:moveTo>
                <a:cubicBezTo>
                  <a:pt x="14267" y="1969"/>
                  <a:pt x="21600" y="10861"/>
                  <a:pt x="21600" y="21205"/>
                </a:cubicBezTo>
              </a:path>
              <a:path w="21600" h="21205" stroke="0" extrusionOk="0">
                <a:moveTo>
                  <a:pt x="4112" y="0"/>
                </a:moveTo>
                <a:cubicBezTo>
                  <a:pt x="14267" y="1969"/>
                  <a:pt x="21600" y="10861"/>
                  <a:pt x="21600" y="21205"/>
                </a:cubicBezTo>
                <a:lnTo>
                  <a:pt x="0" y="21205"/>
                </a:lnTo>
                <a:close/>
              </a:path>
            </a:pathLst>
          </a:custGeom>
          <a:noFill/>
          <a:ln w="28575">
            <a:solidFill>
              <a:schemeClr val="tx1"/>
            </a:solidFill>
            <a:round/>
            <a:headEnd/>
            <a:tailEnd type="triangl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79" name="Arc 41">
            <a:extLst>
              <a:ext uri="{FF2B5EF4-FFF2-40B4-BE49-F238E27FC236}">
                <a16:creationId xmlns:a16="http://schemas.microsoft.com/office/drawing/2014/main" id="{45333303-DA1A-42DF-9C4D-6E75F3D071B6}"/>
              </a:ext>
            </a:extLst>
          </p:cNvPr>
          <p:cNvSpPr>
            <a:spLocks/>
          </p:cNvSpPr>
          <p:nvPr/>
        </p:nvSpPr>
        <p:spPr bwMode="auto">
          <a:xfrm rot="-8828958" flipH="1" flipV="1">
            <a:off x="635206" y="3821113"/>
            <a:ext cx="381000" cy="593725"/>
          </a:xfrm>
          <a:custGeom>
            <a:avLst/>
            <a:gdLst>
              <a:gd name="T0" fmla="*/ 72549 w 21600"/>
              <a:gd name="T1" fmla="*/ 0 h 21205"/>
              <a:gd name="T2" fmla="*/ 381000 w 21600"/>
              <a:gd name="T3" fmla="*/ 593725 h 21205"/>
              <a:gd name="T4" fmla="*/ 0 w 21600"/>
              <a:gd name="T5" fmla="*/ 593725 h 21205"/>
              <a:gd name="T6" fmla="*/ 0 60000 65536"/>
              <a:gd name="T7" fmla="*/ 0 60000 65536"/>
              <a:gd name="T8" fmla="*/ 0 60000 65536"/>
              <a:gd name="T9" fmla="*/ 0 w 21600"/>
              <a:gd name="T10" fmla="*/ 0 h 21205"/>
              <a:gd name="T11" fmla="*/ 21600 w 21600"/>
              <a:gd name="T12" fmla="*/ 21205 h 21205"/>
            </a:gdLst>
            <a:ahLst/>
            <a:cxnLst>
              <a:cxn ang="T6">
                <a:pos x="T0" y="T1"/>
              </a:cxn>
              <a:cxn ang="T7">
                <a:pos x="T2" y="T3"/>
              </a:cxn>
              <a:cxn ang="T8">
                <a:pos x="T4" y="T5"/>
              </a:cxn>
            </a:cxnLst>
            <a:rect l="T9" t="T10" r="T11" b="T12"/>
            <a:pathLst>
              <a:path w="21600" h="21205" fill="none" extrusionOk="0">
                <a:moveTo>
                  <a:pt x="4112" y="0"/>
                </a:moveTo>
                <a:cubicBezTo>
                  <a:pt x="14267" y="1969"/>
                  <a:pt x="21600" y="10861"/>
                  <a:pt x="21600" y="21205"/>
                </a:cubicBezTo>
              </a:path>
              <a:path w="21600" h="21205" stroke="0" extrusionOk="0">
                <a:moveTo>
                  <a:pt x="4112" y="0"/>
                </a:moveTo>
                <a:cubicBezTo>
                  <a:pt x="14267" y="1969"/>
                  <a:pt x="21600" y="10861"/>
                  <a:pt x="21600" y="21205"/>
                </a:cubicBezTo>
                <a:lnTo>
                  <a:pt x="0" y="21205"/>
                </a:lnTo>
                <a:close/>
              </a:path>
            </a:pathLst>
          </a:custGeom>
          <a:noFill/>
          <a:ln w="28575">
            <a:solidFill>
              <a:schemeClr val="tx1"/>
            </a:solidFill>
            <a:round/>
            <a:headEnd/>
            <a:tailEnd type="triangl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80" name="Line 42">
            <a:extLst>
              <a:ext uri="{FF2B5EF4-FFF2-40B4-BE49-F238E27FC236}">
                <a16:creationId xmlns:a16="http://schemas.microsoft.com/office/drawing/2014/main" id="{93E8661F-F2B3-495A-B098-EE56A728FDF7}"/>
              </a:ext>
            </a:extLst>
          </p:cNvPr>
          <p:cNvSpPr>
            <a:spLocks noChangeShapeType="1"/>
          </p:cNvSpPr>
          <p:nvPr/>
        </p:nvSpPr>
        <p:spPr bwMode="auto">
          <a:xfrm>
            <a:off x="2857706" y="1671638"/>
            <a:ext cx="0" cy="4699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81" name="Text Box 43">
            <a:extLst>
              <a:ext uri="{FF2B5EF4-FFF2-40B4-BE49-F238E27FC236}">
                <a16:creationId xmlns:a16="http://schemas.microsoft.com/office/drawing/2014/main" id="{0B4532D4-982F-4353-A059-4019C29094E7}"/>
              </a:ext>
            </a:extLst>
          </p:cNvPr>
          <p:cNvSpPr txBox="1">
            <a:spLocks noChangeArrowheads="1"/>
          </p:cNvSpPr>
          <p:nvPr/>
        </p:nvSpPr>
        <p:spPr bwMode="auto">
          <a:xfrm>
            <a:off x="1702006" y="4173538"/>
            <a:ext cx="533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me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algn="l" eaLnBrk="1" hangingPunct="1">
              <a:buFont typeface="Wingdings" panose="05000000000000000000" pitchFamily="2" charset="2"/>
              <a:buNone/>
            </a:pPr>
            <a:r>
              <a:rPr lang="en-US" altLang="en-US" sz="1400"/>
              <a:t>0, 1</a:t>
            </a:r>
          </a:p>
        </p:txBody>
      </p:sp>
      <p:sp>
        <p:nvSpPr>
          <p:cNvPr id="82" name="Text Box 44">
            <a:extLst>
              <a:ext uri="{FF2B5EF4-FFF2-40B4-BE49-F238E27FC236}">
                <a16:creationId xmlns:a16="http://schemas.microsoft.com/office/drawing/2014/main" id="{4DCFBADD-77AB-41BC-89FB-3FFF84820448}"/>
              </a:ext>
            </a:extLst>
          </p:cNvPr>
          <p:cNvSpPr txBox="1">
            <a:spLocks noChangeArrowheads="1"/>
          </p:cNvSpPr>
          <p:nvPr/>
        </p:nvSpPr>
        <p:spPr bwMode="auto">
          <a:xfrm>
            <a:off x="2857706" y="5214938"/>
            <a:ext cx="533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me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algn="l" eaLnBrk="1" hangingPunct="1">
              <a:buFont typeface="Wingdings" panose="05000000000000000000" pitchFamily="2" charset="2"/>
              <a:buNone/>
            </a:pPr>
            <a:r>
              <a:rPr lang="en-US" altLang="en-US" sz="1400"/>
              <a:t>0, 1</a:t>
            </a:r>
          </a:p>
        </p:txBody>
      </p:sp>
      <p:sp>
        <p:nvSpPr>
          <p:cNvPr id="83" name="Text Box 45">
            <a:extLst>
              <a:ext uri="{FF2B5EF4-FFF2-40B4-BE49-F238E27FC236}">
                <a16:creationId xmlns:a16="http://schemas.microsoft.com/office/drawing/2014/main" id="{9F7B55B0-5837-4612-8281-C30E6C7A818A}"/>
              </a:ext>
            </a:extLst>
          </p:cNvPr>
          <p:cNvSpPr txBox="1">
            <a:spLocks noChangeArrowheads="1"/>
          </p:cNvSpPr>
          <p:nvPr/>
        </p:nvSpPr>
        <p:spPr bwMode="auto">
          <a:xfrm>
            <a:off x="2006806" y="2039938"/>
            <a:ext cx="533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me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algn="l" eaLnBrk="1" hangingPunct="1">
              <a:buFont typeface="Wingdings" panose="05000000000000000000" pitchFamily="2" charset="2"/>
              <a:buNone/>
            </a:pPr>
            <a:r>
              <a:rPr lang="en-US" altLang="en-US" sz="1400"/>
              <a:t>1</a:t>
            </a:r>
          </a:p>
        </p:txBody>
      </p:sp>
      <p:sp>
        <p:nvSpPr>
          <p:cNvPr id="84" name="Text Box 46">
            <a:extLst>
              <a:ext uri="{FF2B5EF4-FFF2-40B4-BE49-F238E27FC236}">
                <a16:creationId xmlns:a16="http://schemas.microsoft.com/office/drawing/2014/main" id="{9E5B83D1-BC81-44A3-81BD-DA4DF07B7D3E}"/>
              </a:ext>
            </a:extLst>
          </p:cNvPr>
          <p:cNvSpPr txBox="1">
            <a:spLocks noChangeArrowheads="1"/>
          </p:cNvSpPr>
          <p:nvPr/>
        </p:nvSpPr>
        <p:spPr bwMode="auto">
          <a:xfrm>
            <a:off x="254206" y="3944938"/>
            <a:ext cx="533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me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algn="l" eaLnBrk="1" hangingPunct="1">
              <a:buFont typeface="Wingdings" panose="05000000000000000000" pitchFamily="2" charset="2"/>
              <a:buNone/>
            </a:pPr>
            <a:r>
              <a:rPr lang="en-US" altLang="en-US" sz="1400"/>
              <a:t>1</a:t>
            </a:r>
          </a:p>
        </p:txBody>
      </p:sp>
      <p:sp>
        <p:nvSpPr>
          <p:cNvPr id="85" name="Text Box 47">
            <a:extLst>
              <a:ext uri="{FF2B5EF4-FFF2-40B4-BE49-F238E27FC236}">
                <a16:creationId xmlns:a16="http://schemas.microsoft.com/office/drawing/2014/main" id="{0CCF6245-D928-4EFD-9D44-9347FA20C347}"/>
              </a:ext>
            </a:extLst>
          </p:cNvPr>
          <p:cNvSpPr txBox="1">
            <a:spLocks noChangeArrowheads="1"/>
          </p:cNvSpPr>
          <p:nvPr/>
        </p:nvSpPr>
        <p:spPr bwMode="auto">
          <a:xfrm>
            <a:off x="1854406" y="2649538"/>
            <a:ext cx="533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me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algn="l" eaLnBrk="1" hangingPunct="1">
              <a:buFont typeface="Wingdings" panose="05000000000000000000" pitchFamily="2" charset="2"/>
              <a:buNone/>
            </a:pPr>
            <a:r>
              <a:rPr lang="en-US" altLang="en-US" sz="1400"/>
              <a:t>1</a:t>
            </a:r>
          </a:p>
        </p:txBody>
      </p:sp>
      <p:sp>
        <p:nvSpPr>
          <p:cNvPr id="86" name="Text Box 48">
            <a:extLst>
              <a:ext uri="{FF2B5EF4-FFF2-40B4-BE49-F238E27FC236}">
                <a16:creationId xmlns:a16="http://schemas.microsoft.com/office/drawing/2014/main" id="{E57B6E62-02CC-44EE-9C32-F74D6D14A888}"/>
              </a:ext>
            </a:extLst>
          </p:cNvPr>
          <p:cNvSpPr txBox="1">
            <a:spLocks noChangeArrowheads="1"/>
          </p:cNvSpPr>
          <p:nvPr/>
        </p:nvSpPr>
        <p:spPr bwMode="auto">
          <a:xfrm>
            <a:off x="1473406" y="3246438"/>
            <a:ext cx="533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me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algn="l" eaLnBrk="1" hangingPunct="1">
              <a:buFont typeface="Wingdings" panose="05000000000000000000" pitchFamily="2" charset="2"/>
              <a:buNone/>
            </a:pPr>
            <a:r>
              <a:rPr lang="en-US" altLang="en-US" sz="1400"/>
              <a:t>1</a:t>
            </a:r>
          </a:p>
        </p:txBody>
      </p:sp>
      <p:sp>
        <p:nvSpPr>
          <p:cNvPr id="87" name="Text Box 49">
            <a:extLst>
              <a:ext uri="{FF2B5EF4-FFF2-40B4-BE49-F238E27FC236}">
                <a16:creationId xmlns:a16="http://schemas.microsoft.com/office/drawing/2014/main" id="{FBAD6F65-3A0D-43C8-B8D2-ACE41A436142}"/>
              </a:ext>
            </a:extLst>
          </p:cNvPr>
          <p:cNvSpPr txBox="1">
            <a:spLocks noChangeArrowheads="1"/>
          </p:cNvSpPr>
          <p:nvPr/>
        </p:nvSpPr>
        <p:spPr bwMode="auto">
          <a:xfrm>
            <a:off x="2006806" y="1481138"/>
            <a:ext cx="533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me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algn="l" eaLnBrk="1" hangingPunct="1">
              <a:buFont typeface="Wingdings" panose="05000000000000000000" pitchFamily="2" charset="2"/>
              <a:buNone/>
            </a:pPr>
            <a:r>
              <a:rPr lang="en-US" altLang="en-US" sz="1400"/>
              <a:t>1</a:t>
            </a:r>
          </a:p>
        </p:txBody>
      </p:sp>
      <p:sp>
        <p:nvSpPr>
          <p:cNvPr id="88" name="Text Box 50">
            <a:extLst>
              <a:ext uri="{FF2B5EF4-FFF2-40B4-BE49-F238E27FC236}">
                <a16:creationId xmlns:a16="http://schemas.microsoft.com/office/drawing/2014/main" id="{525B3AC2-4C81-4734-B4A6-666F199F677F}"/>
              </a:ext>
            </a:extLst>
          </p:cNvPr>
          <p:cNvSpPr txBox="1">
            <a:spLocks noChangeArrowheads="1"/>
          </p:cNvSpPr>
          <p:nvPr/>
        </p:nvSpPr>
        <p:spPr bwMode="auto">
          <a:xfrm>
            <a:off x="2845006" y="3868738"/>
            <a:ext cx="533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me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algn="l" eaLnBrk="1" hangingPunct="1">
              <a:buFont typeface="Wingdings" panose="05000000000000000000" pitchFamily="2" charset="2"/>
              <a:buNone/>
            </a:pPr>
            <a:r>
              <a:rPr lang="en-US" altLang="en-US" sz="1400"/>
              <a:t>1</a:t>
            </a:r>
          </a:p>
        </p:txBody>
      </p:sp>
      <p:sp>
        <p:nvSpPr>
          <p:cNvPr id="89" name="Text Box 51">
            <a:extLst>
              <a:ext uri="{FF2B5EF4-FFF2-40B4-BE49-F238E27FC236}">
                <a16:creationId xmlns:a16="http://schemas.microsoft.com/office/drawing/2014/main" id="{4B5B5795-DB68-4472-875C-FB9C6E817DB4}"/>
              </a:ext>
            </a:extLst>
          </p:cNvPr>
          <p:cNvSpPr txBox="1">
            <a:spLocks noChangeArrowheads="1"/>
          </p:cNvSpPr>
          <p:nvPr/>
        </p:nvSpPr>
        <p:spPr bwMode="auto">
          <a:xfrm>
            <a:off x="2845006" y="2801938"/>
            <a:ext cx="533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me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algn="l" eaLnBrk="1" hangingPunct="1">
              <a:buFont typeface="Wingdings" panose="05000000000000000000" pitchFamily="2" charset="2"/>
              <a:buNone/>
            </a:pPr>
            <a:r>
              <a:rPr lang="en-US" altLang="en-US" sz="1400"/>
              <a:t>0</a:t>
            </a:r>
          </a:p>
        </p:txBody>
      </p:sp>
      <p:sp>
        <p:nvSpPr>
          <p:cNvPr id="90" name="Text Box 52">
            <a:extLst>
              <a:ext uri="{FF2B5EF4-FFF2-40B4-BE49-F238E27FC236}">
                <a16:creationId xmlns:a16="http://schemas.microsoft.com/office/drawing/2014/main" id="{8D73EFDB-1317-45B3-B177-9F2B09A9BF77}"/>
              </a:ext>
            </a:extLst>
          </p:cNvPr>
          <p:cNvSpPr txBox="1">
            <a:spLocks noChangeArrowheads="1"/>
          </p:cNvSpPr>
          <p:nvPr/>
        </p:nvSpPr>
        <p:spPr bwMode="auto">
          <a:xfrm>
            <a:off x="3746706" y="21161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me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algn="l" eaLnBrk="1" hangingPunct="1">
              <a:buFont typeface="Wingdings" panose="05000000000000000000" pitchFamily="2" charset="2"/>
              <a:buNone/>
            </a:pPr>
            <a:r>
              <a:rPr lang="en-US" altLang="en-US" sz="1400"/>
              <a:t>0</a:t>
            </a:r>
          </a:p>
        </p:txBody>
      </p:sp>
      <p:sp>
        <p:nvSpPr>
          <p:cNvPr id="91" name="Text Box 53">
            <a:extLst>
              <a:ext uri="{FF2B5EF4-FFF2-40B4-BE49-F238E27FC236}">
                <a16:creationId xmlns:a16="http://schemas.microsoft.com/office/drawing/2014/main" id="{629E4196-3A58-46A3-81D5-391071A29369}"/>
              </a:ext>
            </a:extLst>
          </p:cNvPr>
          <p:cNvSpPr txBox="1">
            <a:spLocks noChangeArrowheads="1"/>
          </p:cNvSpPr>
          <p:nvPr/>
        </p:nvSpPr>
        <p:spPr bwMode="auto">
          <a:xfrm>
            <a:off x="635206" y="52022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me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algn="l" eaLnBrk="1" hangingPunct="1">
              <a:buFont typeface="Wingdings" panose="05000000000000000000" pitchFamily="2" charset="2"/>
              <a:buNone/>
            </a:pPr>
            <a:r>
              <a:rPr lang="en-US" altLang="en-US" sz="1400"/>
              <a:t>0</a:t>
            </a:r>
          </a:p>
        </p:txBody>
      </p:sp>
      <p:sp>
        <p:nvSpPr>
          <p:cNvPr id="92" name="Text Box 54">
            <a:extLst>
              <a:ext uri="{FF2B5EF4-FFF2-40B4-BE49-F238E27FC236}">
                <a16:creationId xmlns:a16="http://schemas.microsoft.com/office/drawing/2014/main" id="{13A60F0A-D4EF-426D-A439-165D9298A2C7}"/>
              </a:ext>
            </a:extLst>
          </p:cNvPr>
          <p:cNvSpPr txBox="1">
            <a:spLocks noChangeArrowheads="1"/>
          </p:cNvSpPr>
          <p:nvPr/>
        </p:nvSpPr>
        <p:spPr bwMode="auto">
          <a:xfrm>
            <a:off x="3327606" y="18240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me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algn="l" eaLnBrk="1" hangingPunct="1">
              <a:buFont typeface="Wingdings" panose="05000000000000000000" pitchFamily="2" charset="2"/>
              <a:buNone/>
            </a:pPr>
            <a:r>
              <a:rPr lang="en-US" altLang="en-US" sz="1400"/>
              <a:t>0</a:t>
            </a:r>
          </a:p>
        </p:txBody>
      </p:sp>
      <p:sp>
        <p:nvSpPr>
          <p:cNvPr id="93" name="Text Box 55">
            <a:extLst>
              <a:ext uri="{FF2B5EF4-FFF2-40B4-BE49-F238E27FC236}">
                <a16:creationId xmlns:a16="http://schemas.microsoft.com/office/drawing/2014/main" id="{03214723-06B8-4174-BBDE-CC503CB6B64B}"/>
              </a:ext>
            </a:extLst>
          </p:cNvPr>
          <p:cNvSpPr txBox="1">
            <a:spLocks noChangeArrowheads="1"/>
          </p:cNvSpPr>
          <p:nvPr/>
        </p:nvSpPr>
        <p:spPr bwMode="auto">
          <a:xfrm>
            <a:off x="927306" y="39449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me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algn="l" eaLnBrk="1" hangingPunct="1">
              <a:buFont typeface="Wingdings" panose="05000000000000000000" pitchFamily="2" charset="2"/>
              <a:buNone/>
            </a:pPr>
            <a:r>
              <a:rPr lang="en-US" altLang="en-US" sz="1400"/>
              <a:t>0</a:t>
            </a:r>
          </a:p>
        </p:txBody>
      </p:sp>
      <p:sp>
        <p:nvSpPr>
          <p:cNvPr id="94" name="Text Box 56">
            <a:extLst>
              <a:ext uri="{FF2B5EF4-FFF2-40B4-BE49-F238E27FC236}">
                <a16:creationId xmlns:a16="http://schemas.microsoft.com/office/drawing/2014/main" id="{15D6B61D-D743-40EE-9CF0-0AFCDB5EF505}"/>
              </a:ext>
            </a:extLst>
          </p:cNvPr>
          <p:cNvSpPr txBox="1">
            <a:spLocks noChangeArrowheads="1"/>
          </p:cNvSpPr>
          <p:nvPr/>
        </p:nvSpPr>
        <p:spPr bwMode="auto">
          <a:xfrm>
            <a:off x="559006" y="28019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me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algn="l" eaLnBrk="1" hangingPunct="1">
              <a:buFont typeface="Wingdings" panose="05000000000000000000" pitchFamily="2" charset="2"/>
              <a:buNone/>
            </a:pPr>
            <a:r>
              <a:rPr lang="en-US" altLang="en-US" sz="1400"/>
              <a:t>0</a:t>
            </a:r>
          </a:p>
        </p:txBody>
      </p:sp>
      <p:sp>
        <p:nvSpPr>
          <p:cNvPr id="95" name="Text Box 57">
            <a:extLst>
              <a:ext uri="{FF2B5EF4-FFF2-40B4-BE49-F238E27FC236}">
                <a16:creationId xmlns:a16="http://schemas.microsoft.com/office/drawing/2014/main" id="{266027C4-4264-4843-8915-B0597669E3CB}"/>
              </a:ext>
            </a:extLst>
          </p:cNvPr>
          <p:cNvSpPr txBox="1">
            <a:spLocks noChangeArrowheads="1"/>
          </p:cNvSpPr>
          <p:nvPr/>
        </p:nvSpPr>
        <p:spPr bwMode="auto">
          <a:xfrm>
            <a:off x="2270228" y="5568227"/>
            <a:ext cx="1371600" cy="850900"/>
          </a:xfrm>
          <a:prstGeom prst="rect">
            <a:avLst/>
          </a:prstGeom>
          <a:noFill/>
          <a:ln w="28575" algn="ctr">
            <a:solidFill>
              <a:srgbClr val="FF0000"/>
            </a:solidFill>
            <a:miter lim="800000"/>
            <a:headEnd/>
            <a:tailEnd type="none" w="lg" len="me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algn="ctr" eaLnBrk="1" hangingPunct="1">
              <a:buFont typeface="Wingdings" panose="05000000000000000000" pitchFamily="2" charset="2"/>
              <a:buNone/>
            </a:pPr>
            <a:r>
              <a:rPr lang="en-US" altLang="en-US" sz="1200" b="1" i="1" dirty="0">
                <a:solidFill>
                  <a:srgbClr val="FF0000"/>
                </a:solidFill>
              </a:rPr>
              <a:t>Remove the states with no incoming arrows.</a:t>
            </a:r>
          </a:p>
        </p:txBody>
      </p:sp>
    </p:spTree>
    <p:extLst>
      <p:ext uri="{BB962C8B-B14F-4D97-AF65-F5344CB8AC3E}">
        <p14:creationId xmlns:p14="http://schemas.microsoft.com/office/powerpoint/2010/main" val="2816664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0"/>
                                        </p:tgtEl>
                                        <p:attrNameLst>
                                          <p:attrName>style.visibility</p:attrName>
                                        </p:attrNameLst>
                                      </p:cBhvr>
                                      <p:to>
                                        <p:strVal val="visible"/>
                                      </p:to>
                                    </p:set>
                                  </p:childTnLst>
                                </p:cTn>
                              </p:par>
                              <p:par>
                                <p:cTn id="47" presetID="1" presetClass="entr" presetSubtype="0" fill="hold" grpId="1" nodeType="withEffect">
                                  <p:stCondLst>
                                    <p:cond delay="0"/>
                                  </p:stCondLst>
                                  <p:childTnLst>
                                    <p:set>
                                      <p:cBhvr>
                                        <p:cTn id="48" dur="1" fill="hold">
                                          <p:stCondLst>
                                            <p:cond delay="0"/>
                                          </p:stCondLst>
                                        </p:cTn>
                                        <p:tgtEl>
                                          <p:spTgt spid="8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6"/>
                                        </p:tgtEl>
                                        <p:attrNameLst>
                                          <p:attrName>style.visibility</p:attrName>
                                        </p:attrNameLst>
                                      </p:cBhvr>
                                      <p:to>
                                        <p:strVal val="visible"/>
                                      </p:to>
                                    </p:set>
                                  </p:childTnLst>
                                </p:cTn>
                              </p:par>
                              <p:par>
                                <p:cTn id="57" presetID="1" presetClass="entr" presetSubtype="0" fill="hold" grpId="1" nodeType="withEffect">
                                  <p:stCondLst>
                                    <p:cond delay="0"/>
                                  </p:stCondLst>
                                  <p:childTnLst>
                                    <p:set>
                                      <p:cBhvr>
                                        <p:cTn id="58" dur="1" fill="hold">
                                          <p:stCondLst>
                                            <p:cond delay="0"/>
                                          </p:stCondLst>
                                        </p:cTn>
                                        <p:tgtEl>
                                          <p:spTgt spid="8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8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8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9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9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94"/>
                                        </p:tgtEl>
                                        <p:attrNameLst>
                                          <p:attrName>style.visibility</p:attrName>
                                        </p:attrNameLst>
                                      </p:cBhvr>
                                      <p:to>
                                        <p:strVal val="visible"/>
                                      </p:to>
                                    </p:set>
                                  </p:childTnLst>
                                </p:cTn>
                              </p:par>
                              <p:par>
                                <p:cTn id="69" presetID="1" presetClass="entr" presetSubtype="0" fill="hold" grpId="1" nodeType="withEffect">
                                  <p:stCondLst>
                                    <p:cond delay="0"/>
                                  </p:stCondLst>
                                  <p:childTnLst>
                                    <p:set>
                                      <p:cBhvr>
                                        <p:cTn id="70" dur="1" fill="hold">
                                          <p:stCondLst>
                                            <p:cond delay="0"/>
                                          </p:stCondLst>
                                        </p:cTn>
                                        <p:tgtEl>
                                          <p:spTgt spid="43"/>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91"/>
                                        </p:tgtEl>
                                        <p:attrNameLst>
                                          <p:attrName>style.visibility</p:attrName>
                                        </p:attrNameLst>
                                      </p:cBhvr>
                                      <p:to>
                                        <p:strVal val="visible"/>
                                      </p:to>
                                    </p:set>
                                  </p:childTnLst>
                                </p:cTn>
                              </p:par>
                              <p:par>
                                <p:cTn id="73" presetID="1" presetClass="entr" presetSubtype="0" fill="hold" grpId="1" nodeType="withEffect">
                                  <p:stCondLst>
                                    <p:cond delay="0"/>
                                  </p:stCondLst>
                                  <p:childTnLst>
                                    <p:set>
                                      <p:cBhvr>
                                        <p:cTn id="74" dur="1" fill="hold">
                                          <p:stCondLst>
                                            <p:cond delay="0"/>
                                          </p:stCondLst>
                                        </p:cTn>
                                        <p:tgtEl>
                                          <p:spTgt spid="42"/>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82"/>
                                        </p:tgtEl>
                                        <p:attrNameLst>
                                          <p:attrName>style.visibility</p:attrName>
                                        </p:attrNameLst>
                                      </p:cBhvr>
                                      <p:to>
                                        <p:strVal val="visible"/>
                                      </p:to>
                                    </p:set>
                                  </p:childTnLst>
                                </p:cTn>
                              </p:par>
                              <p:par>
                                <p:cTn id="77" presetID="1" presetClass="entr" presetSubtype="0" fill="hold" grpId="1" nodeType="withEffect">
                                  <p:stCondLst>
                                    <p:cond delay="0"/>
                                  </p:stCondLst>
                                  <p:childTnLst>
                                    <p:set>
                                      <p:cBhvr>
                                        <p:cTn id="78" dur="1" fill="hold">
                                          <p:stCondLst>
                                            <p:cond delay="0"/>
                                          </p:stCondLst>
                                        </p:cTn>
                                        <p:tgtEl>
                                          <p:spTgt spid="90"/>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95"/>
                                        </p:tgtEl>
                                        <p:attrNameLst>
                                          <p:attrName>style.visibility</p:attrName>
                                        </p:attrNameLst>
                                      </p:cBhvr>
                                      <p:to>
                                        <p:strVal val="visible"/>
                                      </p:to>
                                    </p:set>
                                  </p:childTnLst>
                                </p:cTn>
                              </p:par>
                            </p:childTnLst>
                          </p:cTn>
                        </p:par>
                        <p:par>
                          <p:cTn id="83" fill="hold">
                            <p:stCondLst>
                              <p:cond delay="0"/>
                            </p:stCondLst>
                            <p:childTnLst>
                              <p:par>
                                <p:cTn id="84" presetID="1" presetClass="emph" presetSubtype="1" nodeType="afterEffect">
                                  <p:stCondLst>
                                    <p:cond delay="0"/>
                                  </p:stCondLst>
                                  <p:childTnLst>
                                    <p:set>
                                      <p:cBhvr>
                                        <p:cTn id="85" dur="indefinite"/>
                                        <p:tgtEl>
                                          <p:spTgt spid="43"/>
                                        </p:tgtEl>
                                        <p:attrNameLst>
                                          <p:attrName>fillcolor</p:attrName>
                                        </p:attrNameLst>
                                      </p:cBhvr>
                                      <p:to>
                                        <p:clrVal>
                                          <a:srgbClr val="FF0000"/>
                                        </p:clrVal>
                                      </p:to>
                                    </p:set>
                                    <p:set>
                                      <p:cBhvr>
                                        <p:cTn id="86" dur="indefinite"/>
                                        <p:tgtEl>
                                          <p:spTgt spid="43"/>
                                        </p:tgtEl>
                                        <p:attrNameLst>
                                          <p:attrName>fill.type</p:attrName>
                                        </p:attrNameLst>
                                      </p:cBhvr>
                                      <p:to>
                                        <p:strVal val="solid"/>
                                      </p:to>
                                    </p:set>
                                    <p:set>
                                      <p:cBhvr>
                                        <p:cTn id="87" dur="indefinite"/>
                                        <p:tgtEl>
                                          <p:spTgt spid="43"/>
                                        </p:tgtEl>
                                        <p:attrNameLst>
                                          <p:attrName>fill.on</p:attrName>
                                        </p:attrNameLst>
                                      </p:cBhvr>
                                      <p:to>
                                        <p:strVal val="true"/>
                                      </p:to>
                                    </p:set>
                                  </p:childTnLst>
                                </p:cTn>
                              </p:par>
                              <p:par>
                                <p:cTn id="88" presetID="1" presetClass="emph" presetSubtype="1" nodeType="withEffect">
                                  <p:stCondLst>
                                    <p:cond delay="0"/>
                                  </p:stCondLst>
                                  <p:childTnLst>
                                    <p:set>
                                      <p:cBhvr>
                                        <p:cTn id="89" dur="indefinite"/>
                                        <p:tgtEl>
                                          <p:spTgt spid="42"/>
                                        </p:tgtEl>
                                        <p:attrNameLst>
                                          <p:attrName>fillcolor</p:attrName>
                                        </p:attrNameLst>
                                      </p:cBhvr>
                                      <p:to>
                                        <p:clrVal>
                                          <a:srgbClr val="FF0000"/>
                                        </p:clrVal>
                                      </p:to>
                                    </p:set>
                                    <p:set>
                                      <p:cBhvr>
                                        <p:cTn id="90" dur="indefinite"/>
                                        <p:tgtEl>
                                          <p:spTgt spid="42"/>
                                        </p:tgtEl>
                                        <p:attrNameLst>
                                          <p:attrName>fill.type</p:attrName>
                                        </p:attrNameLst>
                                      </p:cBhvr>
                                      <p:to>
                                        <p:strVal val="solid"/>
                                      </p:to>
                                    </p:set>
                                    <p:set>
                                      <p:cBhvr>
                                        <p:cTn id="91" dur="indefinite"/>
                                        <p:tgtEl>
                                          <p:spTgt spid="42"/>
                                        </p:tgtEl>
                                        <p:attrNameLst>
                                          <p:attrName>fill.on</p:attrName>
                                        </p:attrNameLst>
                                      </p:cBhvr>
                                      <p:to>
                                        <p:strVal val="true"/>
                                      </p:to>
                                    </p:set>
                                  </p:childTnLst>
                                </p:cTn>
                              </p:par>
                              <p:par>
                                <p:cTn id="92" presetID="7" presetClass="emph" presetSubtype="1" nodeType="withEffect">
                                  <p:stCondLst>
                                    <p:cond delay="0"/>
                                  </p:stCondLst>
                                  <p:childTnLst>
                                    <p:set>
                                      <p:cBhvr>
                                        <p:cTn id="93" dur="indefinite"/>
                                        <p:tgtEl>
                                          <p:spTgt spid="52"/>
                                        </p:tgtEl>
                                        <p:attrNameLst>
                                          <p:attrName>stroke.color</p:attrName>
                                        </p:attrNameLst>
                                      </p:cBhvr>
                                      <p:to>
                                        <p:clrVal>
                                          <a:srgbClr val="FF0000"/>
                                        </p:clrVal>
                                      </p:to>
                                    </p:set>
                                    <p:set>
                                      <p:cBhvr>
                                        <p:cTn id="94" dur="indefinite"/>
                                        <p:tgtEl>
                                          <p:spTgt spid="52"/>
                                        </p:tgtEl>
                                        <p:attrNameLst>
                                          <p:attrName>stroke.on</p:attrName>
                                        </p:attrNameLst>
                                      </p:cBhvr>
                                      <p:to>
                                        <p:strVal val="true"/>
                                      </p:to>
                                    </p:set>
                                  </p:childTnLst>
                                </p:cTn>
                              </p:par>
                              <p:par>
                                <p:cTn id="95" presetID="7" presetClass="emph" presetSubtype="1" nodeType="withEffect">
                                  <p:stCondLst>
                                    <p:cond delay="0"/>
                                  </p:stCondLst>
                                  <p:childTnLst>
                                    <p:set>
                                      <p:cBhvr>
                                        <p:cTn id="96" dur="indefinite"/>
                                        <p:tgtEl>
                                          <p:spTgt spid="51"/>
                                        </p:tgtEl>
                                        <p:attrNameLst>
                                          <p:attrName>stroke.color</p:attrName>
                                        </p:attrNameLst>
                                      </p:cBhvr>
                                      <p:to>
                                        <p:clrVal>
                                          <a:srgbClr val="FF0000"/>
                                        </p:clrVal>
                                      </p:to>
                                    </p:set>
                                    <p:set>
                                      <p:cBhvr>
                                        <p:cTn id="97" dur="indefinite"/>
                                        <p:tgtEl>
                                          <p:spTgt spid="51"/>
                                        </p:tgtEl>
                                        <p:attrNameLst>
                                          <p:attrName>stroke.on</p:attrName>
                                        </p:attrNameLst>
                                      </p:cBhvr>
                                      <p:to>
                                        <p:strVal val="true"/>
                                      </p:to>
                                    </p:set>
                                  </p:childTnLst>
                                </p:cTn>
                              </p:par>
                              <p:par>
                                <p:cTn id="98" presetID="7" presetClass="emph" presetSubtype="1" nodeType="withEffect">
                                  <p:stCondLst>
                                    <p:cond delay="0"/>
                                  </p:stCondLst>
                                  <p:childTnLst>
                                    <p:set>
                                      <p:cBhvr>
                                        <p:cTn id="99" dur="indefinite"/>
                                        <p:tgtEl>
                                          <p:spTgt spid="53"/>
                                        </p:tgtEl>
                                        <p:attrNameLst>
                                          <p:attrName>stroke.color</p:attrName>
                                        </p:attrNameLst>
                                      </p:cBhvr>
                                      <p:to>
                                        <p:clrVal>
                                          <a:srgbClr val="FF0000"/>
                                        </p:clrVal>
                                      </p:to>
                                    </p:set>
                                    <p:set>
                                      <p:cBhvr>
                                        <p:cTn id="100" dur="indefinite"/>
                                        <p:tgtEl>
                                          <p:spTgt spid="53"/>
                                        </p:tgtEl>
                                        <p:attrNameLst>
                                          <p:attrName>stroke.on</p:attrName>
                                        </p:attrNameLst>
                                      </p:cBhvr>
                                      <p:to>
                                        <p:strVal val="true"/>
                                      </p:to>
                                    </p:set>
                                  </p:childTnLst>
                                </p:cTn>
                              </p:par>
                              <p:par>
                                <p:cTn id="101" presetID="3" presetClass="emph" presetSubtype="1" nodeType="withEffect">
                                  <p:stCondLst>
                                    <p:cond delay="0"/>
                                  </p:stCondLst>
                                  <p:childTnLst>
                                    <p:set>
                                      <p:cBhvr override="childStyle">
                                        <p:cTn id="102" dur="indefinite"/>
                                        <p:tgtEl>
                                          <p:spTgt spid="87"/>
                                        </p:tgtEl>
                                        <p:attrNameLst>
                                          <p:attrName>style.color</p:attrName>
                                        </p:attrNameLst>
                                      </p:cBhvr>
                                      <p:to>
                                        <p:clrVal>
                                          <a:srgbClr val="FF0000"/>
                                        </p:clrVal>
                                      </p:to>
                                    </p:set>
                                  </p:childTnLst>
                                </p:cTn>
                              </p:par>
                              <p:par>
                                <p:cTn id="103" presetID="3" presetClass="emph" presetSubtype="1" nodeType="withEffect">
                                  <p:stCondLst>
                                    <p:cond delay="0"/>
                                  </p:stCondLst>
                                  <p:childTnLst>
                                    <p:set>
                                      <p:cBhvr override="childStyle">
                                        <p:cTn id="104" dur="indefinite"/>
                                        <p:tgtEl>
                                          <p:spTgt spid="90"/>
                                        </p:tgtEl>
                                        <p:attrNameLst>
                                          <p:attrName>style.color</p:attrName>
                                        </p:attrNameLst>
                                      </p:cBhvr>
                                      <p:to>
                                        <p:clrVal>
                                          <a:srgbClr val="FF0000"/>
                                        </p:clrVal>
                                      </p:to>
                                    </p:set>
                                  </p:childTnLst>
                                </p:cTn>
                              </p:par>
                              <p:par>
                                <p:cTn id="105" presetID="3" presetClass="emph" presetSubtype="1" nodeType="withEffect">
                                  <p:stCondLst>
                                    <p:cond delay="0"/>
                                  </p:stCondLst>
                                  <p:childTnLst>
                                    <p:set>
                                      <p:cBhvr override="childStyle">
                                        <p:cTn id="106" dur="indefinite"/>
                                        <p:tgtEl>
                                          <p:spTgt spid="81"/>
                                        </p:tgtEl>
                                        <p:attrNameLst>
                                          <p:attrName>style.color</p:attrName>
                                        </p:attrNameLst>
                                      </p:cBhvr>
                                      <p:to>
                                        <p:clrVal>
                                          <a:srgbClr val="FF0000"/>
                                        </p:clrVal>
                                      </p:to>
                                    </p:set>
                                  </p:childTnLst>
                                </p:cTn>
                              </p:par>
                            </p:childTnLst>
                          </p:cTn>
                        </p:par>
                      </p:childTnLst>
                    </p:cTn>
                  </p:par>
                  <p:par>
                    <p:cTn id="107" fill="hold">
                      <p:stCondLst>
                        <p:cond delay="indefinite"/>
                      </p:stCondLst>
                      <p:childTnLst>
                        <p:par>
                          <p:cTn id="108" fill="hold">
                            <p:stCondLst>
                              <p:cond delay="0"/>
                            </p:stCondLst>
                            <p:childTnLst>
                              <p:par>
                                <p:cTn id="109" presetID="1" presetClass="exit" presetSubtype="0" fill="hold" grpId="1" nodeType="clickEffect">
                                  <p:stCondLst>
                                    <p:cond delay="0"/>
                                  </p:stCondLst>
                                  <p:childTnLst>
                                    <p:set>
                                      <p:cBhvr>
                                        <p:cTn id="110" dur="1" fill="hold">
                                          <p:stCondLst>
                                            <p:cond delay="0"/>
                                          </p:stCondLst>
                                        </p:cTn>
                                        <p:tgtEl>
                                          <p:spTgt spid="95"/>
                                        </p:tgtEl>
                                        <p:attrNameLst>
                                          <p:attrName>style.visibility</p:attrName>
                                        </p:attrNameLst>
                                      </p:cBhvr>
                                      <p:to>
                                        <p:strVal val="hidden"/>
                                      </p:to>
                                    </p:set>
                                  </p:childTnLst>
                                </p:cTn>
                              </p:par>
                              <p:par>
                                <p:cTn id="111" presetID="1" presetClass="exit" presetSubtype="0" fill="hold" nodeType="withEffect">
                                  <p:stCondLst>
                                    <p:cond delay="0"/>
                                  </p:stCondLst>
                                  <p:childTnLst>
                                    <p:set>
                                      <p:cBhvr>
                                        <p:cTn id="112" dur="1" fill="hold">
                                          <p:stCondLst>
                                            <p:cond delay="0"/>
                                          </p:stCondLst>
                                        </p:cTn>
                                        <p:tgtEl>
                                          <p:spTgt spid="52"/>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51"/>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53"/>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81"/>
                                        </p:tgtEl>
                                        <p:attrNameLst>
                                          <p:attrName>style.visibility</p:attrName>
                                        </p:attrNameLst>
                                      </p:cBhvr>
                                      <p:to>
                                        <p:strVal val="hidden"/>
                                      </p:to>
                                    </p:set>
                                  </p:childTnLst>
                                </p:cTn>
                              </p:par>
                              <p:par>
                                <p:cTn id="119" presetID="1" presetClass="exit" presetSubtype="0" fill="hold" grpId="0" nodeType="withEffect">
                                  <p:stCondLst>
                                    <p:cond delay="0"/>
                                  </p:stCondLst>
                                  <p:childTnLst>
                                    <p:set>
                                      <p:cBhvr>
                                        <p:cTn id="120" dur="1" fill="hold">
                                          <p:stCondLst>
                                            <p:cond delay="0"/>
                                          </p:stCondLst>
                                        </p:cTn>
                                        <p:tgtEl>
                                          <p:spTgt spid="87"/>
                                        </p:tgtEl>
                                        <p:attrNameLst>
                                          <p:attrName>style.visibility</p:attrName>
                                        </p:attrNameLst>
                                      </p:cBhvr>
                                      <p:to>
                                        <p:strVal val="hidden"/>
                                      </p:to>
                                    </p:set>
                                  </p:childTnLst>
                                </p:cTn>
                              </p:par>
                              <p:par>
                                <p:cTn id="121" presetID="1" presetClass="exit" presetSubtype="0" fill="hold" grpId="0" nodeType="withEffect">
                                  <p:stCondLst>
                                    <p:cond delay="0"/>
                                  </p:stCondLst>
                                  <p:childTnLst>
                                    <p:set>
                                      <p:cBhvr>
                                        <p:cTn id="122" dur="1" fill="hold">
                                          <p:stCondLst>
                                            <p:cond delay="0"/>
                                          </p:stCondLst>
                                        </p:cTn>
                                        <p:tgtEl>
                                          <p:spTgt spid="90"/>
                                        </p:tgtEl>
                                        <p:attrNameLst>
                                          <p:attrName>style.visibility</p:attrName>
                                        </p:attrNameLst>
                                      </p:cBhvr>
                                      <p:to>
                                        <p:strVal val="hidden"/>
                                      </p:to>
                                    </p:set>
                                  </p:childTnLst>
                                </p:cTn>
                              </p:par>
                              <p:par>
                                <p:cTn id="123" presetID="1" presetClass="exit" presetSubtype="0" fill="hold" grpId="0" nodeType="withEffect">
                                  <p:stCondLst>
                                    <p:cond delay="0"/>
                                  </p:stCondLst>
                                  <p:childTnLst>
                                    <p:set>
                                      <p:cBhvr>
                                        <p:cTn id="124" dur="1" fill="hold">
                                          <p:stCondLst>
                                            <p:cond delay="0"/>
                                          </p:stCondLst>
                                        </p:cTn>
                                        <p:tgtEl>
                                          <p:spTgt spid="43"/>
                                        </p:tgtEl>
                                        <p:attrNameLst>
                                          <p:attrName>style.visibility</p:attrName>
                                        </p:attrNameLst>
                                      </p:cBhvr>
                                      <p:to>
                                        <p:strVal val="hidden"/>
                                      </p:to>
                                    </p:set>
                                  </p:childTnLst>
                                </p:cTn>
                              </p:par>
                              <p:par>
                                <p:cTn id="125" presetID="1" presetClass="exit" presetSubtype="0" fill="hold" grpId="0" nodeType="withEffect">
                                  <p:stCondLst>
                                    <p:cond delay="0"/>
                                  </p:stCondLst>
                                  <p:childTnLst>
                                    <p:set>
                                      <p:cBhvr>
                                        <p:cTn id="126" dur="1" fill="hold">
                                          <p:stCondLst>
                                            <p:cond delay="0"/>
                                          </p:stCondLst>
                                        </p:cTn>
                                        <p:tgtEl>
                                          <p:spTgt spid="4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animBg="1"/>
      <p:bldP spid="42" grpId="0" animBg="1"/>
      <p:bldP spid="42" grpId="1" animBg="1"/>
      <p:bldP spid="43" grpId="0" animBg="1"/>
      <p:bldP spid="43" grpId="1" animBg="1"/>
      <p:bldP spid="44" grpId="0" animBg="1"/>
      <p:bldP spid="45" grpId="0" animBg="1"/>
      <p:bldP spid="46" grpId="0" animBg="1"/>
      <p:bldP spid="47" grpId="0" animBg="1"/>
      <p:bldP spid="78" grpId="0" animBg="1"/>
      <p:bldP spid="79" grpId="0" animBg="1"/>
      <p:bldP spid="80" grpId="0" animBg="1"/>
      <p:bldP spid="81" grpId="0"/>
      <p:bldP spid="81" grpId="1"/>
      <p:bldP spid="82" grpId="0"/>
      <p:bldP spid="83" grpId="0"/>
      <p:bldP spid="84" grpId="0"/>
      <p:bldP spid="85" grpId="0"/>
      <p:bldP spid="86" grpId="0"/>
      <p:bldP spid="87" grpId="0"/>
      <p:bldP spid="87" grpId="1"/>
      <p:bldP spid="88" grpId="0"/>
      <p:bldP spid="89" grpId="0"/>
      <p:bldP spid="90" grpId="0"/>
      <p:bldP spid="90" grpId="1"/>
      <p:bldP spid="91" grpId="0"/>
      <p:bldP spid="92" grpId="0"/>
      <p:bldP spid="93" grpId="0"/>
      <p:bldP spid="94" grpId="0"/>
      <p:bldP spid="95" grpId="0" animBg="1"/>
      <p:bldP spid="95"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04D592B-82C0-4F14-A853-CDD8DDBB93EB}"/>
              </a:ext>
            </a:extLst>
          </p:cNvPr>
          <p:cNvSpPr>
            <a:spLocks noGrp="1"/>
          </p:cNvSpPr>
          <p:nvPr>
            <p:ph type="ftr" sz="quarter" idx="11"/>
          </p:nvPr>
        </p:nvSpPr>
        <p:spPr/>
        <p:txBody>
          <a:bodyPr/>
          <a:lstStyle/>
          <a:p>
            <a:r>
              <a:rPr lang="en-US"/>
              <a:t>CSC3113: Theory of Computation</a:t>
            </a:r>
          </a:p>
        </p:txBody>
      </p:sp>
      <p:sp>
        <p:nvSpPr>
          <p:cNvPr id="3" name="Subtitle 2">
            <a:extLst>
              <a:ext uri="{FF2B5EF4-FFF2-40B4-BE49-F238E27FC236}">
                <a16:creationId xmlns:a16="http://schemas.microsoft.com/office/drawing/2014/main" id="{EB5F88F6-DDFD-4F4B-A46A-AAA1900C92B3}"/>
              </a:ext>
            </a:extLst>
          </p:cNvPr>
          <p:cNvSpPr>
            <a:spLocks noGrp="1"/>
          </p:cNvSpPr>
          <p:nvPr>
            <p:ph type="subTitle" idx="1"/>
          </p:nvPr>
        </p:nvSpPr>
        <p:spPr/>
        <p:txBody>
          <a:bodyPr>
            <a:normAutofit fontScale="92500"/>
          </a:bodyPr>
          <a:lstStyle/>
          <a:p>
            <a:r>
              <a:rPr lang="en-US" dirty="0"/>
              <a:t>All exercises for Finite Automata &amp; </a:t>
            </a:r>
            <a:r>
              <a:rPr lang="en-US"/>
              <a:t>Regular Language</a:t>
            </a:r>
          </a:p>
        </p:txBody>
      </p:sp>
      <p:sp>
        <p:nvSpPr>
          <p:cNvPr id="4" name="Text Placeholder 3">
            <a:extLst>
              <a:ext uri="{FF2B5EF4-FFF2-40B4-BE49-F238E27FC236}">
                <a16:creationId xmlns:a16="http://schemas.microsoft.com/office/drawing/2014/main" id="{A23CB42B-CF30-4382-AE8D-B75B811C5B93}"/>
              </a:ext>
            </a:extLst>
          </p:cNvPr>
          <p:cNvSpPr>
            <a:spLocks noGrp="1"/>
          </p:cNvSpPr>
          <p:nvPr>
            <p:ph type="body" sz="quarter" idx="12"/>
          </p:nvPr>
        </p:nvSpPr>
        <p:spPr/>
        <p:txBody>
          <a:bodyPr/>
          <a:lstStyle/>
          <a:p>
            <a:r>
              <a:rPr lang="en-US" dirty="0"/>
              <a:t>Same as previous Lecture…</a:t>
            </a:r>
          </a:p>
          <a:p>
            <a:r>
              <a:rPr lang="en-US"/>
              <a:t>Elements </a:t>
            </a:r>
            <a:r>
              <a:rPr lang="en-US" dirty="0"/>
              <a:t>of the Theory of Computation, Papadimitriou (2</a:t>
            </a:r>
            <a:r>
              <a:rPr lang="en-US" baseline="30000" dirty="0"/>
              <a:t>nd</a:t>
            </a:r>
            <a:r>
              <a:rPr lang="en-US" dirty="0"/>
              <a:t> ed), </a:t>
            </a:r>
            <a:br>
              <a:rPr lang="en-US" dirty="0"/>
            </a:br>
            <a:r>
              <a:rPr lang="en-US" dirty="0">
                <a:hlinkClick r:id="rId2" action="ppaction://hlinkfile"/>
              </a:rPr>
              <a:t>All exercises</a:t>
            </a:r>
            <a:r>
              <a:rPr lang="en-US" dirty="0"/>
              <a:t>.</a:t>
            </a:r>
          </a:p>
          <a:p>
            <a:r>
              <a:rPr lang="en-US" dirty="0"/>
              <a:t>Introduction to Automata Theory, Languages, and Computations, Hopcroft, </a:t>
            </a:r>
            <a:r>
              <a:rPr lang="en-US" dirty="0">
                <a:hlinkClick r:id="rId3" action="ppaction://hlinkfile"/>
              </a:rPr>
              <a:t>All exercises</a:t>
            </a:r>
            <a:r>
              <a:rPr lang="en-US" dirty="0"/>
              <a:t>.</a:t>
            </a:r>
          </a:p>
          <a:p>
            <a:endParaRPr lang="en-US" dirty="0"/>
          </a:p>
        </p:txBody>
      </p:sp>
    </p:spTree>
    <p:extLst>
      <p:ext uri="{BB962C8B-B14F-4D97-AF65-F5344CB8AC3E}">
        <p14:creationId xmlns:p14="http://schemas.microsoft.com/office/powerpoint/2010/main" val="1894328866"/>
      </p:ext>
    </p:extLst>
  </p:cSld>
  <p:clrMapOvr>
    <a:masterClrMapping/>
  </p:clrMapOvr>
</p:sld>
</file>

<file path=ppt/theme/theme1.xml><?xml version="1.0" encoding="utf-8"?>
<a:theme xmlns:a="http://schemas.openxmlformats.org/drawingml/2006/main" name="AIUB 2020">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tailEnd type="triangle" w="lg" len="lg"/>
        </a:ln>
      </a:spPr>
      <a:bodyPr/>
      <a:lstStyle/>
      <a:style>
        <a:lnRef idx="2">
          <a:schemeClr val="dk1"/>
        </a:lnRef>
        <a:fillRef idx="0">
          <a:schemeClr val="dk1"/>
        </a:fillRef>
        <a:effectRef idx="1">
          <a:schemeClr val="dk1"/>
        </a:effectRef>
        <a:fontRef idx="minor">
          <a:schemeClr val="tx1"/>
        </a:fontRef>
      </a:style>
    </a:lnDef>
  </a:objectDefaults>
  <a:extraClrSchemeLst/>
  <a:extLst>
    <a:ext uri="{05A4C25C-085E-4340-85A3-A5531E510DB2}">
      <thm15:themeFamily xmlns:thm15="http://schemas.microsoft.com/office/thememl/2012/main" name="AIUB 2020" id="{6B78C454-D1CF-492E-B5BA-3A1A569F1B4B}" vid="{2226A40E-D5BE-4EBF-B1D5-CA96A690A30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C3727EF0DE2F342A49029EC2BBFF177" ma:contentTypeVersion="0" ma:contentTypeDescription="Create a new document." ma:contentTypeScope="" ma:versionID="c51b48b8e7f746600bac035a4d5a4c7c">
  <xsd:schema xmlns:xsd="http://www.w3.org/2001/XMLSchema" xmlns:xs="http://www.w3.org/2001/XMLSchema" xmlns:p="http://schemas.microsoft.com/office/2006/metadata/properties" targetNamespace="http://schemas.microsoft.com/office/2006/metadata/properties" ma:root="true" ma:fieldsID="b764bea3eb9b1a5be8fd57fac5fb459b">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46982B8-4CC9-4BC0-99DC-A65A991E971C}"/>
</file>

<file path=customXml/itemProps2.xml><?xml version="1.0" encoding="utf-8"?>
<ds:datastoreItem xmlns:ds="http://schemas.openxmlformats.org/officeDocument/2006/customXml" ds:itemID="{812F8E6B-2A95-47A9-8ABE-BAABBF38B0C5}">
  <ds:schemaRefs>
    <ds:schemaRef ds:uri="http://schemas.microsoft.com/sharepoint/v3/contenttype/forms"/>
  </ds:schemaRefs>
</ds:datastoreItem>
</file>

<file path=customXml/itemProps3.xml><?xml version="1.0" encoding="utf-8"?>
<ds:datastoreItem xmlns:ds="http://schemas.openxmlformats.org/officeDocument/2006/customXml" ds:itemID="{486F4F1E-33AA-44F2-AC89-314714DA227B}">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AIUB 2020</Template>
  <TotalTime>1056</TotalTime>
  <Words>1149</Words>
  <Application>Microsoft Office PowerPoint</Application>
  <PresentationFormat>On-screen Show (4:3)</PresentationFormat>
  <Paragraphs>137</Paragraphs>
  <Slides>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Arial</vt:lpstr>
      <vt:lpstr>Arial Black</vt:lpstr>
      <vt:lpstr>Calibri</vt:lpstr>
      <vt:lpstr>Corbel</vt:lpstr>
      <vt:lpstr>Rage Italic</vt:lpstr>
      <vt:lpstr>Symbol</vt:lpstr>
      <vt:lpstr>Wingdings</vt:lpstr>
      <vt:lpstr>AIUB 2020</vt:lpstr>
      <vt:lpstr>Non-deterministic Finite Automaton (NFA)</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Mashiour Rahman</dc:creator>
  <cp:lastModifiedBy>Sharfuddin Mahmood</cp:lastModifiedBy>
  <cp:revision>217</cp:revision>
  <dcterms:created xsi:type="dcterms:W3CDTF">2020-07-03T15:11:23Z</dcterms:created>
  <dcterms:modified xsi:type="dcterms:W3CDTF">2024-10-30T07:38:12Z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0x0101008C3727EF0DE2F342A49029EC2BBFF177</vt:lpwstr>
  </property>
</Properties>
</file>