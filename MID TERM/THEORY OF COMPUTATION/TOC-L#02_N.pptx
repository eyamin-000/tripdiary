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4"/>
  </p:sldMasterIdLst>
  <p:notesMasterIdLst>
    <p:notesMasterId r:id="rId30"/>
  </p:notesMasterIdLst>
  <p:sldIdLst>
    <p:sldId id="256" r:id="rId5"/>
    <p:sldId id="257" r:id="rId6"/>
    <p:sldId id="258" r:id="rId7"/>
    <p:sldId id="259" r:id="rId8"/>
    <p:sldId id="278" r:id="rId9"/>
    <p:sldId id="260" r:id="rId10"/>
    <p:sldId id="261" r:id="rId11"/>
    <p:sldId id="262" r:id="rId12"/>
    <p:sldId id="264" r:id="rId13"/>
    <p:sldId id="266" r:id="rId14"/>
    <p:sldId id="267" r:id="rId15"/>
    <p:sldId id="268" r:id="rId16"/>
    <p:sldId id="282" r:id="rId17"/>
    <p:sldId id="271" r:id="rId18"/>
    <p:sldId id="272" r:id="rId19"/>
    <p:sldId id="273" r:id="rId20"/>
    <p:sldId id="274" r:id="rId21"/>
    <p:sldId id="294" r:id="rId22"/>
    <p:sldId id="275" r:id="rId23"/>
    <p:sldId id="276" r:id="rId24"/>
    <p:sldId id="291" r:id="rId25"/>
    <p:sldId id="292" r:id="rId26"/>
    <p:sldId id="293" r:id="rId27"/>
    <p:sldId id="295" r:id="rId28"/>
    <p:sldId id="27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93" autoAdjust="0"/>
  </p:normalViewPr>
  <p:slideViewPr>
    <p:cSldViewPr snapToGrid="0">
      <p:cViewPr>
        <p:scale>
          <a:sx n="81" d="100"/>
          <a:sy n="81" d="100"/>
        </p:scale>
        <p:origin x="8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2:53.481"/>
    </inkml:context>
    <inkml:brush xml:id="br0">
      <inkml:brushProperty name="width" value="0.05" units="cm"/>
      <inkml:brushProperty name="height" value="0.05" units="cm"/>
    </inkml:brush>
  </inkml:definitions>
  <inkml:trace contextRef="#ctx0" brushRef="#br0">1 0 24575,'4'5'0,"1"-1"0,0 1 0,0-1 0,0 0 0,1 0 0,-1-1 0,1 0 0,0 0 0,0 0 0,0-1 0,0 0 0,9 2 0,5 0 0,1-1 0,32 0 0,-32-2 0,240 7 0,382-39 0,-629 30 0,-9 1 0,-1 0 0,1-1 0,-1 1 0,0-1 0,1 0 0,-1 0 0,7-3 0,-13 3 0,0 1 0,-1-1 0,1 1 0,0 0 0,0 0 0,0-1 0,0 1 0,0 1 0,0-1 0,-3 1 0,-369 69 0,232-48 0,-113 18 0,566-66 0,-64 8 0,-204 14 0,19-2 0,94-20 0,-129 16 0,-20 4 0,-7 5 0,0 1 0,-1-1 0,1 1 0,0-1 0,0 1 0,-1 0 0,1-1 0,0 1 0,-1 0 0,1-1 0,-1 1 0,1 0 0,0-1 0,-1 1 0,1 0 0,-1 0 0,1-1 0,-1 1 0,1 0 0,-1 0 0,1 0 0,-1 0 0,1 0 0,-1 0 0,-98-19-636,88 17-93,-20-3-6097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02.043"/>
    </inkml:context>
    <inkml:brush xml:id="br0">
      <inkml:brushProperty name="width" value="0.05" units="cm"/>
      <inkml:brushProperty name="height" value="0.05" units="cm"/>
    </inkml:brush>
  </inkml:definitions>
  <inkml:trace contextRef="#ctx0" brushRef="#br0">1 90 24575,'20'22'0,"-19"-21"0,0 0 0,0 0 0,1 0 0,-1 0 0,0-1 0,1 1 0,-1 0 0,1-1 0,-1 1 0,1-1 0,-1 0 0,1 0 0,-1 1 0,1-1 0,0 0 0,-1 0 0,1 0 0,-1-1 0,1 1 0,1-1 0,35-11 0,-22 6 0,80-24 0,113-40 0,-283 99 0,4-12 0,50-13 0,-1 0 0,1 1 0,0 2 0,1 0 0,-1 1 0,-23 13 0,114-31-1365,-52 6-5461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15.402"/>
    </inkml:context>
    <inkml:brush xml:id="br0">
      <inkml:brushProperty name="width" value="0.05" units="cm"/>
      <inkml:brushProperty name="height" value="0.05" units="cm"/>
    </inkml:brush>
  </inkml:definitions>
  <inkml:trace contextRef="#ctx0" brushRef="#br0">1 81 24575,'11'-23'0,"3"15"0,0 0 0,1 1 0,0 1 0,0 0 0,1 1 0,0 1 0,26-4 0,-26 4 0,-10 3 0,-16 10 0,-12 10 0,-37 45 0,41-45 0,18-19-28,0 0 1,0 0-1,0 0 0,0 0 0,0 0 0,0 0 0,0 0 0,0 0 0,0 0 1,0-1-1,0 1 0,0 0 0,0 0 0,0 0 0,0 0 0,0 0 1,0 0-1,0 0 0,0 0 0,0 0 0,0 0 0,0-1 0,0 1 1,-1 0-1,1 0 0,0 0 0,0 0 0,0 0 0,0 0 0,0 0 1,0 0-1,0 0 0,0 0 0,0 0 0,0 0 0,-1 0 0,1 0 0,0 0 1,0 0-1,0 0 0,0 0 0,0 0 0,0 0 0,0 0 0,0 0 1,0 0-1,-1 0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23.520"/>
    </inkml:context>
    <inkml:brush xml:id="br0">
      <inkml:brushProperty name="width" value="0.05" units="cm"/>
      <inkml:brushProperty name="height" value="0.05" units="cm"/>
    </inkml:brush>
  </inkml:definitions>
  <inkml:trace contextRef="#ctx0" brushRef="#br0">19 66 24575,'0'0'0,"0"-1"0,0 1 0,0 0 0,0-1 0,-1 1 0,1-1 0,0 1 0,0 0 0,-1-1 0,1 1 0,0 0 0,-1-1 0,1 1 0,0 0 0,-1 0 0,1-1 0,0 1 0,-1 0 0,1 0 0,-1-1 0,1 1 0,-1 0 0,1 0 0,0 0 0,-1 0 0,1 0 0,-1 0 0,1 0 0,-1 0 0,1 0 0,-1 0 0,1 0 0,0 0 0,-1 0 0,1 0 0,-1 0 0,1 0 0,-1 1 0,-4 1 0,15-2 0,1-2 0,1-1 0,-1 0 0,16-7 0,-3 2 0,-2 1 0,-15 6 0,-2 0 0,1-1 0,0 0 0,0 0 0,0 0 0,-1-1 0,1 0 0,-1 0 0,9-7 0,-51 33 0,-33 50-1365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44.904"/>
    </inkml:context>
    <inkml:brush xml:id="br0">
      <inkml:brushProperty name="width" value="0.05" units="cm"/>
      <inkml:brushProperty name="height" value="0.05" units="cm"/>
    </inkml:brush>
  </inkml:definitions>
  <inkml:trace contextRef="#ctx0" brushRef="#br0">0 493 24575,'2'-6'0,"-1"1"0,1 0 0,1-1 0,-1 1 0,1 0 0,0 0 0,0 1 0,0-1 0,1 1 0,6-7 0,7-9 0,26-21 0,15-9 0,2 3 0,3 2 0,1 3 0,2 3 0,92-39 0,-129 67 0,0 2 0,1 1 0,32-4 0,93-7 0,209 8 0,-355 11 0,292 7 0,-2 23 0,-186-10 0,96 12 0,-172-26 0,0 0 0,56 19 0,70 33 0,-15-4 0,-119-44 0,-1 1 0,0 2 0,-1 1 0,0 0 0,28 22 0,-16-5 0,-1 0 0,47 52 0,-56-57 0,1-1 0,1-1 0,1-2 0,46 24 0,-57-34 0,16 9 0,80 51 0,-88-49 0,-20-16 0,0 1 0,20 11 0,-14-17-1365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11.324"/>
    </inkml:context>
    <inkml:brush xml:id="br0">
      <inkml:brushProperty name="width" value="0.05" units="cm"/>
      <inkml:brushProperty name="height" value="0.05" units="cm"/>
    </inkml:brush>
  </inkml:definitions>
  <inkml:trace contextRef="#ctx0" brushRef="#br0">3 1 24575,'0'0'0,"-1"1"0,1-1 0,0 1 0,0-1 0,-1 1 0,1-1 0,0 1 0,0-1 0,0 1 0,0-1 0,0 1 0,0-1 0,-1 1 0,1 0 0,1-1 0,-1 1 0,0-1 0,0 1 0,0-1 0,0 1 0,0-1 0,0 1 0,1-1 0,-1 1 0,0-1 0,1 1 0,6 13 0,-6-11 0,0 0 0,0 0 0,0 1 0,0-1 0,-1 0 0,1 0 0,-1 1 0,0-1 0,1 0 0,-2 1 0,1-1 0,0 0 0,-1 4 0,0 6 0,1 355-1365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42.335"/>
    </inkml:context>
    <inkml:brush xml:id="br0">
      <inkml:brushProperty name="width" value="0.05" units="cm"/>
      <inkml:brushProperty name="height" value="0.05" units="cm"/>
    </inkml:brush>
  </inkml:definitions>
  <inkml:trace contextRef="#ctx0" brushRef="#br0">16 87 24575,'-16'6'0,"25"-5"0,29-7 0,123-26 0,-26 7 0,9-3 0,-133 27-151,-1 0-1,0 0 0,1 1 0,-1 0 1,1 1-1,-1 0 0,1 1 1,18 5-1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54.799"/>
    </inkml:context>
    <inkml:brush xml:id="br0">
      <inkml:brushProperty name="width" value="0.05" units="cm"/>
      <inkml:brushProperty name="height" value="0.05" units="cm"/>
    </inkml:brush>
  </inkml:definitions>
  <inkml:trace contextRef="#ctx0" brushRef="#br0">162 478 24575,'0'0'0,"-1"0"0,0-1 0,1 1 0,-1 0 0,1-1 0,-1 1 0,1-1 0,-1 0 0,1 1 0,-1-1 0,1 1 0,-1-1 0,1 1 0,0-1 0,-1 0 0,1 1 0,0-1 0,0 0 0,-1 0 0,1 1 0,0-1 0,0 0 0,0 1 0,0-1 0,0-1 0,7-22 0,21-22 0,-26 43 0,49-62 0,68-67 0,-79 89 0,-26 29 0,0 0 0,1 1 0,0 1 0,1 0 0,0 1 0,1 0 0,0 2 0,1 0 0,0 1 0,0 1 0,1 0 0,0 2 0,0 0 0,0 1 0,1 1 0,-1 0 0,1 2 0,0 0 0,-1 2 0,1 0 0,0 1 0,28 7 0,24 7 0,111 40 0,-140-38 0,-1 1 0,0 2 0,66 45 0,-47-24 0,0-1 0,78 70 0,-127-98 0,0 0 0,-1 1 0,0 0 0,-1 1 0,-1 0 0,-1 0 0,0 1 0,9 25 0,-9-18 0,-1 0 0,-1 1 0,-1-1 0,-2 1 0,2 42 0,-6-44 0,0-1 0,-2 1 0,-10 40 0,-25 61 0,9-50 0,-49 89 0,38-83 0,-109 186 0,117-217 0,-1-3 0,-3-1 0,-55 54 0,79-89 0,1 0 0,-1-1 0,0 0 0,-1-1 0,0 0 0,0-1 0,-1 0 0,1-1 0,-1-1 0,0 0 0,-1-1 0,1 0 0,-19 0 0,-5-1 0,1-2 0,0-2 0,0-1 0,-39-8 0,43 5 0,1-1 0,-1-1 0,2-2 0,-1-1 0,2-2 0,-1-1 0,-52-33 0,52 27 0,1-2 0,1-1 0,1-1 0,1-1 0,-39-47 0,42 38 0,1-1 0,2-1 0,1-1 0,2 0 0,2-2 0,1 0 0,2 0 0,2-1 0,-8-52 0,-36-323 0,56 378-227,1 1-1,2 0 1,1 0-1,2 0 1,17-53-1,-20 75-6598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7:07.439"/>
    </inkml:context>
    <inkml:brush xml:id="br0">
      <inkml:brushProperty name="width" value="0.05" units="cm"/>
      <inkml:brushProperty name="height" value="0.05" units="cm"/>
    </inkml:brush>
  </inkml:definitions>
  <inkml:trace contextRef="#ctx0" brushRef="#br0">0 351 24575,'6'3'0,"-6"-3"0,0 0 0,0 1 0,1-1 0,-1 0 0,0 0 0,0 0 0,1 1 0,-1-1 0,0 0 0,0 0 0,1 0 0,-1 0 0,0 1 0,1-1 0,-1 0 0,0 0 0,0 0 0,1 0 0,-1 0 0,0 0 0,1 0 0,-1 0 0,0 0 0,1 0 0,-1 0 0,0 0 0,1 0 0,-1 0 0,0 0 0,0 0 0,1-1 0,-1 1 0,0 0 0,1 0 0,-1 0 0,0 0 0,0-1 0,1 1 0,-1 0 0,0 0 0,98-63 0,-18 11 0,-16 17 0,2 3 0,0 4 0,2 2 0,1 3 0,136-26 0,-77 29 0,0 5 0,191 4 0,-242 14 0,134 23 0,73 35 0,-113-23 0,2 2 0,-2 8 0,-3 7 0,258 122 0,-95-45 0,-240-99 0,-85-31 0,-4-1 0,1-1 0,-1 1 0,1 0 0,-1 0 0,0 0 0,1 1 0,-1-1 0,0 0 0,0 1 0,0 0 0,0-1 0,3 4 0,26-1 0,-31-4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2:49.047"/>
    </inkml:context>
    <inkml:brush xml:id="br0">
      <inkml:brushProperty name="width" value="0.05" units="cm"/>
      <inkml:brushProperty name="height" value="0.05" units="cm"/>
    </inkml:brush>
  </inkml:definitions>
  <inkml:trace contextRef="#ctx0" brushRef="#br0">297 799 24575,'2'-2'0,"0"0"0,0 0 0,0-1 0,0 1 0,-1 0 0,1-1 0,-1 0 0,0 1 0,0-1 0,0 0 0,0 0 0,0-4 0,3-3 0,38-95 0,83-149 0,-98 208 0,3 0 0,1 2 0,2 2 0,2 1 0,52-49 0,-83 87 0,11-11 0,1 1 0,0 1 0,19-12 0,-31 22 0,0 0 0,0 0 0,0 0 0,0 0 0,1 0 0,-1 1 0,0 0 0,1 0 0,-1 0 0,1 0 0,-1 1 0,1 0 0,-1 0 0,1 0 0,0 0 0,-1 1 0,1 0 0,-1 0 0,8 3 0,4 5 0,0 1 0,-1 0 0,0 1 0,0 1 0,-1 1 0,-1 0 0,12 15 0,-6-8 0,163 189 0,-166-190-18,-2 2-1,0-1 1,-2 2-1,0 0 1,-2 1-1,0-1 0,12 45 1,-14-33-36,-2 0-1,-1 1 1,-2 0-1,-1-1 1,-3 38 0,-4-11-26,-3 0 1,-3 0 0,-3-1 0,-2-1 0,-47 114 0,39-120 79,-59 96 0,61-116 0,-2-1 0,-1-1 0,-53 51 0,60-66 0,-1-1 0,0-1 0,0-1 0,-1 0 0,-1-2 0,0 0 0,-32 11 0,35-17 0,-1 0 0,1-1 0,-1 0 0,0-2 0,1 0 0,-1-1 0,0-2 0,0 1 0,0-2 0,-23-5 0,13 0 0,1-1 0,1-1 0,0-1 0,0-2 0,1-1 0,1 0 0,0-2 0,0-1 0,2-2 0,0 0 0,1-1 0,-31-35 0,26 22 0,1-2 0,1 0 0,2-2 0,2 0 0,1-1 0,2-2 0,2 0 0,-12-41 0,23 61-2,1-1 1,0 0 0,2 0-1,0 0 1,1-1-1,1 1 1,4-28-1,5-12 2,19-63 0,-16 73 0,26-106-1205,-25 105-4820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1.345"/>
    </inkml:context>
    <inkml:brush xml:id="br0">
      <inkml:brushProperty name="width" value="0.05" units="cm"/>
      <inkml:brushProperty name="height" value="0.05" units="cm"/>
    </inkml:brush>
  </inkml:definitions>
  <inkml:trace contextRef="#ctx0" brushRef="#br0">0 646 24575,'3'2'0,"-1"-1"0,1 1 0,0-1 0,0 0 0,0 1 0,0-2 0,0 1 0,0 0 0,0 0 0,0-1 0,0 0 0,1 0 0,-1 0 0,0 0 0,0 0 0,6-2 0,3 0 0,0-2 0,23-10 0,-10 4 0,51-14 0,1 3 0,0 3 0,116-11 0,240 4 0,-375 24 0,1470-34 0,-1521 35 0,-6 0 0,-21 5 0,-310 134 0,258-111 0,-744 263 0,589-226 0,-389 59 0,601-122 0,-1 1 0,0-1 0,0-1 0,0 0 0,-18-2 0,30 0 0,0-1 0,0 1 0,0-1 0,0 1 0,1-1 0,-1 0 0,1-1 0,-1 1 0,1-1 0,-1 1 0,1-1 0,0 0 0,1 0 0,-1 0 0,-3-4 0,-16-17 0,-2 5 0,-2-1 0,2-1 0,-27-30 0,43 43 0,2-1 0,-1 0 0,1 0 0,0-1 0,1 0 0,0 0 0,0 0 0,1-1 0,1 1 0,-4-17 0,5 8 0,0 0 0,2 1 0,0-1 0,1 0 0,1 0 0,0 1 0,2-1 0,0 1 0,1 0 0,1 0 0,10-22 0,2 1 0,2 1 0,2 1 0,49-64 0,-43 66 0,2 1 0,1 2 0,2 1 0,1 1 0,1 2 0,1 2 0,2 1 0,60-30 0,-68 41 0,1 1 0,1 2 0,0 0 0,0 3 0,1 0 0,0 2 0,0 2 0,0 1 0,1 1 0,0 2 0,-1 2 0,34 5 0,-18 3 0,-1 2 0,0 2 0,-1 2 0,0 2 0,66 37 0,208 146 0,-158-93 0,-97-67 0,1-2 0,79 33 0,-142-71 0,23 9 0,-26-9 0,0-1 0,0 0 0,0 0 0,-1 1 0,1-1 0,0 0 0,0 0 0,0 0 0,0 0 0,0 0 0,0 0 0,0 0 0,-1 0 0,1 0 0,0 0 0,0 0 0,0-1 0,0 1 0,0 0 0,-1-1 0,1 1 0,0-1 0,1 0 0,-2 1 0,0 0 0,0-1 0,0 1 0,0 0 0,0 0 0,0 0 0,1-1 0,-1 1 0,0 0 0,0 0 0,0 0 0,0-1 0,0 1 0,-1 0 0,1 0 0,0 0 0,0-1 0,0 1 0,0 0 0,0 0 0,0 0 0,0-1 0,0 1 0,0 0 0,0 0 0,-1 0 0,1 0 0,0-1 0,0 1 0,0 0 0,0 0 0,-1 0 0,1 0 0,0 0 0,0 0 0,0-1 0,0 1 0,-1 0 0,1 0 0,0 0 0,0 0 0,0 0 0,-1 0 0,1 0 0,0 0 0,0 0 0,0 0 0,-1 0 0,-12-2 0,12 2 0,-254 3 0,170 0 0,-46 1 0,-260 12 0,4 23 0,370-37 0,10-2 0,1 1 0,0 0 0,0 0 0,0 0 0,0 1 0,0 0 0,0 0 0,0 0 0,-9 6 0,15-7 0,-1-1 0,1 0 0,-1 1 0,1-1 0,0 0 0,-1 1 0,1-1 0,0 1 0,0-1 0,-1 1 0,1-1 0,0 1 0,0-1 0,0 1 0,-1-1 0,1 1 0,0-1 0,0 1 0,0-1 0,0 1 0,0-1 0,0 1 0,0 0 0,0-1 0,1 1 0,-1-1 0,0 0 0,0 0 0,0 1 0,1-1 0,-1 0 0,0 0 0,0 0 0,0 1 0,1-1 0,-1 0 0,0 0 0,1 0 0,-1 0 0,0 0 0,0 1 0,1-1 0,-1 0 0,0 0 0,1 0 0,-1 0 0,0 0 0,1 0 0,-1 0 0,0 0 0,1 0 0,-1 0 0,0 0 0,0 0 0,1 0 0,-1-1 0,0 1 0,1 0 0,-1 0 0,0 0 0,0 0 0,1 0 0,-1-1 0,0 1 0,0 0 0,1 0 0,-1-1 0,98-56 0,29-17 0,75-23 171,338-114 0,232-9-1878,-642 189-5119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3.399"/>
    </inkml:context>
    <inkml:brush xml:id="br0">
      <inkml:brushProperty name="width" value="0.05" units="cm"/>
      <inkml:brushProperty name="height" value="0.05" units="cm"/>
    </inkml:brush>
  </inkml:definitions>
  <inkml:trace contextRef="#ctx0" brushRef="#br0">164 1745 24575,'2'-3'0,"0"0"0,0 0 0,1 0 0,-1 0 0,1 1 0,3-4 0,9-8 0,183-237 0,-65 79 0,252-295 0,-256 325 0,171-146 0,-240 238 0,1 3 0,3 3 0,124-66 0,-137 86 0,1 3 0,1 1 0,0 3 0,2 2 0,110-15 0,-74 23 0,0 5 0,0 3 0,0 5 0,151 28 0,348 117 0,419 193 0,-674-204 0,-262-104 0,-2 3 0,96 70 0,-151-97 0,0 1 0,-1 1 0,0 0 0,-1 1 0,-1 0 0,0 1 0,-1 1 0,-1 0 0,-1 1 0,0 0 0,-1 0 0,-1 1 0,-1 0 0,8 31 0,-6-4 0,-2 0 0,-2 0 0,-2 1 0,-5 81 0,-5-50 0,-4 1 0,-20 76 0,6-65 0,-3-2 0,-5-1 0,-3-1 0,-3-2 0,-5-2 0,-2-1 0,-5-3 0,-2-2 0,-112 119 0,104-134 0,-3-3 0,-2-2 0,-2-4 0,-3-3 0,-2-2 0,-95 43 0,68-45 0,-2-4 0,-2-5 0,-1-4 0,-163 27 0,83-33-77,0-7-1,-1-9 1,-333-26-1,269-11-25,2-12-1,-313-90 1,87-31 103,386 122 0,2-4 0,1-3 0,-91-66 0,143 87 0,1-2 0,1 0 0,2-2 0,0-2 0,2 0 0,-42-64 0,56 74 0,1-1 0,1 0 0,1-1 0,1 0 0,1-1 0,1 0 0,1 0 0,1-1 0,1 1 0,1-1 0,1 0 0,1 0 0,3-25 0,3 9-211,2 0 1,2 1 0,1 0-1,2 1 1,33-71 0,-16 52-6099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45.788"/>
    </inkml:context>
    <inkml:brush xml:id="br0">
      <inkml:brushProperty name="width" value="0.05" units="cm"/>
      <inkml:brushProperty name="height" value="0.05" units="cm"/>
    </inkml:brush>
  </inkml:definitions>
  <inkml:trace contextRef="#ctx0" brushRef="#br0">0 87 24575,'12'-28'0,"131"-27"0,-134 52 0,-92 3-1365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46.877"/>
    </inkml:context>
    <inkml:brush xml:id="br0">
      <inkml:brushProperty name="width" value="0.05" units="cm"/>
      <inkml:brushProperty name="height" value="0.05" units="cm"/>
    </inkml:brush>
  </inkml:definitions>
  <inkml:trace contextRef="#ctx0" brushRef="#br0">154 55 24575,'32'-25'0,"-25"21"0,-1 0 0,0 0 0,0-1 0,7-8 0,-33 22 0,-35 11 0,-33 12 0,82-29 0,3-1 0,1-1 0,0 0 0,-1 0 0,1 0 0,-1 0 0,0 0 0,1-1 0,-1 1 0,0-1 0,1 1 0,-6-1 0,7-1-76,0 1 1,0 0-1,0 0 0,0 0 0,0 0 0,0 0 0,0 0 0,0 0 1,0 0-1,0 0 0,0 0 0,1 1 0,-1-1 0,0 0 1,0 1-1,0-1 0,-1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47.926"/>
    </inkml:context>
    <inkml:brush xml:id="br0">
      <inkml:brushProperty name="width" value="0.05" units="cm"/>
      <inkml:brushProperty name="height" value="0.05" units="cm"/>
    </inkml:brush>
  </inkml:definitions>
  <inkml:trace contextRef="#ctx0" brushRef="#br0">1 106 24575,'25'-25'0,"55"-39"0,-74 60 0,3-4 0,-9 8 0,-1-1 0,1 1 0,-1-1 0,0 1 0,1 0 0,-1-1 0,1 1 0,-1 0 0,0-1 0,0 1 0,1 0 0,-1 0 0,0 0 0,1 0 0,-1 0 0,0 0 0,0 0 0,1 0 0,-2 0 0,-32 0-1365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58.404"/>
    </inkml:context>
    <inkml:brush xml:id="br0">
      <inkml:brushProperty name="width" value="0.05" units="cm"/>
      <inkml:brushProperty name="height" value="0.05" units="cm"/>
    </inkml:brush>
  </inkml:definitions>
  <inkml:trace contextRef="#ctx0" brushRef="#br0">19 271 24575,'-2'-1'0,"0"-1"0,1 0 0,-1 0 0,1 0 0,-1 0 0,1 0 0,0-1 0,0 1 0,0 0 0,0-1 0,0 1 0,0-1 0,1 1 0,-1-1 0,1 1 0,0-1 0,0 1 0,0-1 0,0 1 0,0-1 0,0 1 0,1-1 0,-1 1 0,1-1 0,-1 1 0,1-1 0,2-3 0,19-73 0,-18 58 0,1 0 0,2 0 0,16-38 0,-22 83 0,-1-11-1365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3:59.855"/>
    </inkml:context>
    <inkml:brush xml:id="br0">
      <inkml:brushProperty name="width" value="0.05" units="cm"/>
      <inkml:brushProperty name="height" value="0.05" units="cm"/>
    </inkml:brush>
  </inkml:definitions>
  <inkml:trace contextRef="#ctx0" brushRef="#br0">46 127 24575,'11'-29'0,"-2"13"0,-6 12 0,0-1 0,-1 0 0,1 0 0,-1 0 0,0 0 0,0 0 0,-1 0 0,0 0 0,2-8 0,-6 15 0,1 1 0,0 0 0,-1-1 0,1 1 0,-1-1 0,0 1 0,1-1 0,-1 0 0,0-1 0,-1 1 0,-3 2 0,-3 1 0,-15 13 0,10-8 0,31-32 0,-3 5 182,-7 9-492,1 0 1,0 0 0,0 0-1,10-7 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07.624"/>
    </inkml:context>
    <inkml:brush xml:id="br0">
      <inkml:brushProperty name="width" value="0.05" units="cm"/>
      <inkml:brushProperty name="height" value="0.05" units="cm"/>
    </inkml:brush>
  </inkml:definitions>
  <inkml:trace contextRef="#ctx0" brushRef="#br0">92 639 24575,'3'0'0,"1"1"0,-1-1 0,1 0 0,0 0 0,-1 0 0,1-1 0,5 0 0,-6 0 0,-1 0 0,1 0 0,0 0 0,0 0 0,-1 0 0,1 0 0,-1-1 0,1 0 0,-1 1 0,0-1 0,1 0 0,-1 0 0,0 0 0,0 0 0,0 0 0,-1-1 0,3-3 0,-1 1 0,-1 0 0,0 0 0,0 0 0,0-1 0,-1 1 0,0-1 0,0 0 0,1-7 0,-2-5 0,-1 0 0,0 0 0,-1 0 0,-7-30 0,-11-17 80,-3 0-1,-39-78 0,-2-4-1682,61 138-5223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08.983"/>
    </inkml:context>
    <inkml:brush xml:id="br0">
      <inkml:brushProperty name="width" value="0.05" units="cm"/>
      <inkml:brushProperty name="height" value="0.05" units="cm"/>
    </inkml:brush>
  </inkml:definitions>
  <inkml:trace contextRef="#ctx0" brushRef="#br0">1 741 24575,'4'-4'0,"0"0"0,0 0 0,0-1 0,0 1 0,-1-1 0,0 0 0,0 0 0,4-10 0,0-2 0,-2-1 0,0-1 0,-1 1 0,2-35 0,-3-77 0,-3 109 0,-11-363-1365,9 355-5461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4.417"/>
    </inkml:context>
    <inkml:brush xml:id="br0">
      <inkml:brushProperty name="width" value="0.05" units="cm"/>
      <inkml:brushProperty name="height" value="0.05" units="cm"/>
    </inkml:brush>
  </inkml:definitions>
  <inkml:trace contextRef="#ctx0" brushRef="#br0">104 1 24575,'0'15'0,"-2"56"169,-20 126-1,-30 61-1371,43-221 704,-10 48-6327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9.657"/>
    </inkml:context>
    <inkml:brush xml:id="br0">
      <inkml:brushProperty name="width" value="0.05" units="cm"/>
      <inkml:brushProperty name="height" value="0.05" units="cm"/>
    </inkml:brush>
  </inkml:definitions>
  <inkml:trace contextRef="#ctx0" brushRef="#br0">0 1217 24575,'1'0'0,"0"1"0,0 0 0,0-1 0,1 1 0,-1-1 0,0 1 0,0-1 0,0 1 0,1-1 0,-1 0 0,0 0 0,0 0 0,1 1 0,-1-1 0,0 0 0,0-1 0,2 1 0,8-8 0,0-1 0,-1 0 0,15-17 0,11-11 0,66-47 0,194-123 0,133-41 0,-408 237 0,492-246 0,-336 184 0,187-52 0,-228 88 0,2 6 0,150-14 0,-176 36 0,0 4 0,1 5 0,124 16 0,-107 1 0,-1 6 0,245 78 0,-161-28-1365,-177-60-5461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9.969"/>
    </inkml:context>
    <inkml:brush xml:id="br0">
      <inkml:brushProperty name="width" value="0.05" units="cm"/>
      <inkml:brushProperty name="height" value="0.05" units="cm"/>
    </inkml:brush>
  </inkml:definitions>
  <inkml:trace contextRef="#ctx0" brushRef="#br0">980 0 24575,'10'9'0,"38"35"0,-1 2 0,-3 2 0,-2 2 0,57 88 0,-75-97 0,-1 0 0,-2 2 0,-1 1 0,-3 0 0,-1 1 0,-3 1 0,9 54 0,-12-19 0,-3 1 0,-4 0 0,-3 1 0,-4-1 0,-4 0 0,-32 142 0,25-168 0,-3 0 0,-2-2 0,-2 0 0,-3-1 0,-3-1 0,-1-1 0,-3-2 0,-1-2 0,-3 0 0,-64 63 0,35-48 0,-4-2 0,-2-4 0,-2-3 0,-2-3 0,-3-4 0,-95 43 0,-191 57-1365,296-123-5461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11.181"/>
    </inkml:context>
    <inkml:brush xml:id="br0">
      <inkml:brushProperty name="width" value="0.05" units="cm"/>
      <inkml:brushProperty name="height" value="0.05" units="cm"/>
    </inkml:brush>
  </inkml:definitions>
  <inkml:trace contextRef="#ctx0" brushRef="#br0">2025 3228 24575,'-51'-6'0,"28"5"0,1-2 0,0 0 0,1-2 0,-1 0 0,-30-12 0,-15-16 0,-92-61 0,74 42 0,50 31 0,-1042-611 0,1029 605 0,-101-62 0,131 76 0,0 0 0,1-2 0,1 0 0,0 0 0,-23-30 0,30 30 0,0 0 0,1 0 0,1 0 0,0-1 0,1 0 0,1-1 0,0 1 0,2-1 0,0 0 0,-2-34 0,5 37 0,1 0 0,0 1 0,1-1 0,1 0 0,5-16 0,27-65 0,78-155 0,-84 197 0,1 3 0,61-77 0,-43 72 0,2 3 0,2 2 0,94-70 0,193-106 0,-244 166 0,81-48 0,5 8 0,363-142 0,-506 230 0,0 1 0,1 1 0,0 3 0,0 1 0,0 1 0,1 3 0,70 4 0,-88-2 0,1-1 0,-1-1 0,0-1 0,1-1 0,-1 0 0,32-13 0,-11 5 0,297-85 0,-310 88 0,1 1 0,-1 2 0,1 0 0,0 3 0,1 0 0,-1 2 0,0 2 0,1 1 0,42 7 0,-36 0 0,-1 2 0,1 1 0,-2 2 0,0 2 0,-1 1 0,0 1 0,60 44 0,1 14 0,103 104 0,-20-16 0,-65-71 0,184 116 0,-279-197 0,0-1 0,0 0 0,-1 2 0,-1 0 0,0 1 0,22 22 0,-35-30 0,-1 0 0,1 0 0,-1 0 0,0 0 0,0 0 0,0 1 0,-1-1 0,0 1 0,-1-1 0,0 1 0,2 13 0,4 63 0,-3 0 0,-9 105 0,-34 169 0,-30 28 0,39-266 0,-53 140 0,52-181 0,-3-2 0,-75 120 0,74-142 0,-3-2 0,-3-1 0,-1-2 0,-54 47 0,39-48 0,-2-3 0,-1-2 0,-3-3 0,-1-3 0,-2-3 0,-1-2 0,-138 43 0,89-43 0,-1-4 0,-2-6 0,0-5 0,-139 1 0,151-16 0,1-4 0,0-5 0,0-5 0,1-4 0,1-5 0,-116-39 0,105 19 0,2-4 0,3-5 0,-159-97 0,198 101 0,3-2 0,2-4 0,2-2 0,2-3 0,3-3 0,-51-67 0,76 80 57,2-1 0,2-1 0,3-2 0,1-1 0,-22-69 0,26 55-484,3-1 0,4-1 1,-14-134-1,25 123-6399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21.659"/>
    </inkml:context>
    <inkml:brush xml:id="br0">
      <inkml:brushProperty name="width" value="0.05" units="cm"/>
      <inkml:brushProperty name="height" value="0.05" units="cm"/>
    </inkml:brush>
  </inkml:definitions>
  <inkml:trace contextRef="#ctx0" brushRef="#br0">0 0 24575,'1'3'0,"-1"0"0,0 1 0,1-1 0,-1 0 0,1 0 0,2 5 0,-3-7 0,1 3 0,1 0 0,-1 0 0,1 0 0,0 0 0,0 0 0,0 0 0,0 0 0,1-1 0,0 1 0,0-1 0,5 6 0,-1-5 0,0 1 0,0-1 0,0 0 0,0-1 0,14 5 0,59 20 0,2-4 0,86 13 0,175 5 0,-173-35 0,321-28 0,-466 19 0,1-2 0,-1 0 0,0-2 0,-1-1 0,0-1 0,43-20 0,-30 13-1365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22.364"/>
    </inkml:context>
    <inkml:brush xml:id="br0">
      <inkml:brushProperty name="width" value="0.05" units="cm"/>
      <inkml:brushProperty name="height" value="0.05" units="cm"/>
    </inkml:brush>
  </inkml:definitions>
  <inkml:trace contextRef="#ctx0" brushRef="#br0">104 55 24575,'6'-30'0,"-6"29"0,0 0 0,0-1 0,1 1 0,-1 0 0,0 0 0,1 0 0,-1 0 0,1 0 0,-1 0 0,1 0 0,-1 0 0,1 0 0,0 1 0,-1-1 0,1 0 0,0 0 0,0 0 0,0 1 0,0-1 0,-1 0 0,3 0 0,0 0 0,0 1 0,-1-1 0,1 1 0,0 0 0,0-1 0,0 2 0,3-1 0,6 0 0,491-1 0,-430 1 0,98 4 0,-148 3 0,-22-7 0,-1 1 0,1-1 0,-1 0 0,1 1 0,-1-1 0,1 1 0,-1-1 0,0 1 0,1-1 0,-1 1 0,1-1 0,-1 1 0,0-1 0,0 1 0,1-1 0,-1 1 0,0-1 0,0 1 0,0 0 0,0-1 0,0 1 0,0 0 0,0 3 0,-1 0 0,-1-1 0,1 1 0,0-1 0,-1 1 0,0-1 0,0 0 0,0 0 0,-4 5 0,-35 47 0,-3-3 0,-72 66 0,83-84 0,-577 551-1365,534-515-5461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23.942"/>
    </inkml:context>
    <inkml:brush xml:id="br0">
      <inkml:brushProperty name="width" value="0.05" units="cm"/>
      <inkml:brushProperty name="height" value="0.05" units="cm"/>
    </inkml:brush>
  </inkml:definitions>
  <inkml:trace contextRef="#ctx0" brushRef="#br0">284 0 24575,'0'2'0,"-1"0"0,1-1 0,0 1 0,-1 0 0,0-1 0,1 1 0,-1-1 0,0 1 0,0 0 0,0-1 0,0 0 0,0 1 0,0-1 0,0 0 0,0 1 0,0-1 0,-1 0 0,1 0 0,-3 2 0,-32 16 0,29-16 0,-15 6 0,1 2 0,1 1 0,-38 28 0,49-33 0,1 1 0,0 0 0,0 0 0,1 1 0,0 0 0,0 0 0,1 1 0,1 0 0,-1 0 0,-5 16 0,7-14 0,0 1 0,1-1 0,1 1 0,0-1 0,0 1 0,1 0 0,1-1 0,0 1 0,1 0 0,4 19 0,-3-23 0,0-1 0,0 0 0,1 0 0,0 0 0,1-1 0,0 1 0,0-1 0,1 0 0,0 0 0,0 0 0,0-1 0,1 1 0,0-1 0,0-1 0,0 1 0,15 8 0,-17-12 0,-1 1 0,1-1 0,0 0 0,0-1 0,0 1 0,0-1 0,1 0 0,-1 0 0,0 0 0,0-1 0,1 1 0,-1-1 0,0 0 0,1 0 0,-1 0 0,0-1 0,5-1 0,-3 0 0,-1 0 0,1 0 0,0-1 0,-1 0 0,0 0 0,0 0 0,0-1 0,0 0 0,0 0 0,7-8 0,2-6 0,-1 0 0,0-1 0,-1 0 0,-1-1 0,11-27 0,10-33 0,37-143 0,-65 209 0,-4 26 0,0 12 0,6 73 0,39 917 0,-46-988 0,1 8 0,0-25 0,0-9 0,0 0 0,1 0 0,-1 0 0,0 0 0,0 0 0,0-1 0,0 1 0,0 0 0,0 0 0,0 0 0,0 0 0,0 0 0,0 0 0,0 0 0,0 0 0,0 0 0,0 0 0,0 0 0,0 0 0,0 0 0,0 0 0,0 0 0,0 0 0,0 0 0,0 0 0,0 0 0,0 0 0,0 0 0,0 0 0,0 0 0,0 0 0,0 0 0,1 1 0,14-50 0,28-60 0,-13 38 0,219-503-1365,-227 527-5461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24.320"/>
    </inkml:context>
    <inkml:brush xml:id="br0">
      <inkml:brushProperty name="width" value="0.05" units="cm"/>
      <inkml:brushProperty name="height" value="0.05" units="cm"/>
    </inkml:brush>
  </inkml:definitions>
  <inkml:trace contextRef="#ctx0" brushRef="#br0">34 0 24575,'0'0'0,"-2"1"0,-4 6 0,-1 3 0,1-2 0,1 1 0,1 1 0,2 4 0,1 11 0,1 8 0,0 11 0,0 8 0,2 8 0,1 1 0,3-3 0,0-13 0,0-13 0,-1-12-8191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25.303"/>
    </inkml:context>
    <inkml:brush xml:id="br0">
      <inkml:brushProperty name="width" value="0.05" units="cm"/>
      <inkml:brushProperty name="height" value="0.05" units="cm"/>
    </inkml:brush>
  </inkml:definitions>
  <inkml:trace contextRef="#ctx0" brushRef="#br0">573 448 24575,'-2'-4'0,"1"0"0,-1 0 0,1 0 0,0 0 0,0 0 0,1 0 0,-1 0 0,1 0 0,0 0 0,0 0 0,0 0 0,0 0 0,1 0 0,0 0 0,-1 0 0,3-5 0,4-11 0,16-35 0,-18 44 0,1 0 0,1 0 0,0 0 0,0 0 0,1 1 0,1 0 0,0 1 0,0 0 0,0 0 0,1 1 0,16-10 0,-1 2 0,1 2 0,0 1 0,45-17 0,5 6 0,0 4 0,2 2 0,0 4 0,145-7 0,-182 20 0,0 1 0,-1 2 0,0 2 0,1 2 0,69 19 0,-85-17 0,0 2 0,-1 0 0,0 1 0,-1 2 0,0 0 0,-1 1 0,0 2 0,-2 0 0,38 37 0,-32-24 0,-2 2 0,0 0 0,-2 1 0,-2 1 0,-1 1 0,15 38 0,-16-27 0,-2 1 0,-2 1 0,-2 0 0,8 69 0,-13-50 0,-4 0 0,-3-1 0,-2 1 0,-3 0 0,-3-1 0,-3 0 0,-30 98 0,-104 207 0,107-283 0,12-25 0,-4-2 0,-2-1 0,-3-2 0,-2-1 0,-84 97 0,91-122 0,-2 0 0,0-3 0,-2 0 0,-1-2 0,-1-2 0,-1-1 0,-1-2 0,-1-1 0,-1-2 0,-47 13 0,47-19 0,0-3 0,0-1 0,-1-2 0,0-1 0,0-3 0,0-1 0,0-2 0,-56-9 0,63 4 0,0-1 0,1-2 0,0-1 0,0-2 0,1-1 0,1-2 0,0 0 0,1-3 0,1 0 0,-36-30 0,29 16 0,1-2 0,2-1 0,2-2 0,1-1 0,2-1 0,1-1 0,2-2 0,3 0 0,-34-87 0,27 43 0,4-1 0,4-2 0,3 0 0,-8-121 0,20 104-151,5 0-1,4 0 0,5 0 0,4 1 1,5 0-1,5 1 0,4 2 1,72-183-1,-62 200-6674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32.661"/>
    </inkml:context>
    <inkml:brush xml:id="br0">
      <inkml:brushProperty name="width" value="0.05" units="cm"/>
      <inkml:brushProperty name="height" value="0.05" units="cm"/>
    </inkml:brush>
  </inkml:definitions>
  <inkml:trace contextRef="#ctx0" brushRef="#br0">3899 0 24575,'0'0'0,"0"0"0,0 0 0,0 0 0,0 0 0,-14 13 0,-1 2 0,0-1 0,-33 25 0,4-4 0,-9 10 0,-1-4 0,-2-1 0,-80 41 0,88-57 0,-2-1 0,0-3 0,-1-2 0,-91 20 0,-488 57 0,488-84 0,-1-6 0,-208-20 0,-107-45 0,109-25 0,117 24 0,-42-10 0,172 43 0,52 12 0,0-3 0,-86-47 0,61 29 0,38 21 199,27 13-372,0-1-1,1 0 0,0-1 0,0 1 0,0-2 0,0 1 1,1-1-1,-12-11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33.673"/>
    </inkml:context>
    <inkml:brush xml:id="br0">
      <inkml:brushProperty name="width" value="0.05" units="cm"/>
      <inkml:brushProperty name="height" value="0.05" units="cm"/>
    </inkml:brush>
  </inkml:definitions>
  <inkml:trace contextRef="#ctx0" brushRef="#br0">0 1 24575,'0'2'0,"0"0"0,0 0 0,1 0 0,-1 0 0,0 0 0,1 0 0,-1 0 0,1 0 0,0 0 0,0 0 0,0 0 0,0-1 0,0 1 0,0 0 0,0-1 0,2 3 0,26 17 0,0-1 0,3 13 0,-3 1 0,-1 2 0,30 47 0,-31-43 0,1 0 0,1 0 0,-2 1 0,-2 1 0,28 63 0,-48-90 0,-8-20 0,-9-23 0,-1-9 0,-91-283 0,103 318 0,1 0 0,0 0 0,-1 0 0,1 0 0,0 1 0,0-1 0,1 0 0,-1 0 0,0 0 0,0 0 0,1 1 0,-1-1 0,1 0 0,0 0 0,0 1 0,-1-1 0,1 0 0,0 1 0,0-1 0,0 1 0,1-1 0,-1 1 0,0 0 0,0-1 0,1 1 0,-1 0 0,1 0 0,-1 0 0,1 0 0,0 0 0,-1 0 0,1 1 0,2-2 0,8-3 0,0 1 0,1 1 0,23-5 0,-17 5 0,397-73 10,-279 54-1385,-66 10-5451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35.167"/>
    </inkml:context>
    <inkml:brush xml:id="br0">
      <inkml:brushProperty name="width" value="0.05" units="cm"/>
      <inkml:brushProperty name="height" value="0.05" units="cm"/>
    </inkml:brush>
  </inkml:definitions>
  <inkml:trace contextRef="#ctx0" brushRef="#br0">487 1 24575,'-14'452'0,"12"-418"0,-1 5 0,1 0 0,3 0 0,7 63 0,0-81 0,-4-20 0,-3-13 0,-8-52 0,0-27 0,-11-232 0,9 205 0,-1 32 0,10 86 0,0-1 0,0 0 0,1 1 0,-2-1 0,1 1 0,0-1 0,0 0 0,0 1 0,0-1 0,0 0 0,0 1 0,-1-1 0,1 1 0,0-1 0,0 0 0,-1 1 0,1-1 0,-1 1 0,1-1 0,0 1 0,-1-1 0,1 1 0,-1-1 0,1 1 0,-1 0 0,1-1 0,-1 1 0,0-1 0,-20 8 0,17-5 0,-25 13 0,1 2 0,0 0 0,-45 38 0,-63 76 0,70-54 342,60-69-556,0 1 1,0 0 0,1 0-1,1 1 1,-1 0 0,1-1-1,-3 15 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05.044"/>
    </inkml:context>
    <inkml:brush xml:id="br0">
      <inkml:brushProperty name="width" value="0.05" units="cm"/>
      <inkml:brushProperty name="height" value="0.05" units="cm"/>
    </inkml:brush>
  </inkml:definitions>
  <inkml:trace contextRef="#ctx0" brushRef="#br0">1 1 24575,'0'0'0,"2"0"0,4 0 0,0 1 0,-3 1 0,-2 0 0,-2 1 0,-1-2 0,0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57.269"/>
    </inkml:context>
    <inkml:brush xml:id="br0">
      <inkml:brushProperty name="width" value="0.05" units="cm"/>
      <inkml:brushProperty name="height" value="0.05" units="cm"/>
    </inkml:brush>
  </inkml:definitions>
  <inkml:trace contextRef="#ctx0" brushRef="#br0">22 17 24575,'28'-17'0,"-52"65"0,19-36 0,0 1 0,1 0 0,1 0 0,0 0 0,1 1 0,0-1 0,1 1 0,0-1 0,1 1 0,3 19 0,0-13 0,1 0 0,1 0 0,1 0 0,0 0 0,1-1 0,13 22 0,-20-39 0,1-1 0,-1 0 0,1 0 0,-1 0 0,1 0 0,0 0 0,-1-1 0,1 1 0,0 0 0,0 0 0,-1 0 0,1 0 0,0-1 0,0 1 0,0-1 0,0 1 0,0 0 0,0-1 0,2 1 0,-3-1 0,1 0 0,0 0 0,0 0 0,0 0 0,-1-1 0,1 1 0,0 0 0,0 0 0,-1-1 0,1 1 0,0 0 0,0-1 0,-1 1 0,1-1 0,0 1 0,-1-1 0,1 1 0,-1-1 0,1 1 0,0-2 0,4-4 0,-1 0 0,0-1 0,-1 0 0,5-10 0,-5 10 0,27-68 0,28-116 0,-56 184 0,4-5 0,-3 17 0,-1 25 0,-18 335 0,10-279 0,6-82 0,-2 9 0,1 0 0,1 1 0,1-1 0,-1 0 0,2 0 0,3 15 0,-5-27 0,0 0 0,1 0 0,-1 0 0,1-1 0,-1 1 0,1 0 0,-1 0 0,1-1 0,-1 1 0,1 0 0,-1-1 0,1 1 0,0-1 0,-1 1 0,1-1 0,0 1 0,0-1 0,-1 1 0,1-1 0,0 0 0,0 1 0,0-1 0,0 0 0,-1 0 0,1 0 0,0 1 0,0-1 0,0 0 0,0 0 0,0 0 0,-1-1 0,1 1 0,0 0 0,0 0 0,0 0 0,0-1 0,0 1 0,-1 0 0,1-1 0,1 0 0,5-2 0,-1 0 0,0-1 0,11-7 0,-14 9 0,35-30-273,-1-1 0,-2-1 0,-2-2 0,38-51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4:58.411"/>
    </inkml:context>
    <inkml:brush xml:id="br0">
      <inkml:brushProperty name="width" value="0.05" units="cm"/>
      <inkml:brushProperty name="height" value="0.05" units="cm"/>
    </inkml:brush>
  </inkml:definitions>
  <inkml:trace contextRef="#ctx0" brushRef="#br0">113 153 24575,'-21'18'0,"20"-16"0,-1 1 0,0-1 0,0 0 0,0 0 0,0-1 0,-1 1 0,1 0 0,0-1 0,-1 1 0,-3 1 0,5-3 0,1 0 0,0-1 0,-1 1 0,1 0 0,0 0 0,0 0 0,-1-1 0,1 1 0,0 0 0,0 0 0,0 0 0,-1-1 0,1 1 0,0 0 0,0-1 0,0 1 0,0 0 0,-1 0 0,1-1 0,0 1 0,0 0 0,0-1 0,0 1 0,0 0 0,0-1 0,0 1 0,0 0 0,0-1 0,0 1 0,0 0 0,0-1 0,0 1 0,0 0 0,0-1 0,1 1 0,-1 0 0,0 0 0,0-1 0,0 1 0,4-16 0,1 2 0,1 1 0,0 0 0,1 0 0,0 0 0,1 1 0,1 0 0,0 0 0,0 1 0,1 0 0,1 1 0,17-14 0,-27 24 0,-1-1 0,1 0 0,0 1 0,0-1 0,0 0 0,0 1 0,0-1 0,0 1 0,0-1 0,0 1 0,1 0 0,-1 0 0,0-1 0,0 1 0,0 0 0,0 0 0,0 0 0,1 0 0,-1 0 0,0 0 0,0 0 0,0 1 0,0-1 0,2 1 0,-2 0 0,1 0 0,-1 0 0,0 0 0,1 0 0,-1 1 0,0-1 0,0 0 0,0 1 0,0-1 0,0 1 0,0-1 0,0 1 0,-1-1 0,2 3 0,0 3 0,0 0 0,0 0 0,-1 1 0,0-1 0,0 0 0,-1 13 0,-2-1 0,-1 1 0,-1-1 0,-1 0 0,-8 24 0,-37 74 0,32-77 0,-76 138 0,54-110 0,40-67 0,-1 0 0,1-1 0,-1 1 0,1-1 0,0 1 0,-1 0 0,1-1 0,0 1 0,-1 0 0,1-1 0,0 1 0,0 0 0,0 0 0,-1-1 0,1 1 0,0 0 0,0 0 0,0-1 0,0 1 0,0 0 0,1 0 0,-1-1 0,0 1 0,0 0 0,0 0 0,1-1 0,-1 1 0,0 0 0,0-1 0,1 1 0,-1 0 0,1-1 0,-1 1 0,1-1 0,-1 1 0,1-1 0,-1 1 0,1-1 0,-1 1 0,1-1 0,0 1 0,-1-1 0,1 0 0,0 1 0,-1-1 0,1 0 0,0 0 0,0 1 0,-1-1 0,1 0 0,0 0 0,0 0 0,0 0 0,7 1 0,1-1 0,-1 0 0,0 0 0,9-1 0,-7 0 0,240-22-1365,-233 21-5461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02.148"/>
    </inkml:context>
    <inkml:brush xml:id="br0">
      <inkml:brushProperty name="width" value="0.05" units="cm"/>
      <inkml:brushProperty name="height" value="0.05" units="cm"/>
    </inkml:brush>
  </inkml:definitions>
  <inkml:trace contextRef="#ctx0" brushRef="#br0">0 200 24575,'3'1'0,"0"0"0,-1-1 0,1 1 0,0-1 0,0 0 0,0 0 0,-1 0 0,1 0 0,0 0 0,0-1 0,-1 0 0,1 1 0,0-1 0,-1 0 0,1 0 0,0 0 0,-1 0 0,5-4 0,11-3 0,101-34 0,1 5 0,1 5 0,2 5 0,170-14 0,-255 38 0,1 2 0,0 2 0,0 1 0,-1 2 0,1 2 0,65 18 0,-81-16 0,0 1 0,0 0 0,-1 2 0,0 1 0,-1 0 0,-1 2 0,0 0 0,0 1 0,-2 1 0,0 1 0,28 33 0,-31-30 43,-1 1 0,-1 1-1,0 0 1,-2 1 0,-1 0-1,0 0 1,11 48 0,-12-29-470,-2 0 0,-2 0 1,-1 78-1,-5-72-6399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02.634"/>
    </inkml:context>
    <inkml:brush xml:id="br0">
      <inkml:brushProperty name="width" value="0.05" units="cm"/>
      <inkml:brushProperty name="height" value="0.05" units="cm"/>
    </inkml:brush>
  </inkml:definitions>
  <inkml:trace contextRef="#ctx0" brushRef="#br0">831 1325 24575,'-35'19'0,"20"-11"0,1 0 0,-1-1 0,-25 8 0,18-9 0,0 0 0,-1-2 0,0-1 0,0 0 0,-37-2 0,47-2 0,0 0 0,0-1 0,1-1 0,-1 0 0,1-1 0,0 0 0,0-1 0,0 0 0,1-1 0,-1 0 0,-16-13 0,0-4 0,0-1 0,2-1 0,1-1 0,2-2 0,0 0 0,-31-53 0,26 33 0,3-2 0,1-1 0,-27-88 0,41 102 0,1 0 0,1-1 0,2 0 0,2 0 0,2-1 0,1 1 0,2-1 0,7-46 0,-2 40 0,-2 4 0,2 0 0,2 1 0,1 0 0,17-42 0,23-25-1365,-31 70-5461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5:04.117"/>
    </inkml:context>
    <inkml:brush xml:id="br0">
      <inkml:brushProperty name="width" value="0.05" units="cm"/>
      <inkml:brushProperty name="height" value="0.05" units="cm"/>
    </inkml:brush>
  </inkml:definitions>
  <inkml:trace contextRef="#ctx0" brushRef="#br0">603 1 24575,'0'0'0,"0"0"0,0 0 0,0 0 0,0 15 0,-1 12 0,-1 1 0,-1-1 0,-1-1 0,-1 1 0,-2-1 0,-1 1 0,0-2 0,-2 1 0,-17 30 0,7-21 0,-2-1 0,-1-1 0,-2-1 0,-1-1 0,-50 46 0,14-21-455,-1-2 0,-137 86 0,189-134-6371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06.357"/>
    </inkml:context>
    <inkml:brush xml:id="br0">
      <inkml:brushProperty name="width" value="0.05" units="cm"/>
      <inkml:brushProperty name="height" value="0.05" units="cm"/>
    </inkml:brush>
  </inkml:definitions>
  <inkml:trace contextRef="#ctx0" brushRef="#br0">7 88 24575,'-5'-9'0,"3"5"0,13 0 0,177-26-455,1 8 0,280 3 0,-455 19-6371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06.763"/>
    </inkml:context>
    <inkml:brush xml:id="br0">
      <inkml:brushProperty name="width" value="0.05" units="cm"/>
      <inkml:brushProperty name="height" value="0.05" units="cm"/>
    </inkml:brush>
  </inkml:definitions>
  <inkml:trace contextRef="#ctx0" brushRef="#br0">1 1 24575,'2'0'0,"-1"0"0,1 0 0,0 0 0,-1 1 0,1-1 0,-1 0 0,1 1 0,0-1 0,-1 1 0,1 0 0,-1 0 0,1 0 0,-1-1 0,0 1 0,1 0 0,-1 1 0,0-1 0,0 0 0,1 0 0,-1 0 0,0 1 0,0-1 0,0 1 0,0 1 0,2 4 0,0 0 0,0 0 0,-1 0 0,2 10 0,0-1 0,70 287 0,12 44 0,-71-296-1365,-4-14-5461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0.718"/>
    </inkml:context>
    <inkml:brush xml:id="br0">
      <inkml:brushProperty name="width" value="0.05" units="cm"/>
      <inkml:brushProperty name="height" value="0.05" units="cm"/>
    </inkml:brush>
  </inkml:definitions>
  <inkml:trace contextRef="#ctx0" brushRef="#br0">29 453 24575,'-16'4'0,"4"-2"0,12-2 0,0-1 0,0 0 0,0 0 0,0 0 0,0 1 0,0-1 0,0 0 0,0 0 0,0 0 0,1 0 0,-1 1 0,0-1 0,0 0 0,1 0 0,-1 1 0,0-1 0,1 0 0,-1 0 0,2 0 0,8-20 0,2 0 0,0 1 0,2 1 0,0 0 0,1 1 0,1 0 0,0 1 0,1 1 0,35-25 0,-30 25 0,1 0 0,1 2 0,0 1 0,0 1 0,51-17 0,-25 19 0,-36 8 0,-1 0 0,0-1 0,19-7 0,50-14 0,-67 17 0,20-9 0,1 2 0,0 1 0,1 2 0,52-9 0,-74 19-1365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1.464"/>
    </inkml:context>
    <inkml:brush xml:id="br0">
      <inkml:brushProperty name="width" value="0.05" units="cm"/>
      <inkml:brushProperty name="height" value="0.05" units="cm"/>
    </inkml:brush>
  </inkml:definitions>
  <inkml:trace contextRef="#ctx0" brushRef="#br0">1 149 24575,'0'0'0,"0"0"0,0 0 0,0 1 0,0-1 0,1 0 0,-1 0 0,0 0 0,0 0 0,0 1 0,1-1 0,-1 0 0,0 0 0,0 0 0,0 0 0,1 0 0,-1 1 0,0-1 0,0 0 0,1 0 0,-1 0 0,0 0 0,0 0 0,1 0 0,-1 0 0,0 0 0,0 0 0,1 0 0,-1 0 0,0 0 0,0 0 0,1 0 0,-1 0 0,0 0 0,0 0 0,1-1 0,-1 1 0,0 0 0,1 0 0,13-5 0,-11 4 0,308-88 0,-149 59 0,-60 14 0,-63 9-1365,-27 4-5461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4.289"/>
    </inkml:context>
    <inkml:brush xml:id="br0">
      <inkml:brushProperty name="width" value="0.05" units="cm"/>
      <inkml:brushProperty name="height" value="0.05" units="cm"/>
    </inkml:brush>
  </inkml:definitions>
  <inkml:trace contextRef="#ctx0" brushRef="#br0">443 1445 24575,'-12'-13'0,"5"11"0,5 11 0,-18-15 0,4-2 0,1-1 0,1 0 0,0-1 0,0-1 0,-15-15 0,-58-68 0,66 70 0,-11-13 0,-52-79 0,72 97 0,1-1 0,1 0 0,1-1 0,1 0 0,1 0 0,-8-35 0,13 41 0,1 1 0,0-1 0,1 1 0,4-29 0,16-58 0,-14 72 0,31-111 0,-30 120 0,0 1 0,2 0 0,0 0 0,23-33 0,5 6 0,3 2 0,70-62 0,-49 50 0,-61 55 0,107-92 0,-96 84 0,1 1 0,1 0 0,-1 1 0,1 0 0,0 1 0,1 0 0,22-5 0,-27 10 0,0 0 0,0 1 0,0 0 0,0 0 0,0 1 0,0 0 0,0 1 0,9 2 0,-5 0 0,0-2 0,21 2 0,-8-1 0,-1 0 0,1 2 0,-1 1 0,0 1 0,0 2 0,27 12 0,19 6 0,-11-7 0,108 42 0,-161-58 0,0 1 0,0-1 0,-1 2 0,1-1 0,-1 1 0,0 0 0,-1 0 0,1 0 0,-1 1 0,0 0 0,-1 0 0,0 0 0,4 8 0,5 15 0,18 58 0,-29-81 0,12 47 0,-3 1 0,6 83 0,-9-64 0,-5-33 109,-1 0 0,-6 71 0,-22 81-956,18-138 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5.054"/>
    </inkml:context>
    <inkml:brush xml:id="br0">
      <inkml:brushProperty name="width" value="0.05" units="cm"/>
      <inkml:brushProperty name="height" value="0.05" units="cm"/>
    </inkml:brush>
  </inkml:definitions>
  <inkml:trace contextRef="#ctx0" brushRef="#br0">0 3 24575,'0'0'0,"0"0"0,0 0 0,0 0 0,0 0 0,0 0 0,0 0 0,0-1 0,0 1 0,0 0 0,0 0 0,0 0 0,0 0 0,0 0 0,0 0 0,0 0 0,1 0 0,-1-1 0,0 1 0,0 0 0,0 0 0,0 0 0,0 0 0,0 0 0,0 0 0,0 0 0,0 0 0,0 0 0,0 0 0,0 0 0,1 0 0,-1 0 0,0-1 0,0 1 0,0 0 0,0 0 0,0 0 0,0 0 0,0 0 0,0 0 0,1 0 0,-1 0 0,0 0 0,0 0 0,0 0 0,0 0 0,0 0 0,0 0 0,0 0 0,1 0 0,-1 1 0,0-1 0,0 0 0,0 0 0,0 0 0,0 0 0,0 0 0,0 0 0,0 0 0,10 7 0,8 12 0,80 121 0,-20-26 0,-61-91 0,-2-2 0,0-1 0,1-1 0,37 34 0,-52-52 0,-1-1 0,1 0 0,0 0 0,0 0 0,0 1 0,0-1 0,-1 0 0,1 0 0,0 0 0,0 0 0,0-1 0,0 1 0,-1 0 0,1 0 0,0 0 0,0-1 0,0 1 0,-1 0 0,1-1 0,0 1 0,0 0 0,-1-1 0,1 1 0,0-1 0,-1 1 0,1-1 0,0 0 0,-1 1 0,1-1 0,-1 0 0,1 1 0,-1-2 0,22-27 0,-19 24 0,47-74 0,-30 46 0,1 0 0,37-43 0,-4 20-1365,-36 39-5461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6.907"/>
    </inkml:context>
    <inkml:brush xml:id="br0">
      <inkml:brushProperty name="width" value="0.05" units="cm"/>
      <inkml:brushProperty name="height" value="0.05" units="cm"/>
    </inkml:brush>
  </inkml:definitions>
  <inkml:trace contextRef="#ctx0" brushRef="#br0">21 233 24575,'-11'-14'0,"4"8"0,4 6 0,9 17 0,1-1 0,0 0 0,0 0 0,2-1 0,0 0 0,1 0 0,0-1 0,1 0 0,1-1 0,0-1 0,1 1 0,0-2 0,1 0 0,0 0 0,29 15 0,-41-26 0,0 1 0,0 0 0,0 0 0,0-1 0,0 0 0,0 1 0,0-1 0,0 0 0,0 0 0,0 0 0,0 0 0,0 0 0,0 0 0,0-1 0,0 1 0,0-1 0,0 1 0,0-1 0,0 0 0,0 0 0,0 0 0,0 0 0,-1 0 0,1 0 0,0 0 0,-1-1 0,2-1 0,5-5 0,0 0 0,0-1 0,11-16 0,-11 12 0,204-236 0,-188 223-682,37-56-1,-51 66-6143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36:58.186"/>
    </inkml:context>
    <inkml:brush xml:id="br0">
      <inkml:brushProperty name="width" value="0.05" units="cm"/>
      <inkml:brushProperty name="height" value="0.05" units="cm"/>
    </inkml:brush>
  </inkml:definitions>
  <inkml:trace contextRef="#ctx0" brushRef="#br0">98 436 24575,'0'-1'0,"-1"1"0,1-1 0,0 1 0,-1-1 0,1 1 0,0 0 0,-1-1 0,1 1 0,-1 0 0,1-1 0,0 1 0,-1 0 0,1-1 0,-1 1 0,1 0 0,-1 0 0,1 0 0,-1-1 0,1 1 0,-1 0 0,0 0 0,1 0 0,-1 0 0,1 0 0,0 0 0,-1 0 0,1-1 0,0 1 0,-1 0 0,1 0 0,0 0 0,-1 0 0,1 0 0,0 0 0,-1 0 0,1 0 0,0 0 0,-1 1 0,1-1 0,0 0 0,-1 0 0,1 0 0,0 0 0,-1 0 0,1 1 0,0-1 0,0 0 0,-1 0 0,1 0 0,0 1 0,0-1 0,-1 0 0,1 0 0,0 1 0,0-1 0,0 0 0,-1 1 0,1-1 0,0 0 0,0 1 0,-1 7 0,0 0 0,-1-1 0,0 1 0,-3 8 0,5-16 0,-1 0 0,1 0 0,0 0 0,-1 0 0,1 0 0,0 0 0,-1 0 0,1 0 0,0 0 0,0 0 0,-1 0 0,1 0 0,0 0 0,-1 0 0,1 0 0,0 0 0,-1 0 0,1 0 0,0 0 0,0 0 0,-1 0 0,1-1 0,0 1 0,-1 0 0,1 0 0,0 0 0,0-1 0,0 1 0,-1 0 0,1 0 0,0-1 0,0 1 0,0 0 0,-1 0 0,1-1 0,0 1 0,0 0 0,0-1 0,-9-11 0,0-4 0,1 0 0,1-1 0,-9-25 0,14 34 0,1 1 0,-1-1 0,1 1 0,0-1 0,1 1 0,0-1 0,0 1 0,1-1 0,0 0 0,0 1 0,3-9 0,2-3 0,1 1 0,0-1 0,13-20 0,-16 32 0,0-1 0,1 1 0,1 0 0,-1 1 0,1-1 0,0 1 0,0 0 0,1 1 0,14-10 0,-19 14 0,0 0 0,0-1 0,0 1 0,1 1 0,-1-1 0,0 0 0,1 1 0,-1-1 0,1 1 0,-1-1 0,1 1 0,-1 0 0,0 0 0,1 0 0,-1 1 0,1-1 0,-1 1 0,5 1 0,-3-1 0,0 1 0,0 1 0,0-1 0,0 0 0,0 1 0,-1 0 0,1 0 0,-1 0 0,5 6 0,2 3 0,-1 2 0,0-1 0,-1 2 0,10 22 0,48 145 0,-45-115 0,36 78 0,-55-141 0,13 23 0,-14-27 0,-1 1 0,0-1 0,0 1 0,1-1 0,-1 1 0,0-1 0,1 1 0,-1-1 0,0 0 0,1 1 0,-1-1 0,1 0 0,-1 1 0,1-1 0,-1 0 0,1 1 0,-1-1 0,1 0 0,-1 0 0,1 0 0,-1 1 0,1-1 0,-1 0 0,1 0 0,-1 0 0,1 0 0,0 0 0,-1 0 0,1 0 0,-1 0 0,1 0 0,-1-1 0,1 1 0,-1 0 0,1 0 0,-1 0 0,1 0 0,-1-1 0,1 1 0,-1 0 0,1-1 0,-1 1 0,1 0 0,0-1 0,23-29 0,-2 0 0,22-38 0,-22 33 0,234-399-1365,-226 381-5461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35.403"/>
    </inkml:context>
    <inkml:brush xml:id="br0">
      <inkml:brushProperty name="width" value="0.05" units="cm"/>
      <inkml:brushProperty name="height" value="0.05" units="cm"/>
    </inkml:brush>
  </inkml:definitions>
  <inkml:trace contextRef="#ctx0" brushRef="#br0">1 2167 24575,'5'-9'0,"9"-7"0,1 1 0,1 0 0,0 1 0,23-14 0,-21 14 0,301-202-1896,20 13-1694,-322 193 3423,1732-883-2740,-1368 732 2801,757-209 0,-868 306 111,3 12-1,2 12 0,500-7 1,-578 53-5,279 42 0,-315-19 0,-2 7 0,177 64 0,-213-55 0,-3 6 0,-3 5 0,128 81 0,-154-76 0,-3 3 0,-2 4 0,-3 3 0,86 97 0,-99-86 0,-4 2 0,-3 3 0,-4 3 0,-4 2 0,-4 3 0,-5 2 0,-3 1 0,-5 3 0,-5 1 0,32 158 0,-37-92 0,-6 1 0,-2 338 0,-29-306 0,-9-1 0,-52 241 0,40-306 0,-6-1 0,-6-1 0,-5-3 0,-6-2 0,-96 170 0,102-220 0,-4-1 0,-3-3 0,-2-2 0,-4-3 0,-3-3 0,-3-2 0,-3-3 0,-2-3 0,-91 56 0,70-61 0,-2-4 0,-2-5 0,-2-3 0,-191 50 0,106-49 0,-354 34 0,272-60 0,-478-33 0,419-17 0,-349-83 0,395 49 0,3-11 0,4-13 0,4-12 0,5-11 0,-379-228 0,477 239 0,5-7 0,5-7 0,-201-198 0,246 203 0,5-5 0,6-5 0,4-3 0,-129-235 0,153 224 0,5-4 0,8-2 0,-78-297 0,105 303 0,7 0 0,6-2 0,5 0 0,12-228 0,42-3 0,21 54 0,0 79 93,-9 70 377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8:36:08.093"/>
    </inkml:context>
    <inkml:brush xml:id="br0">
      <inkml:brushProperty name="width" value="0.05" units="cm"/>
      <inkml:brushProperty name="height" value="0.05" units="cm"/>
    </inkml:brush>
  </inkml:definitions>
  <inkml:trace contextRef="#ctx0" brushRef="#br0">4344 4515 24575,'-22'11'0,"-55"25"0,-1-3 0,-1-3 0,-165 38 0,156-53 0,-125 8 0,186-21 0,-784 20-893,578-33 446,-347-60 1,439 43 446,1-7 0,1-6 0,2-5 0,-142-72 0,188 73 0,3-4 0,1-3 0,3-5 0,2-3 0,3-4 0,-116-121 0,161 148 0,1-1 0,3-2 0,1-1 0,2-1 0,1-1 0,3-1 0,-21-55 0,24 36 0,3 0 0,2-1 0,-7-78 0,-3-200 0,24 332 0,-2-130 0,5-1 0,6 1 0,6 1 0,42-174 0,-33 220 0,5 1 0,4 1 0,3 2 0,5 1 0,3 2 0,4 2 0,112-149 0,-83 139 0,4 3 0,4 4 0,4 3 0,3 5 0,191-127 0,-113 104-196,4 8 1,320-124-1,-381 178-5622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7/28/2025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47760227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3074643301"/>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52303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911977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50695725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8436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11171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22219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59867795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85831032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9278321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53896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43883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99668401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269152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16214207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5391707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691450906"/>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4132192807"/>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341797291"/>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86570613"/>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6897203"/>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8174513"/>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7312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702313741"/>
      </p:ext>
    </p:extLst>
  </p:cSld>
  <p:clrMapOvr>
    <a:overrideClrMapping bg1="lt1" tx1="dk1" bg2="lt2" tx2="dk2" accent1="accent1" accent2="accent2" accent3="accent3" accent4="accent4" accent5="accent5" accent6="accent6" hlink="hlink" folHlink="folHlink"/>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9319022"/>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876890457"/>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038013222"/>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1428684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567491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1414860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3806115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643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2416086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userDrawn="1"/>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525265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4588533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95"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697" r:id="rId34"/>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customXml" Target="../ink/ink8.xml"/><Relationship Id="rId42" Type="http://schemas.openxmlformats.org/officeDocument/2006/relationships/image" Target="../media/image33.png"/><Relationship Id="rId47" Type="http://schemas.openxmlformats.org/officeDocument/2006/relationships/customXml" Target="../ink/ink21.xml"/><Relationship Id="rId63" Type="http://schemas.openxmlformats.org/officeDocument/2006/relationships/customXml" Target="../ink/ink29.xml"/><Relationship Id="rId68" Type="http://schemas.openxmlformats.org/officeDocument/2006/relationships/image" Target="../media/image46.png"/><Relationship Id="rId84" Type="http://schemas.openxmlformats.org/officeDocument/2006/relationships/image" Target="../media/image54.png"/><Relationship Id="rId89" Type="http://schemas.openxmlformats.org/officeDocument/2006/relationships/customXml" Target="../ink/ink42.xml"/><Relationship Id="rId16" Type="http://schemas.openxmlformats.org/officeDocument/2006/relationships/image" Target="../media/image20.png"/><Relationship Id="rId11" Type="http://schemas.openxmlformats.org/officeDocument/2006/relationships/customXml" Target="../ink/ink3.xml"/><Relationship Id="rId32" Type="http://schemas.openxmlformats.org/officeDocument/2006/relationships/image" Target="../media/image28.png"/><Relationship Id="rId37" Type="http://schemas.openxmlformats.org/officeDocument/2006/relationships/customXml" Target="../ink/ink16.xml"/><Relationship Id="rId53" Type="http://schemas.openxmlformats.org/officeDocument/2006/relationships/customXml" Target="../ink/ink24.xml"/><Relationship Id="rId58" Type="http://schemas.openxmlformats.org/officeDocument/2006/relationships/image" Target="../media/image41.png"/><Relationship Id="rId74" Type="http://schemas.openxmlformats.org/officeDocument/2006/relationships/image" Target="../media/image49.png"/><Relationship Id="rId79" Type="http://schemas.openxmlformats.org/officeDocument/2006/relationships/customXml" Target="../ink/ink37.xml"/><Relationship Id="rId5" Type="http://schemas.openxmlformats.org/officeDocument/2006/relationships/image" Target="../media/image14.png"/><Relationship Id="rId90" Type="http://schemas.openxmlformats.org/officeDocument/2006/relationships/image" Target="../media/image57.png"/><Relationship Id="rId95" Type="http://schemas.openxmlformats.org/officeDocument/2006/relationships/customXml" Target="../ink/ink45.xml"/><Relationship Id="rId22" Type="http://schemas.openxmlformats.org/officeDocument/2006/relationships/image" Target="../media/image23.png"/><Relationship Id="rId27" Type="http://schemas.openxmlformats.org/officeDocument/2006/relationships/customXml" Target="../ink/ink11.xml"/><Relationship Id="rId43" Type="http://schemas.openxmlformats.org/officeDocument/2006/relationships/customXml" Target="../ink/ink19.xml"/><Relationship Id="rId48" Type="http://schemas.openxmlformats.org/officeDocument/2006/relationships/image" Target="../media/image36.png"/><Relationship Id="rId64" Type="http://schemas.openxmlformats.org/officeDocument/2006/relationships/image" Target="../media/image44.png"/><Relationship Id="rId69" Type="http://schemas.openxmlformats.org/officeDocument/2006/relationships/customXml" Target="../ink/ink32.xml"/><Relationship Id="rId80" Type="http://schemas.openxmlformats.org/officeDocument/2006/relationships/image" Target="../media/image52.png"/><Relationship Id="rId85" Type="http://schemas.openxmlformats.org/officeDocument/2006/relationships/customXml" Target="../ink/ink40.xml"/><Relationship Id="rId3" Type="http://schemas.openxmlformats.org/officeDocument/2006/relationships/image" Target="../media/image12.png"/><Relationship Id="rId12" Type="http://schemas.openxmlformats.org/officeDocument/2006/relationships/image" Target="../media/image18.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38" Type="http://schemas.openxmlformats.org/officeDocument/2006/relationships/image" Target="../media/image31.png"/><Relationship Id="rId46" Type="http://schemas.openxmlformats.org/officeDocument/2006/relationships/image" Target="../media/image35.png"/><Relationship Id="rId59" Type="http://schemas.openxmlformats.org/officeDocument/2006/relationships/customXml" Target="../ink/ink27.xml"/><Relationship Id="rId67" Type="http://schemas.openxmlformats.org/officeDocument/2006/relationships/customXml" Target="../ink/ink31.xml"/><Relationship Id="rId20" Type="http://schemas.openxmlformats.org/officeDocument/2006/relationships/image" Target="../media/image22.png"/><Relationship Id="rId41" Type="http://schemas.openxmlformats.org/officeDocument/2006/relationships/customXml" Target="../ink/ink18.xml"/><Relationship Id="rId54" Type="http://schemas.openxmlformats.org/officeDocument/2006/relationships/image" Target="../media/image39.png"/><Relationship Id="rId62" Type="http://schemas.openxmlformats.org/officeDocument/2006/relationships/image" Target="../media/image43.png"/><Relationship Id="rId70" Type="http://schemas.openxmlformats.org/officeDocument/2006/relationships/image" Target="../media/image47.png"/><Relationship Id="rId75" Type="http://schemas.openxmlformats.org/officeDocument/2006/relationships/customXml" Target="../ink/ink35.xml"/><Relationship Id="rId83" Type="http://schemas.openxmlformats.org/officeDocument/2006/relationships/customXml" Target="../ink/ink39.xml"/><Relationship Id="rId88" Type="http://schemas.openxmlformats.org/officeDocument/2006/relationships/image" Target="../media/image56.png"/><Relationship Id="rId91" Type="http://schemas.openxmlformats.org/officeDocument/2006/relationships/customXml" Target="../ink/ink43.xml"/><Relationship Id="rId96" Type="http://schemas.openxmlformats.org/officeDocument/2006/relationships/image" Target="../media/image60.png"/><Relationship Id="rId1" Type="http://schemas.openxmlformats.org/officeDocument/2006/relationships/slideLayout" Target="../slideLayouts/slideLayout10.xml"/><Relationship Id="rId6" Type="http://schemas.openxmlformats.org/officeDocument/2006/relationships/image" Target="../media/image15.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6.png"/><Relationship Id="rId36" Type="http://schemas.openxmlformats.org/officeDocument/2006/relationships/image" Target="../media/image30.png"/><Relationship Id="rId49" Type="http://schemas.openxmlformats.org/officeDocument/2006/relationships/customXml" Target="../ink/ink22.xml"/><Relationship Id="rId57" Type="http://schemas.openxmlformats.org/officeDocument/2006/relationships/customXml" Target="../ink/ink26.xml"/><Relationship Id="rId10" Type="http://schemas.openxmlformats.org/officeDocument/2006/relationships/image" Target="../media/image17.png"/><Relationship Id="rId31" Type="http://schemas.openxmlformats.org/officeDocument/2006/relationships/customXml" Target="../ink/ink13.xml"/><Relationship Id="rId44" Type="http://schemas.openxmlformats.org/officeDocument/2006/relationships/image" Target="../media/image34.png"/><Relationship Id="rId52" Type="http://schemas.openxmlformats.org/officeDocument/2006/relationships/image" Target="../media/image38.png"/><Relationship Id="rId60" Type="http://schemas.openxmlformats.org/officeDocument/2006/relationships/image" Target="../media/image42.png"/><Relationship Id="rId65" Type="http://schemas.openxmlformats.org/officeDocument/2006/relationships/customXml" Target="../ink/ink30.xml"/><Relationship Id="rId73" Type="http://schemas.openxmlformats.org/officeDocument/2006/relationships/customXml" Target="../ink/ink34.xml"/><Relationship Id="rId78" Type="http://schemas.openxmlformats.org/officeDocument/2006/relationships/image" Target="../media/image51.png"/><Relationship Id="rId81" Type="http://schemas.openxmlformats.org/officeDocument/2006/relationships/customXml" Target="../ink/ink38.xml"/><Relationship Id="rId86" Type="http://schemas.openxmlformats.org/officeDocument/2006/relationships/image" Target="../media/image55.png"/><Relationship Id="rId94" Type="http://schemas.openxmlformats.org/officeDocument/2006/relationships/image" Target="../media/image59.png"/><Relationship Id="rId4" Type="http://schemas.openxmlformats.org/officeDocument/2006/relationships/image" Target="../media/image13.png"/><Relationship Id="rId9" Type="http://schemas.openxmlformats.org/officeDocument/2006/relationships/customXml" Target="../ink/ink2.xml"/><Relationship Id="rId13" Type="http://schemas.openxmlformats.org/officeDocument/2006/relationships/customXml" Target="../ink/ink4.xml"/><Relationship Id="rId18" Type="http://schemas.openxmlformats.org/officeDocument/2006/relationships/image" Target="../media/image21.png"/><Relationship Id="rId39" Type="http://schemas.openxmlformats.org/officeDocument/2006/relationships/customXml" Target="../ink/ink17.xml"/><Relationship Id="rId34" Type="http://schemas.openxmlformats.org/officeDocument/2006/relationships/image" Target="../media/image29.png"/><Relationship Id="rId50" Type="http://schemas.openxmlformats.org/officeDocument/2006/relationships/image" Target="../media/image37.png"/><Relationship Id="rId55" Type="http://schemas.openxmlformats.org/officeDocument/2006/relationships/customXml" Target="../ink/ink25.xml"/><Relationship Id="rId76" Type="http://schemas.openxmlformats.org/officeDocument/2006/relationships/image" Target="../media/image50.png"/><Relationship Id="rId97" Type="http://schemas.openxmlformats.org/officeDocument/2006/relationships/customXml" Target="../ink/ink46.xml"/><Relationship Id="rId7" Type="http://schemas.openxmlformats.org/officeDocument/2006/relationships/customXml" Target="../ink/ink1.xml"/><Relationship Id="rId71" Type="http://schemas.openxmlformats.org/officeDocument/2006/relationships/customXml" Target="../ink/ink33.xml"/><Relationship Id="rId92" Type="http://schemas.openxmlformats.org/officeDocument/2006/relationships/image" Target="../media/image58.png"/><Relationship Id="rId2" Type="http://schemas.openxmlformats.org/officeDocument/2006/relationships/image" Target="../media/image7.png"/><Relationship Id="rId29" Type="http://schemas.openxmlformats.org/officeDocument/2006/relationships/customXml" Target="../ink/ink12.xml"/><Relationship Id="rId24" Type="http://schemas.openxmlformats.org/officeDocument/2006/relationships/image" Target="../media/image24.png"/><Relationship Id="rId40" Type="http://schemas.openxmlformats.org/officeDocument/2006/relationships/image" Target="../media/image32.png"/><Relationship Id="rId45" Type="http://schemas.openxmlformats.org/officeDocument/2006/relationships/customXml" Target="../ink/ink20.xml"/><Relationship Id="rId66" Type="http://schemas.openxmlformats.org/officeDocument/2006/relationships/image" Target="../media/image45.png"/><Relationship Id="rId87" Type="http://schemas.openxmlformats.org/officeDocument/2006/relationships/customXml" Target="../ink/ink41.xml"/><Relationship Id="rId61" Type="http://schemas.openxmlformats.org/officeDocument/2006/relationships/customXml" Target="../ink/ink28.xml"/><Relationship Id="rId82" Type="http://schemas.openxmlformats.org/officeDocument/2006/relationships/image" Target="../media/image53.png"/><Relationship Id="rId19" Type="http://schemas.openxmlformats.org/officeDocument/2006/relationships/customXml" Target="../ink/ink7.xml"/><Relationship Id="rId14" Type="http://schemas.openxmlformats.org/officeDocument/2006/relationships/image" Target="../media/image19.png"/><Relationship Id="rId30" Type="http://schemas.openxmlformats.org/officeDocument/2006/relationships/image" Target="../media/image27.png"/><Relationship Id="rId35" Type="http://schemas.openxmlformats.org/officeDocument/2006/relationships/customXml" Target="../ink/ink15.xml"/><Relationship Id="rId56" Type="http://schemas.openxmlformats.org/officeDocument/2006/relationships/image" Target="../media/image40.png"/><Relationship Id="rId77" Type="http://schemas.openxmlformats.org/officeDocument/2006/relationships/customXml" Target="../ink/ink36.xml"/><Relationship Id="rId8" Type="http://schemas.openxmlformats.org/officeDocument/2006/relationships/image" Target="../media/image16.png"/><Relationship Id="rId51" Type="http://schemas.openxmlformats.org/officeDocument/2006/relationships/customXml" Target="../ink/ink23.xml"/><Relationship Id="rId72" Type="http://schemas.openxmlformats.org/officeDocument/2006/relationships/image" Target="../media/image48.png"/><Relationship Id="rId93" Type="http://schemas.openxmlformats.org/officeDocument/2006/relationships/customXml" Target="../ink/ink44.xml"/><Relationship Id="rId98"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ustomXml" Target="../ink/ink47.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hyperlink" Target="FA-AllExercises_Sipser.pdf" TargetMode="External"/><Relationship Id="rId2" Type="http://schemas.openxmlformats.org/officeDocument/2006/relationships/hyperlink" Target="DFA-Sipser.pdf" TargetMode="External"/><Relationship Id="rId1" Type="http://schemas.openxmlformats.org/officeDocument/2006/relationships/slideLayout" Target="../slideLayouts/slideLayout6.xml"/><Relationship Id="rId4" Type="http://schemas.openxmlformats.org/officeDocument/2006/relationships/hyperlink" Target="Pre-requisite%20Reading-TOC_Papadimiriou_Ch_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Deterministic Finite Automaton (DFA)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normAutofit/>
          </a:bodyPr>
          <a:lstStyle/>
          <a:p>
            <a:r>
              <a:rPr lang="en-US" sz="1800" dirty="0"/>
              <a:t>2</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normAutofit/>
          </a:bodyPr>
          <a:lstStyle/>
          <a:p>
            <a:r>
              <a:rPr lang="en-US" sz="1800" dirty="0"/>
              <a:t>1</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r>
              <a:rPr lang="en-US" dirty="0"/>
              <a:t>Finite Automata (FA).</a:t>
            </a:r>
          </a:p>
          <a:p>
            <a:pPr lvl="1"/>
            <a:r>
              <a:rPr lang="en-US" dirty="0">
                <a:solidFill>
                  <a:schemeClr val="tx1">
                    <a:lumMod val="95000"/>
                    <a:lumOff val="5000"/>
                  </a:schemeClr>
                </a:solidFill>
              </a:rPr>
              <a:t>Example and Simulation of FA.</a:t>
            </a:r>
          </a:p>
          <a:p>
            <a:pPr lvl="1"/>
            <a:r>
              <a:rPr lang="en-US" dirty="0"/>
              <a:t>Finite state machine</a:t>
            </a:r>
            <a:r>
              <a:rPr lang="en-US" dirty="0">
                <a:solidFill>
                  <a:schemeClr val="tx1">
                    <a:lumMod val="95000"/>
                    <a:lumOff val="5000"/>
                  </a:schemeClr>
                </a:solidFill>
              </a:rPr>
              <a:t> models.</a:t>
            </a:r>
          </a:p>
          <a:p>
            <a:pPr lvl="1"/>
            <a:r>
              <a:rPr lang="en-US" dirty="0">
                <a:solidFill>
                  <a:schemeClr val="tx1">
                    <a:lumMod val="95000"/>
                    <a:lumOff val="5000"/>
                  </a:schemeClr>
                </a:solidFill>
              </a:rPr>
              <a:t>Definition</a:t>
            </a:r>
          </a:p>
          <a:p>
            <a:r>
              <a:rPr lang="en-US" dirty="0">
                <a:solidFill>
                  <a:schemeClr val="tx1">
                    <a:lumMod val="95000"/>
                    <a:lumOff val="5000"/>
                  </a:schemeClr>
                </a:solidFill>
              </a:rPr>
              <a:t>Deterministic Finite Automata (all with examples)</a:t>
            </a:r>
          </a:p>
          <a:p>
            <a:pPr lvl="1"/>
            <a:r>
              <a:rPr lang="en-US" dirty="0">
                <a:solidFill>
                  <a:schemeClr val="tx1">
                    <a:lumMod val="95000"/>
                    <a:lumOff val="5000"/>
                  </a:schemeClr>
                </a:solidFill>
              </a:rPr>
              <a:t>Terminologies &amp; State Diagram</a:t>
            </a:r>
          </a:p>
          <a:p>
            <a:pPr lvl="1"/>
            <a:r>
              <a:rPr lang="en-US" dirty="0">
                <a:solidFill>
                  <a:schemeClr val="tx1">
                    <a:lumMod val="95000"/>
                    <a:lumOff val="5000"/>
                  </a:schemeClr>
                </a:solidFill>
              </a:rPr>
              <a:t>Formal Mathematical Definition</a:t>
            </a:r>
          </a:p>
          <a:p>
            <a:pPr lvl="1"/>
            <a:r>
              <a:rPr lang="en-US" dirty="0">
                <a:solidFill>
                  <a:schemeClr val="tx1">
                    <a:lumMod val="95000"/>
                    <a:lumOff val="5000"/>
                  </a:schemeClr>
                </a:solidFill>
              </a:rPr>
              <a:t>Formal Computational Definition</a:t>
            </a:r>
          </a:p>
          <a:p>
            <a:pPr lvl="1"/>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r>
              <a:rPr lang="en-US" dirty="0"/>
              <a:t>Understand, learn &amp; practice with example</a:t>
            </a:r>
          </a:p>
          <a:p>
            <a:pPr lvl="1"/>
            <a:r>
              <a:rPr lang="en-US" dirty="0"/>
              <a:t>Finite Automata (FA)</a:t>
            </a:r>
          </a:p>
          <a:p>
            <a:pPr lvl="1"/>
            <a:r>
              <a:rPr lang="en-US" dirty="0"/>
              <a:t>FA Machine Models</a:t>
            </a:r>
          </a:p>
          <a:p>
            <a:pPr lvl="1"/>
            <a:r>
              <a:rPr lang="en-US" dirty="0"/>
              <a:t>Finite State Machine</a:t>
            </a:r>
          </a:p>
          <a:p>
            <a:pPr lvl="1"/>
            <a:r>
              <a:rPr lang="en-US" dirty="0"/>
              <a:t>Deterministic Finite Automata (DFA)</a:t>
            </a:r>
          </a:p>
          <a:p>
            <a:pPr lvl="1"/>
            <a:r>
              <a:rPr lang="en-US" dirty="0"/>
              <a:t>Formal Definition of DFA</a:t>
            </a:r>
          </a:p>
          <a:p>
            <a:pPr lvl="1"/>
            <a:r>
              <a:rPr lang="en-US" dirty="0"/>
              <a:t>Computational Definition of DFA</a:t>
            </a:r>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fontScale="92500" lnSpcReduction="20000"/>
          </a:bodyPr>
          <a:lstStyle/>
          <a:p>
            <a:r>
              <a:rPr lang="en-US" dirty="0"/>
              <a:t>Know all the components of a finite state machine.</a:t>
            </a:r>
          </a:p>
          <a:p>
            <a:r>
              <a:rPr lang="en-US" dirty="0"/>
              <a:t>Learn the terminologies, conditions, and representation of the machine models.</a:t>
            </a:r>
          </a:p>
          <a:p>
            <a:r>
              <a:rPr lang="en-US" dirty="0"/>
              <a:t>How to define a machine model, along with its characteristics, using mathematical structure.</a:t>
            </a:r>
          </a:p>
          <a:p>
            <a:r>
              <a:rPr lang="en-US" dirty="0"/>
              <a:t>How to define the computation perform by the machine model using mathematical structure.</a:t>
            </a:r>
          </a:p>
          <a:p>
            <a:r>
              <a:rPr lang="en-US" dirty="0"/>
              <a:t>Understand the mathematical model for DFA</a:t>
            </a:r>
          </a:p>
          <a:p>
            <a:r>
              <a:rPr lang="en-US" dirty="0"/>
              <a:t>Students will be able to </a:t>
            </a:r>
          </a:p>
          <a:p>
            <a:pPr lvl="1"/>
            <a:r>
              <a:rPr lang="en-US" dirty="0"/>
              <a:t>Formally define a given DFA machine model </a:t>
            </a:r>
          </a:p>
          <a:p>
            <a:pPr lvl="1"/>
            <a:r>
              <a:rPr lang="en-US" dirty="0"/>
              <a:t>Run the machine for given input and determine if it is accepted or rejected.</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40FCF3-B6D9-4094-B9D8-9DF6AFFB7AB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B8DD3A40-DADB-48EB-B506-54E1917AC69C}"/>
              </a:ext>
            </a:extLst>
          </p:cNvPr>
          <p:cNvSpPr>
            <a:spLocks noGrp="1"/>
          </p:cNvSpPr>
          <p:nvPr>
            <p:ph type="body" sz="quarter" idx="12"/>
          </p:nvPr>
        </p:nvSpPr>
        <p:spPr/>
        <p:txBody>
          <a:bodyPr/>
          <a:lstStyle/>
          <a:p>
            <a:r>
              <a:rPr lang="en-US" sz="3600" b="1" dirty="0">
                <a:solidFill>
                  <a:schemeClr val="tx1"/>
                </a:solidFill>
              </a:rPr>
              <a:t>Automata Theory</a:t>
            </a:r>
          </a:p>
        </p:txBody>
      </p:sp>
      <p:sp>
        <p:nvSpPr>
          <p:cNvPr id="4" name="Text Placeholder 3">
            <a:extLst>
              <a:ext uri="{FF2B5EF4-FFF2-40B4-BE49-F238E27FC236}">
                <a16:creationId xmlns:a16="http://schemas.microsoft.com/office/drawing/2014/main" id="{0299779A-9ACD-4715-8B20-60E5527C7A68}"/>
              </a:ext>
            </a:extLst>
          </p:cNvPr>
          <p:cNvSpPr>
            <a:spLocks noGrp="1"/>
          </p:cNvSpPr>
          <p:nvPr>
            <p:ph type="body" sz="quarter" idx="13"/>
          </p:nvPr>
        </p:nvSpPr>
        <p:spPr/>
        <p:txBody>
          <a:bodyPr>
            <a:normAutofit fontScale="92500" lnSpcReduction="20000"/>
          </a:bodyPr>
          <a:lstStyle/>
          <a:p>
            <a:pPr algn="just"/>
            <a:r>
              <a:rPr lang="en-US" dirty="0"/>
              <a:t>Automata comes from the Greek word (</a:t>
            </a:r>
            <a:r>
              <a:rPr lang="en-US" dirty="0" err="1"/>
              <a:t>Αυτόμ</a:t>
            </a:r>
            <a:r>
              <a:rPr lang="en-US" dirty="0"/>
              <a:t>ατα) which means that something is doing something by itself. </a:t>
            </a:r>
          </a:p>
          <a:p>
            <a:pPr algn="just"/>
            <a:r>
              <a:rPr lang="en-US" dirty="0"/>
              <a:t>Automata deals with the study of abstract (</a:t>
            </a:r>
            <a:r>
              <a:rPr lang="en-US" b="1" dirty="0"/>
              <a:t>mathematical model</a:t>
            </a:r>
            <a:r>
              <a:rPr lang="en-US" dirty="0"/>
              <a:t>) machines or systems (</a:t>
            </a:r>
            <a:r>
              <a:rPr lang="en-US" b="1" dirty="0"/>
              <a:t>definition and properties</a:t>
            </a:r>
            <a:r>
              <a:rPr lang="en-US" dirty="0"/>
              <a:t>) and the computational problems (</a:t>
            </a:r>
            <a:r>
              <a:rPr lang="en-US" b="1" dirty="0"/>
              <a:t>defined in terms of formal languages</a:t>
            </a:r>
            <a:r>
              <a:rPr lang="en-US" dirty="0"/>
              <a:t>) that can be solved (</a:t>
            </a:r>
            <a:r>
              <a:rPr lang="en-US" b="1" dirty="0"/>
              <a:t>recognized</a:t>
            </a:r>
            <a:r>
              <a:rPr lang="en-US" dirty="0"/>
              <a:t>) using these machines. </a:t>
            </a:r>
          </a:p>
          <a:p>
            <a:pPr lvl="1" algn="just"/>
            <a:r>
              <a:rPr lang="en-US" dirty="0"/>
              <a:t>Automata are used as theoretical models for computing machines (input, process, output),  </a:t>
            </a:r>
          </a:p>
          <a:p>
            <a:pPr lvl="1" algn="just"/>
            <a:r>
              <a:rPr lang="en-US" dirty="0"/>
              <a:t>An automaton can be a </a:t>
            </a:r>
            <a:r>
              <a:rPr lang="en-US" i="1" dirty="0"/>
              <a:t>finite representation of a formal language </a:t>
            </a:r>
            <a:r>
              <a:rPr lang="en-US" dirty="0"/>
              <a:t>that may be an infinite set (</a:t>
            </a:r>
            <a:r>
              <a:rPr lang="en-US" i="1" dirty="0"/>
              <a:t>language theory</a:t>
            </a:r>
            <a:r>
              <a:rPr lang="en-US" dirty="0"/>
              <a:t>). Formal languages are the preferred mode of specification (</a:t>
            </a:r>
            <a:r>
              <a:rPr lang="en-US" b="1" dirty="0"/>
              <a:t>input</a:t>
            </a:r>
            <a:r>
              <a:rPr lang="en-US" dirty="0"/>
              <a:t>) for any problem that must be computed (</a:t>
            </a:r>
            <a:r>
              <a:rPr lang="en-US" b="1" dirty="0"/>
              <a:t>processed</a:t>
            </a:r>
            <a:r>
              <a:rPr lang="en-US" dirty="0"/>
              <a:t>).</a:t>
            </a:r>
          </a:p>
          <a:p>
            <a:pPr lvl="1" algn="just"/>
            <a:r>
              <a:rPr lang="en-US" dirty="0"/>
              <a:t>These abstract computing machines are used for proofs about computability (</a:t>
            </a:r>
            <a:r>
              <a:rPr lang="en-US" b="1" dirty="0"/>
              <a:t>solvability</a:t>
            </a:r>
            <a:r>
              <a:rPr lang="en-US" dirty="0"/>
              <a:t>).</a:t>
            </a:r>
          </a:p>
          <a:p>
            <a:pPr algn="just"/>
            <a:r>
              <a:rPr lang="en-US" dirty="0"/>
              <a:t>Such models include –</a:t>
            </a:r>
          </a:p>
          <a:p>
            <a:pPr lvl="1" algn="just"/>
            <a:r>
              <a:rPr lang="en-US" i="1" dirty="0"/>
              <a:t>finite automaton</a:t>
            </a:r>
            <a:r>
              <a:rPr lang="en-US" dirty="0"/>
              <a:t>, used in text processing, compilers, and hardware design</a:t>
            </a:r>
          </a:p>
          <a:p>
            <a:pPr lvl="1" algn="just"/>
            <a:r>
              <a:rPr lang="en-US" i="1" dirty="0"/>
              <a:t>Context-free grammar</a:t>
            </a:r>
            <a:r>
              <a:rPr lang="en-US" dirty="0"/>
              <a:t>, used in programming languages and artificial intelligence</a:t>
            </a:r>
          </a:p>
          <a:p>
            <a:endParaRPr lang="en-US" dirty="0"/>
          </a:p>
        </p:txBody>
      </p:sp>
    </p:spTree>
    <p:extLst>
      <p:ext uri="{BB962C8B-B14F-4D97-AF65-F5344CB8AC3E}">
        <p14:creationId xmlns:p14="http://schemas.microsoft.com/office/powerpoint/2010/main" val="3383359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A425EC8-5DE4-4CC6-99F4-BA48DCEA8A57}"/>
              </a:ext>
            </a:extLst>
          </p:cNvPr>
          <p:cNvSpPr>
            <a:spLocks noGrp="1"/>
          </p:cNvSpPr>
          <p:nvPr>
            <p:ph type="ftr" sz="quarter" idx="11"/>
          </p:nvPr>
        </p:nvSpPr>
        <p:spPr/>
        <p:txBody>
          <a:bodyPr/>
          <a:lstStyle/>
          <a:p>
            <a:r>
              <a:rPr lang="en-US"/>
              <a:t>CSC3113: Theory of Computation</a:t>
            </a:r>
          </a:p>
        </p:txBody>
      </p:sp>
      <p:sp>
        <p:nvSpPr>
          <p:cNvPr id="2" name="Text Placeholder 1">
            <a:extLst>
              <a:ext uri="{FF2B5EF4-FFF2-40B4-BE49-F238E27FC236}">
                <a16:creationId xmlns:a16="http://schemas.microsoft.com/office/drawing/2014/main" id="{0DDEA028-F6E0-4BAB-AC30-721D0BD5E561}"/>
              </a:ext>
            </a:extLst>
          </p:cNvPr>
          <p:cNvSpPr>
            <a:spLocks noGrp="1"/>
          </p:cNvSpPr>
          <p:nvPr>
            <p:ph type="body" sz="quarter" idx="12"/>
          </p:nvPr>
        </p:nvSpPr>
        <p:spPr/>
        <p:txBody>
          <a:bodyPr/>
          <a:lstStyle/>
          <a:p>
            <a:r>
              <a:rPr lang="en-US" dirty="0"/>
              <a:t>Finite Automata</a:t>
            </a:r>
          </a:p>
        </p:txBody>
      </p:sp>
      <p:sp>
        <p:nvSpPr>
          <p:cNvPr id="3" name="Text Placeholder 2">
            <a:extLst>
              <a:ext uri="{FF2B5EF4-FFF2-40B4-BE49-F238E27FC236}">
                <a16:creationId xmlns:a16="http://schemas.microsoft.com/office/drawing/2014/main" id="{03C53189-AB8E-4AF1-B902-CF9E630F670B}"/>
              </a:ext>
            </a:extLst>
          </p:cNvPr>
          <p:cNvSpPr>
            <a:spLocks noGrp="1"/>
          </p:cNvSpPr>
          <p:nvPr>
            <p:ph type="body" sz="quarter" idx="13"/>
          </p:nvPr>
        </p:nvSpPr>
        <p:spPr/>
        <p:txBody>
          <a:bodyPr/>
          <a:lstStyle/>
          <a:p>
            <a:pPr algn="just"/>
            <a:r>
              <a:rPr lang="en-US" altLang="en-US" sz="2400" dirty="0"/>
              <a:t>We will use several different models, depending on the features we want to focus on. Begin with the simplest model, called the </a:t>
            </a:r>
            <a:r>
              <a:rPr lang="en-US" altLang="en-US" sz="2400" b="1" dirty="0"/>
              <a:t>finite automaton</a:t>
            </a:r>
            <a:r>
              <a:rPr lang="en-US" altLang="en-US" sz="2400" dirty="0"/>
              <a:t>.</a:t>
            </a:r>
          </a:p>
          <a:p>
            <a:pPr algn="just"/>
            <a:r>
              <a:rPr lang="en-US" altLang="en-US" sz="2400" dirty="0"/>
              <a:t>Good models for computing device with an extremely </a:t>
            </a:r>
            <a:r>
              <a:rPr lang="en-US" altLang="en-US" sz="2400" i="1" dirty="0"/>
              <a:t>limited amount of memory</a:t>
            </a:r>
            <a:r>
              <a:rPr lang="en-US" altLang="en-US" sz="2400" dirty="0"/>
              <a:t>. </a:t>
            </a:r>
          </a:p>
          <a:p>
            <a:pPr lvl="1" algn="just"/>
            <a:r>
              <a:rPr lang="en-US" altLang="en-US" dirty="0"/>
              <a:t>For example, various household appliances such as dishwashers and electronic thermostats, as well as parts of digital watches and calculators.</a:t>
            </a:r>
          </a:p>
          <a:p>
            <a:pPr algn="just"/>
            <a:r>
              <a:rPr lang="en-US" altLang="en-US" sz="2400" dirty="0"/>
              <a:t>The design of such devices requires keeping the </a:t>
            </a:r>
            <a:r>
              <a:rPr lang="en-US" altLang="en-US" sz="2400" i="1" dirty="0"/>
              <a:t>methodology</a:t>
            </a:r>
            <a:r>
              <a:rPr lang="en-US" altLang="en-US" sz="2400" dirty="0"/>
              <a:t> and </a:t>
            </a:r>
            <a:r>
              <a:rPr lang="en-US" altLang="en-US" sz="2400" i="1" dirty="0"/>
              <a:t>terminology</a:t>
            </a:r>
            <a:r>
              <a:rPr lang="en-US" altLang="en-US" sz="2400" dirty="0"/>
              <a:t> of finite automata in mind.</a:t>
            </a:r>
            <a:endParaRPr lang="en-US" sz="2400" dirty="0"/>
          </a:p>
          <a:p>
            <a:pPr algn="just"/>
            <a:r>
              <a:rPr lang="en-US" altLang="en-US" sz="2400" dirty="0"/>
              <a:t>Next, we will analyze an example to get an idea of the </a:t>
            </a:r>
            <a:r>
              <a:rPr lang="en-US" altLang="en-US" sz="2400" i="1" dirty="0"/>
              <a:t>methodology</a:t>
            </a:r>
            <a:r>
              <a:rPr lang="en-US" altLang="en-US" sz="2400" dirty="0"/>
              <a:t> and </a:t>
            </a:r>
            <a:r>
              <a:rPr lang="en-US" altLang="en-US" sz="2400" i="1" dirty="0"/>
              <a:t>terminology</a:t>
            </a:r>
            <a:r>
              <a:rPr lang="en-US" altLang="en-US" sz="2400" dirty="0"/>
              <a:t> of finite automata and then we go for a </a:t>
            </a:r>
            <a:r>
              <a:rPr lang="en-US" altLang="en-US" sz="2400" i="1" dirty="0"/>
              <a:t>formal definition</a:t>
            </a:r>
            <a:r>
              <a:rPr lang="en-US" altLang="en-US" sz="2400" dirty="0"/>
              <a:t>.</a:t>
            </a:r>
            <a:endParaRPr lang="en-FI" sz="2400" dirty="0"/>
          </a:p>
          <a:p>
            <a:endParaRPr lang="en-US" dirty="0"/>
          </a:p>
        </p:txBody>
      </p:sp>
    </p:spTree>
    <p:extLst>
      <p:ext uri="{BB962C8B-B14F-4D97-AF65-F5344CB8AC3E}">
        <p14:creationId xmlns:p14="http://schemas.microsoft.com/office/powerpoint/2010/main" val="551320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7B427-E8C6-4024-8017-FAFBA96407FB}"/>
              </a:ext>
            </a:extLst>
          </p:cNvPr>
          <p:cNvSpPr>
            <a:spLocks noGrp="1"/>
          </p:cNvSpPr>
          <p:nvPr>
            <p:ph type="title"/>
          </p:nvPr>
        </p:nvSpPr>
        <p:spPr/>
        <p:txBody>
          <a:bodyPr/>
          <a:lstStyle/>
          <a:p>
            <a:r>
              <a:rPr lang="en-US" b="1" dirty="0"/>
              <a:t>Automatic Door</a:t>
            </a:r>
          </a:p>
        </p:txBody>
      </p:sp>
      <p:sp>
        <p:nvSpPr>
          <p:cNvPr id="3" name="Text Placeholder 2">
            <a:extLst>
              <a:ext uri="{FF2B5EF4-FFF2-40B4-BE49-F238E27FC236}">
                <a16:creationId xmlns:a16="http://schemas.microsoft.com/office/drawing/2014/main" id="{8BD0AD06-2F9F-4121-9452-DBC2972A4FA9}"/>
              </a:ext>
            </a:extLst>
          </p:cNvPr>
          <p:cNvSpPr>
            <a:spLocks noGrp="1"/>
          </p:cNvSpPr>
          <p:nvPr>
            <p:ph type="body" sz="half" idx="2"/>
          </p:nvPr>
        </p:nvSpPr>
        <p:spPr/>
        <p:txBody>
          <a:bodyPr/>
          <a:lstStyle/>
          <a:p>
            <a:r>
              <a:rPr lang="en-US" b="1" dirty="0"/>
              <a:t>An Example</a:t>
            </a:r>
          </a:p>
          <a:p>
            <a:endParaRPr lang="en-US" dirty="0"/>
          </a:p>
        </p:txBody>
      </p:sp>
      <p:sp>
        <p:nvSpPr>
          <p:cNvPr id="11" name="Footer Placeholder 10">
            <a:extLst>
              <a:ext uri="{FF2B5EF4-FFF2-40B4-BE49-F238E27FC236}">
                <a16:creationId xmlns:a16="http://schemas.microsoft.com/office/drawing/2014/main" id="{E96ECF05-5620-45DE-83CD-B1E984B0C01D}"/>
              </a:ext>
            </a:extLst>
          </p:cNvPr>
          <p:cNvSpPr>
            <a:spLocks noGrp="1"/>
          </p:cNvSpPr>
          <p:nvPr>
            <p:ph type="ftr" sz="quarter" idx="11"/>
          </p:nvPr>
        </p:nvSpPr>
        <p:spPr/>
        <p:txBody>
          <a:bodyPr/>
          <a:lstStyle/>
          <a:p>
            <a:r>
              <a:rPr lang="en-US"/>
              <a:t>CSC3113: Theory of Computation</a:t>
            </a:r>
          </a:p>
        </p:txBody>
      </p:sp>
      <p:pic>
        <p:nvPicPr>
          <p:cNvPr id="8" name="Picture Placeholder 7" descr="A close up of a logo&#10;&#10;Description automatically generated">
            <a:extLst>
              <a:ext uri="{FF2B5EF4-FFF2-40B4-BE49-F238E27FC236}">
                <a16:creationId xmlns:a16="http://schemas.microsoft.com/office/drawing/2014/main" id="{B379029A-C29D-46CE-A5DF-FED8E2085281}"/>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tretch/>
        </p:blipFill>
        <p:spPr>
          <a:xfrm>
            <a:off x="97473" y="957620"/>
            <a:ext cx="4271455" cy="3429443"/>
          </a:xfrm>
        </p:spPr>
      </p:pic>
      <p:pic>
        <p:nvPicPr>
          <p:cNvPr id="10" name="Picture Placeholder 9" descr="A screenshot of a cell phone&#10;&#10;Description automatically generated">
            <a:extLst>
              <a:ext uri="{FF2B5EF4-FFF2-40B4-BE49-F238E27FC236}">
                <a16:creationId xmlns:a16="http://schemas.microsoft.com/office/drawing/2014/main" id="{139236C5-B809-4D33-8910-DC3120D6584C}"/>
              </a:ext>
            </a:extLst>
          </p:cNvPr>
          <p:cNvPicPr>
            <a:picLocks noGrp="1" noChangeAspect="1"/>
          </p:cNvPicPr>
          <p:nvPr>
            <p:ph type="pic" idx="14"/>
          </p:nvPr>
        </p:nvPicPr>
        <p:blipFill rotWithShape="1">
          <a:blip r:embed="rId3">
            <a:extLst>
              <a:ext uri="{28A0092B-C50C-407E-A947-70E740481C1C}">
                <a14:useLocalDpi xmlns:a14="http://schemas.microsoft.com/office/drawing/2010/main" val="0"/>
              </a:ext>
            </a:extLst>
          </a:blip>
          <a:stretch/>
        </p:blipFill>
        <p:spPr>
          <a:xfrm>
            <a:off x="155005" y="4779459"/>
            <a:ext cx="4159114" cy="1265185"/>
          </a:xfrm>
        </p:spPr>
      </p:pic>
      <p:sp>
        <p:nvSpPr>
          <p:cNvPr id="6" name="Text Placeholder 5">
            <a:extLst>
              <a:ext uri="{FF2B5EF4-FFF2-40B4-BE49-F238E27FC236}">
                <a16:creationId xmlns:a16="http://schemas.microsoft.com/office/drawing/2014/main" id="{BDCEDE84-B301-491B-A77D-DF19F4F3DC6B}"/>
              </a:ext>
            </a:extLst>
          </p:cNvPr>
          <p:cNvSpPr>
            <a:spLocks noGrp="1"/>
          </p:cNvSpPr>
          <p:nvPr>
            <p:ph sz="quarter" idx="15"/>
          </p:nvPr>
        </p:nvSpPr>
        <p:spPr>
          <a:xfrm>
            <a:off x="4616451" y="55835"/>
            <a:ext cx="4483100" cy="4899712"/>
          </a:xfrm>
        </p:spPr>
        <p:txBody>
          <a:bodyPr>
            <a:normAutofit/>
          </a:bodyPr>
          <a:lstStyle/>
          <a:p>
            <a:pPr marL="0" indent="0" algn="just" eaLnBrk="1" hangingPunct="1"/>
            <a:r>
              <a:rPr lang="en-US" altLang="en-US" sz="2000" dirty="0">
                <a:latin typeface="Arial" panose="020B0604020202020204" pitchFamily="34" charset="0"/>
              </a:rPr>
              <a:t>Automatic doors swing open when sensing that a person is approaching.</a:t>
            </a:r>
          </a:p>
          <a:p>
            <a:pPr marL="0" indent="0" algn="just" eaLnBrk="1" hangingPunct="1"/>
            <a:r>
              <a:rPr lang="en-US" altLang="en-US" sz="2000" dirty="0">
                <a:latin typeface="Arial" panose="020B0604020202020204" pitchFamily="34" charset="0"/>
              </a:rPr>
              <a:t>An automatic door has a pad in front to detect the presence of a person about to walk through the doorway.</a:t>
            </a:r>
          </a:p>
          <a:p>
            <a:pPr marL="0" indent="0" algn="just" eaLnBrk="1" hangingPunct="1"/>
            <a:r>
              <a:rPr lang="en-US" altLang="en-US" sz="2000" dirty="0">
                <a:latin typeface="Arial" panose="020B0604020202020204" pitchFamily="34" charset="0"/>
              </a:rPr>
              <a:t>Another pad is located to the rear of the doorway so that – </a:t>
            </a:r>
          </a:p>
          <a:p>
            <a:pPr marL="455613" lvl="1" indent="0" algn="just" eaLnBrk="1" hangingPunct="1"/>
            <a:r>
              <a:rPr lang="en-US" altLang="en-US" sz="1900" dirty="0">
                <a:latin typeface="Arial" panose="020B0604020202020204" pitchFamily="34" charset="0"/>
              </a:rPr>
              <a:t>The controller can hold the door long enough for the person to pass all the way through.</a:t>
            </a:r>
          </a:p>
          <a:p>
            <a:pPr marL="455613" lvl="1" indent="0" algn="just" eaLnBrk="1" hangingPunct="1"/>
            <a:r>
              <a:rPr lang="en-US" altLang="en-US" sz="1900" dirty="0">
                <a:latin typeface="Arial" panose="020B0604020202020204" pitchFamily="34" charset="0"/>
              </a:rPr>
              <a:t>The door does not strike someone standing behind it as it opens.</a:t>
            </a:r>
          </a:p>
          <a:p>
            <a:endParaRPr lang="en-US" dirty="0"/>
          </a:p>
        </p:txBody>
      </p:sp>
      <p:grpSp>
        <p:nvGrpSpPr>
          <p:cNvPr id="19" name="Group 18">
            <a:extLst>
              <a:ext uri="{FF2B5EF4-FFF2-40B4-BE49-F238E27FC236}">
                <a16:creationId xmlns:a16="http://schemas.microsoft.com/office/drawing/2014/main" id="{EF5BF4E4-573B-4D92-B70E-555906E420E5}"/>
              </a:ext>
            </a:extLst>
          </p:cNvPr>
          <p:cNvGrpSpPr/>
          <p:nvPr/>
        </p:nvGrpSpPr>
        <p:grpSpPr>
          <a:xfrm>
            <a:off x="1203960" y="957620"/>
            <a:ext cx="1691640" cy="1617940"/>
            <a:chOff x="1203960" y="957620"/>
            <a:chExt cx="1691640" cy="1617940"/>
          </a:xfrm>
        </p:grpSpPr>
        <p:cxnSp>
          <p:nvCxnSpPr>
            <p:cNvPr id="5" name="Straight Connector 4">
              <a:extLst>
                <a:ext uri="{FF2B5EF4-FFF2-40B4-BE49-F238E27FC236}">
                  <a16:creationId xmlns:a16="http://schemas.microsoft.com/office/drawing/2014/main" id="{AE888006-E711-41D3-BE5C-91B0293B0185}"/>
                </a:ext>
              </a:extLst>
            </p:cNvPr>
            <p:cNvCxnSpPr/>
            <p:nvPr/>
          </p:nvCxnSpPr>
          <p:spPr>
            <a:xfrm flipV="1">
              <a:off x="2026920" y="975360"/>
              <a:ext cx="0" cy="960120"/>
            </a:xfrm>
            <a:prstGeom prst="line">
              <a:avLst/>
            </a:prstGeom>
            <a:ln w="28575"/>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EAB7336D-BBD4-45ED-B5B1-ACC8F0B80D18}"/>
                </a:ext>
              </a:extLst>
            </p:cNvPr>
            <p:cNvCxnSpPr>
              <a:cxnSpLocks/>
            </p:cNvCxnSpPr>
            <p:nvPr/>
          </p:nvCxnSpPr>
          <p:spPr>
            <a:xfrm>
              <a:off x="2026920" y="1935480"/>
              <a:ext cx="868680" cy="0"/>
            </a:xfrm>
            <a:prstGeom prst="line">
              <a:avLst/>
            </a:prstGeom>
            <a:ln w="28575"/>
          </p:spPr>
          <p:style>
            <a:lnRef idx="2">
              <a:schemeClr val="dk1"/>
            </a:lnRef>
            <a:fillRef idx="0">
              <a:schemeClr val="dk1"/>
            </a:fillRef>
            <a:effectRef idx="1">
              <a:schemeClr val="dk1"/>
            </a:effectRef>
            <a:fontRef idx="minor">
              <a:schemeClr val="tx1"/>
            </a:fontRef>
          </p:style>
        </p:cxnSp>
        <p:sp>
          <p:nvSpPr>
            <p:cNvPr id="18" name="Arc 17">
              <a:extLst>
                <a:ext uri="{FF2B5EF4-FFF2-40B4-BE49-F238E27FC236}">
                  <a16:creationId xmlns:a16="http://schemas.microsoft.com/office/drawing/2014/main" id="{1812F8BC-E8F0-48A6-8D16-5CE647D4CD0A}"/>
                </a:ext>
              </a:extLst>
            </p:cNvPr>
            <p:cNvSpPr/>
            <p:nvPr/>
          </p:nvSpPr>
          <p:spPr>
            <a:xfrm>
              <a:off x="1203960" y="957620"/>
              <a:ext cx="1691640" cy="1617940"/>
            </a:xfrm>
            <a:prstGeom prst="arc">
              <a:avLst>
                <a:gd name="adj1" fmla="val 16065471"/>
                <a:gd name="adj2" fmla="val 612006"/>
              </a:avLst>
            </a:prstGeom>
            <a:ln>
              <a:prstDash val="sysDot"/>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161258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56">
            <a:extLst>
              <a:ext uri="{FF2B5EF4-FFF2-40B4-BE49-F238E27FC236}">
                <a16:creationId xmlns:a16="http://schemas.microsoft.com/office/drawing/2014/main" id="{7F51CA73-4B12-4418-9F94-32048818EDBC}"/>
              </a:ext>
            </a:extLst>
          </p:cNvPr>
          <p:cNvGrpSpPr>
            <a:grpSpLocks/>
          </p:cNvGrpSpPr>
          <p:nvPr/>
        </p:nvGrpSpPr>
        <p:grpSpPr bwMode="auto">
          <a:xfrm>
            <a:off x="2051050" y="4344988"/>
            <a:ext cx="6350" cy="2124075"/>
            <a:chOff x="1292" y="2737"/>
            <a:chExt cx="4" cy="1338"/>
          </a:xfrm>
        </p:grpSpPr>
        <p:sp>
          <p:nvSpPr>
            <p:cNvPr id="43" name="Line 50">
              <a:extLst>
                <a:ext uri="{FF2B5EF4-FFF2-40B4-BE49-F238E27FC236}">
                  <a16:creationId xmlns:a16="http://schemas.microsoft.com/office/drawing/2014/main" id="{658FDFC4-2E5F-455B-A18E-FD0FFFE3287B}"/>
                </a:ext>
              </a:extLst>
            </p:cNvPr>
            <p:cNvSpPr>
              <a:spLocks noChangeShapeType="1"/>
            </p:cNvSpPr>
            <p:nvPr/>
          </p:nvSpPr>
          <p:spPr bwMode="auto">
            <a:xfrm>
              <a:off x="1296" y="2737"/>
              <a:ext cx="0" cy="67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55">
              <a:extLst>
                <a:ext uri="{FF2B5EF4-FFF2-40B4-BE49-F238E27FC236}">
                  <a16:creationId xmlns:a16="http://schemas.microsoft.com/office/drawing/2014/main" id="{2E5BF119-AA6B-4FF2-8379-7131686FC1A4}"/>
                </a:ext>
              </a:extLst>
            </p:cNvPr>
            <p:cNvSpPr>
              <a:spLocks noChangeShapeType="1"/>
            </p:cNvSpPr>
            <p:nvPr/>
          </p:nvSpPr>
          <p:spPr bwMode="auto">
            <a:xfrm>
              <a:off x="1292" y="3403"/>
              <a:ext cx="0" cy="67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 name="Footer Placeholder 1">
            <a:extLst>
              <a:ext uri="{FF2B5EF4-FFF2-40B4-BE49-F238E27FC236}">
                <a16:creationId xmlns:a16="http://schemas.microsoft.com/office/drawing/2014/main" id="{C9F54906-83B0-46CE-9B29-9D567F7CF43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09D8F68-129B-454A-8929-F79B57F6885F}"/>
              </a:ext>
            </a:extLst>
          </p:cNvPr>
          <p:cNvSpPr>
            <a:spLocks noGrp="1"/>
          </p:cNvSpPr>
          <p:nvPr>
            <p:ph type="body" sz="quarter" idx="12"/>
          </p:nvPr>
        </p:nvSpPr>
        <p:spPr/>
        <p:txBody>
          <a:bodyPr/>
          <a:lstStyle/>
          <a:p>
            <a:r>
              <a:rPr lang="en-US" dirty="0"/>
              <a:t>Simulation – Automatic Door</a:t>
            </a:r>
          </a:p>
        </p:txBody>
      </p:sp>
      <p:sp>
        <p:nvSpPr>
          <p:cNvPr id="4" name="Oval 7">
            <a:extLst>
              <a:ext uri="{FF2B5EF4-FFF2-40B4-BE49-F238E27FC236}">
                <a16:creationId xmlns:a16="http://schemas.microsoft.com/office/drawing/2014/main" id="{463C5DB8-1778-4AD9-85C5-7FFAFCE8DF30}"/>
              </a:ext>
            </a:extLst>
          </p:cNvPr>
          <p:cNvSpPr>
            <a:spLocks noChangeArrowheads="1"/>
          </p:cNvSpPr>
          <p:nvPr/>
        </p:nvSpPr>
        <p:spPr bwMode="auto">
          <a:xfrm>
            <a:off x="7459663" y="4194175"/>
            <a:ext cx="1243012" cy="13128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OPEN</a:t>
            </a:r>
          </a:p>
        </p:txBody>
      </p:sp>
      <p:sp>
        <p:nvSpPr>
          <p:cNvPr id="5" name="Rectangle 3">
            <a:extLst>
              <a:ext uri="{FF2B5EF4-FFF2-40B4-BE49-F238E27FC236}">
                <a16:creationId xmlns:a16="http://schemas.microsoft.com/office/drawing/2014/main" id="{15E15309-1A58-4368-B8A0-4599BCB53254}"/>
              </a:ext>
            </a:extLst>
          </p:cNvPr>
          <p:cNvSpPr txBox="1">
            <a:spLocks noChangeArrowheads="1"/>
          </p:cNvSpPr>
          <p:nvPr/>
        </p:nvSpPr>
        <p:spPr>
          <a:xfrm>
            <a:off x="246776" y="1128713"/>
            <a:ext cx="8839200" cy="1508125"/>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1800" b="1" i="1" dirty="0"/>
              <a:t>Input Example</a:t>
            </a:r>
            <a:r>
              <a:rPr lang="en-US" altLang="en-US" sz="1800" dirty="0"/>
              <a:t>:</a:t>
            </a:r>
          </a:p>
          <a:p>
            <a:pPr marL="0" indent="0">
              <a:buNone/>
            </a:pPr>
            <a:r>
              <a:rPr lang="en-US" altLang="en-US" sz="1800" b="1" i="1" dirty="0"/>
              <a:t>Initial State</a:t>
            </a:r>
            <a:r>
              <a:rPr lang="en-US" altLang="en-US" sz="1800" dirty="0"/>
              <a:t>: CLOSED</a:t>
            </a:r>
          </a:p>
          <a:p>
            <a:pPr marL="0" indent="0">
              <a:buNone/>
            </a:pPr>
            <a:r>
              <a:rPr lang="en-US" altLang="en-US" sz="1800" b="1" i="1" dirty="0"/>
              <a:t>Input Signal Sequence</a:t>
            </a:r>
            <a:r>
              <a:rPr lang="en-US" altLang="en-US" sz="1800" dirty="0"/>
              <a:t>: FRONT, REAR, NEITHER, FRONT, BOTH, NEITHER, REAR, NEITHER. </a:t>
            </a:r>
          </a:p>
          <a:p>
            <a:pPr>
              <a:buFontTx/>
              <a:buNone/>
            </a:pPr>
            <a:endParaRPr lang="en-US" altLang="en-US" dirty="0"/>
          </a:p>
        </p:txBody>
      </p:sp>
      <p:sp>
        <p:nvSpPr>
          <p:cNvPr id="6" name="Oval 6">
            <a:extLst>
              <a:ext uri="{FF2B5EF4-FFF2-40B4-BE49-F238E27FC236}">
                <a16:creationId xmlns:a16="http://schemas.microsoft.com/office/drawing/2014/main" id="{FFE8AE66-EBCD-4675-A39C-12E0062AB9A6}"/>
              </a:ext>
            </a:extLst>
          </p:cNvPr>
          <p:cNvSpPr>
            <a:spLocks noChangeArrowheads="1"/>
          </p:cNvSpPr>
          <p:nvPr/>
        </p:nvSpPr>
        <p:spPr bwMode="auto">
          <a:xfrm>
            <a:off x="4114800" y="4194175"/>
            <a:ext cx="1243013" cy="13128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dirty="0">
                <a:latin typeface="Arial" panose="020B0604020202020204" pitchFamily="34" charset="0"/>
              </a:rPr>
              <a:t>CLOSED</a:t>
            </a:r>
          </a:p>
        </p:txBody>
      </p:sp>
      <p:cxnSp>
        <p:nvCxnSpPr>
          <p:cNvPr id="7" name="AutoShape 8">
            <a:extLst>
              <a:ext uri="{FF2B5EF4-FFF2-40B4-BE49-F238E27FC236}">
                <a16:creationId xmlns:a16="http://schemas.microsoft.com/office/drawing/2014/main" id="{2DBA17AF-F8F6-4B15-9DD5-E077E70044E2}"/>
              </a:ext>
            </a:extLst>
          </p:cNvPr>
          <p:cNvCxnSpPr>
            <a:cxnSpLocks noChangeShapeType="1"/>
            <a:stCxn id="6" idx="1"/>
            <a:endCxn id="6" idx="0"/>
          </p:cNvCxnSpPr>
          <p:nvPr/>
        </p:nvCxnSpPr>
        <p:spPr bwMode="auto">
          <a:xfrm rot="16200000">
            <a:off x="4419600" y="4070350"/>
            <a:ext cx="192088" cy="439738"/>
          </a:xfrm>
          <a:prstGeom prst="curvedConnector3">
            <a:avLst>
              <a:gd name="adj1" fmla="val 673806"/>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 name="AutoShape 9">
            <a:extLst>
              <a:ext uri="{FF2B5EF4-FFF2-40B4-BE49-F238E27FC236}">
                <a16:creationId xmlns:a16="http://schemas.microsoft.com/office/drawing/2014/main" id="{8190CA10-4AFA-4BBE-90AF-B5BB06811824}"/>
              </a:ext>
            </a:extLst>
          </p:cNvPr>
          <p:cNvCxnSpPr>
            <a:cxnSpLocks noChangeShapeType="1"/>
          </p:cNvCxnSpPr>
          <p:nvPr/>
        </p:nvCxnSpPr>
        <p:spPr bwMode="auto">
          <a:xfrm rot="5400000" flipV="1">
            <a:off x="8253413" y="4070350"/>
            <a:ext cx="192088" cy="439737"/>
          </a:xfrm>
          <a:prstGeom prst="curvedConnector3">
            <a:avLst>
              <a:gd name="adj1" fmla="val -595241"/>
            </a:avLst>
          </a:prstGeom>
          <a:noFill/>
          <a:ln w="9525">
            <a:solidFill>
              <a:schemeClr val="tx1"/>
            </a:solidFill>
            <a:round/>
            <a:headEnd type="triangle" w="lg" len="lg"/>
            <a:tailEnd/>
          </a:ln>
          <a:extLst>
            <a:ext uri="{909E8E84-426E-40DD-AFC4-6F175D3DCCD1}">
              <a14:hiddenFill xmlns:a14="http://schemas.microsoft.com/office/drawing/2010/main">
                <a:noFill/>
              </a14:hiddenFill>
            </a:ext>
          </a:extLst>
        </p:spPr>
      </p:cxnSp>
      <p:cxnSp>
        <p:nvCxnSpPr>
          <p:cNvPr id="9" name="AutoShape 10">
            <a:extLst>
              <a:ext uri="{FF2B5EF4-FFF2-40B4-BE49-F238E27FC236}">
                <a16:creationId xmlns:a16="http://schemas.microsoft.com/office/drawing/2014/main" id="{1AEAE634-AA32-4C23-9A67-49FC333FE749}"/>
              </a:ext>
            </a:extLst>
          </p:cNvPr>
          <p:cNvCxnSpPr>
            <a:cxnSpLocks noChangeShapeType="1"/>
            <a:stCxn id="4" idx="3"/>
            <a:endCxn id="6" idx="5"/>
          </p:cNvCxnSpPr>
          <p:nvPr/>
        </p:nvCxnSpPr>
        <p:spPr bwMode="auto">
          <a:xfrm rot="5400000">
            <a:off x="6407944" y="4085432"/>
            <a:ext cx="1587" cy="2463800"/>
          </a:xfrm>
          <a:prstGeom prst="curvedConnector3">
            <a:avLst>
              <a:gd name="adj1" fmla="val 22800009"/>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0" name="AutoShape 11">
            <a:extLst>
              <a:ext uri="{FF2B5EF4-FFF2-40B4-BE49-F238E27FC236}">
                <a16:creationId xmlns:a16="http://schemas.microsoft.com/office/drawing/2014/main" id="{DEE8B83F-4CA2-43DF-88B0-11797B68A3B8}"/>
              </a:ext>
            </a:extLst>
          </p:cNvPr>
          <p:cNvCxnSpPr>
            <a:cxnSpLocks noChangeShapeType="1"/>
            <a:stCxn id="6" idx="7"/>
            <a:endCxn id="4" idx="1"/>
          </p:cNvCxnSpPr>
          <p:nvPr/>
        </p:nvCxnSpPr>
        <p:spPr bwMode="auto">
          <a:xfrm rot="5400000" flipV="1">
            <a:off x="6407944" y="3155157"/>
            <a:ext cx="1587" cy="2463800"/>
          </a:xfrm>
          <a:prstGeom prst="curvedConnector3">
            <a:avLst>
              <a:gd name="adj1" fmla="val -22800009"/>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1" name="Text Box 12">
            <a:extLst>
              <a:ext uri="{FF2B5EF4-FFF2-40B4-BE49-F238E27FC236}">
                <a16:creationId xmlns:a16="http://schemas.microsoft.com/office/drawing/2014/main" id="{E18EB696-F4A2-4F81-94A0-2EC3EC28AF51}"/>
              </a:ext>
            </a:extLst>
          </p:cNvPr>
          <p:cNvSpPr txBox="1">
            <a:spLocks noChangeArrowheads="1"/>
          </p:cNvSpPr>
          <p:nvPr/>
        </p:nvSpPr>
        <p:spPr bwMode="auto">
          <a:xfrm>
            <a:off x="4532313" y="3543300"/>
            <a:ext cx="11477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NEITHER</a:t>
            </a:r>
          </a:p>
        </p:txBody>
      </p:sp>
      <p:sp>
        <p:nvSpPr>
          <p:cNvPr id="12" name="Text Box 13">
            <a:extLst>
              <a:ext uri="{FF2B5EF4-FFF2-40B4-BE49-F238E27FC236}">
                <a16:creationId xmlns:a16="http://schemas.microsoft.com/office/drawing/2014/main" id="{59EC4591-ACB8-4DDB-99EC-0ABBDF03E23B}"/>
              </a:ext>
            </a:extLst>
          </p:cNvPr>
          <p:cNvSpPr txBox="1">
            <a:spLocks noChangeArrowheads="1"/>
          </p:cNvSpPr>
          <p:nvPr/>
        </p:nvSpPr>
        <p:spPr bwMode="auto">
          <a:xfrm>
            <a:off x="7213600" y="32131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REAR</a:t>
            </a:r>
          </a:p>
        </p:txBody>
      </p:sp>
      <p:sp>
        <p:nvSpPr>
          <p:cNvPr id="13" name="Text Box 14">
            <a:extLst>
              <a:ext uri="{FF2B5EF4-FFF2-40B4-BE49-F238E27FC236}">
                <a16:creationId xmlns:a16="http://schemas.microsoft.com/office/drawing/2014/main" id="{D385CED4-24E7-4027-A159-85C30DF77DD9}"/>
              </a:ext>
            </a:extLst>
          </p:cNvPr>
          <p:cNvSpPr txBox="1">
            <a:spLocks noChangeArrowheads="1"/>
          </p:cNvSpPr>
          <p:nvPr/>
        </p:nvSpPr>
        <p:spPr bwMode="auto">
          <a:xfrm>
            <a:off x="5835650" y="4054475"/>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FRONT</a:t>
            </a:r>
          </a:p>
        </p:txBody>
      </p:sp>
      <p:sp>
        <p:nvSpPr>
          <p:cNvPr id="14" name="Text Box 15">
            <a:extLst>
              <a:ext uri="{FF2B5EF4-FFF2-40B4-BE49-F238E27FC236}">
                <a16:creationId xmlns:a16="http://schemas.microsoft.com/office/drawing/2014/main" id="{3C30F3A1-4F8E-4699-BFF2-7594ADEB3081}"/>
              </a:ext>
            </a:extLst>
          </p:cNvPr>
          <p:cNvSpPr txBox="1">
            <a:spLocks noChangeArrowheads="1"/>
          </p:cNvSpPr>
          <p:nvPr/>
        </p:nvSpPr>
        <p:spPr bwMode="auto">
          <a:xfrm>
            <a:off x="5835650" y="5441950"/>
            <a:ext cx="11461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NEITHER</a:t>
            </a:r>
          </a:p>
        </p:txBody>
      </p:sp>
      <p:sp>
        <p:nvSpPr>
          <p:cNvPr id="15" name="Text Box 16">
            <a:extLst>
              <a:ext uri="{FF2B5EF4-FFF2-40B4-BE49-F238E27FC236}">
                <a16:creationId xmlns:a16="http://schemas.microsoft.com/office/drawing/2014/main" id="{FFF847D5-6266-4CB4-BC89-1EA9DCE9B74C}"/>
              </a:ext>
            </a:extLst>
          </p:cNvPr>
          <p:cNvSpPr txBox="1">
            <a:spLocks noChangeArrowheads="1"/>
          </p:cNvSpPr>
          <p:nvPr/>
        </p:nvSpPr>
        <p:spPr bwMode="auto">
          <a:xfrm>
            <a:off x="4191000" y="5911850"/>
            <a:ext cx="487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600">
                <a:latin typeface="Arial" panose="020B0604020202020204" pitchFamily="34" charset="0"/>
              </a:rPr>
              <a:t>Figure: State diagram for Automatic door controller</a:t>
            </a:r>
          </a:p>
        </p:txBody>
      </p:sp>
      <p:sp>
        <p:nvSpPr>
          <p:cNvPr id="16" name="Oval 15">
            <a:extLst>
              <a:ext uri="{FF2B5EF4-FFF2-40B4-BE49-F238E27FC236}">
                <a16:creationId xmlns:a16="http://schemas.microsoft.com/office/drawing/2014/main" id="{D5BD1CAC-636E-44E7-818C-225F421ABF2C}"/>
              </a:ext>
            </a:extLst>
          </p:cNvPr>
          <p:cNvSpPr>
            <a:spLocks noChangeArrowheads="1"/>
          </p:cNvSpPr>
          <p:nvPr/>
        </p:nvSpPr>
        <p:spPr bwMode="auto">
          <a:xfrm>
            <a:off x="4724400" y="45085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7" name="Oval 16">
            <a:extLst>
              <a:ext uri="{FF2B5EF4-FFF2-40B4-BE49-F238E27FC236}">
                <a16:creationId xmlns:a16="http://schemas.microsoft.com/office/drawing/2014/main" id="{DE519F6E-8FE5-4D95-B018-3B33AAD3D17F}"/>
              </a:ext>
            </a:extLst>
          </p:cNvPr>
          <p:cNvSpPr>
            <a:spLocks noChangeArrowheads="1"/>
          </p:cNvSpPr>
          <p:nvPr/>
        </p:nvSpPr>
        <p:spPr bwMode="auto">
          <a:xfrm>
            <a:off x="8051800" y="43815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8" name="Oval 21">
            <a:extLst>
              <a:ext uri="{FF2B5EF4-FFF2-40B4-BE49-F238E27FC236}">
                <a16:creationId xmlns:a16="http://schemas.microsoft.com/office/drawing/2014/main" id="{B57DC728-BE81-45E7-9887-C84FEF7861A7}"/>
              </a:ext>
            </a:extLst>
          </p:cNvPr>
          <p:cNvSpPr>
            <a:spLocks noChangeArrowheads="1"/>
          </p:cNvSpPr>
          <p:nvPr/>
        </p:nvSpPr>
        <p:spPr bwMode="auto">
          <a:xfrm>
            <a:off x="8051800" y="4394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9" name="Oval 22">
            <a:extLst>
              <a:ext uri="{FF2B5EF4-FFF2-40B4-BE49-F238E27FC236}">
                <a16:creationId xmlns:a16="http://schemas.microsoft.com/office/drawing/2014/main" id="{B2F0DC9A-5FF7-4EB5-B513-ED830089CA2B}"/>
              </a:ext>
            </a:extLst>
          </p:cNvPr>
          <p:cNvSpPr>
            <a:spLocks noChangeArrowheads="1"/>
          </p:cNvSpPr>
          <p:nvPr/>
        </p:nvSpPr>
        <p:spPr bwMode="auto">
          <a:xfrm>
            <a:off x="4648200" y="5029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0" name="Oval 23">
            <a:extLst>
              <a:ext uri="{FF2B5EF4-FFF2-40B4-BE49-F238E27FC236}">
                <a16:creationId xmlns:a16="http://schemas.microsoft.com/office/drawing/2014/main" id="{ABD9BE6F-D2E7-44A8-9384-C85BEC030D2D}"/>
              </a:ext>
            </a:extLst>
          </p:cNvPr>
          <p:cNvSpPr>
            <a:spLocks noChangeArrowheads="1"/>
          </p:cNvSpPr>
          <p:nvPr/>
        </p:nvSpPr>
        <p:spPr bwMode="auto">
          <a:xfrm>
            <a:off x="8039100" y="43688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1" name="Oval 24">
            <a:extLst>
              <a:ext uri="{FF2B5EF4-FFF2-40B4-BE49-F238E27FC236}">
                <a16:creationId xmlns:a16="http://schemas.microsoft.com/office/drawing/2014/main" id="{913CB5A4-CEBE-41BC-B8B2-A11A5A570A9D}"/>
              </a:ext>
            </a:extLst>
          </p:cNvPr>
          <p:cNvSpPr>
            <a:spLocks noChangeArrowheads="1"/>
          </p:cNvSpPr>
          <p:nvPr/>
        </p:nvSpPr>
        <p:spPr bwMode="auto">
          <a:xfrm>
            <a:off x="8039100" y="44196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2" name="Oval 26">
            <a:extLst>
              <a:ext uri="{FF2B5EF4-FFF2-40B4-BE49-F238E27FC236}">
                <a16:creationId xmlns:a16="http://schemas.microsoft.com/office/drawing/2014/main" id="{559816ED-92C6-4A70-BCFB-0F1E357FF91F}"/>
              </a:ext>
            </a:extLst>
          </p:cNvPr>
          <p:cNvSpPr>
            <a:spLocks noChangeArrowheads="1"/>
          </p:cNvSpPr>
          <p:nvPr/>
        </p:nvSpPr>
        <p:spPr bwMode="auto">
          <a:xfrm>
            <a:off x="4648200" y="5029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3" name="Oval 27">
            <a:extLst>
              <a:ext uri="{FF2B5EF4-FFF2-40B4-BE49-F238E27FC236}">
                <a16:creationId xmlns:a16="http://schemas.microsoft.com/office/drawing/2014/main" id="{4B46A235-D708-4278-B470-B34A6509C4C2}"/>
              </a:ext>
            </a:extLst>
          </p:cNvPr>
          <p:cNvSpPr>
            <a:spLocks noChangeArrowheads="1"/>
          </p:cNvSpPr>
          <p:nvPr/>
        </p:nvSpPr>
        <p:spPr bwMode="auto">
          <a:xfrm>
            <a:off x="4800600" y="4394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4" name="Text Box 34">
            <a:extLst>
              <a:ext uri="{FF2B5EF4-FFF2-40B4-BE49-F238E27FC236}">
                <a16:creationId xmlns:a16="http://schemas.microsoft.com/office/drawing/2014/main" id="{A5B61CF0-A173-4ED7-AFBD-AF1A69BBAF75}"/>
              </a:ext>
            </a:extLst>
          </p:cNvPr>
          <p:cNvSpPr txBox="1">
            <a:spLocks noChangeArrowheads="1"/>
          </p:cNvSpPr>
          <p:nvPr/>
        </p:nvSpPr>
        <p:spPr bwMode="auto">
          <a:xfrm>
            <a:off x="11113" y="2725738"/>
            <a:ext cx="1995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Blip>
                <a:blip r:embed="rId2"/>
              </a:buBlip>
            </a:pPr>
            <a:r>
              <a:rPr lang="en-US" altLang="en-US" sz="1800">
                <a:latin typeface="Arial" panose="020B0604020202020204" pitchFamily="34" charset="0"/>
              </a:rPr>
              <a:t>Present State: </a:t>
            </a:r>
          </a:p>
        </p:txBody>
      </p:sp>
      <p:sp>
        <p:nvSpPr>
          <p:cNvPr id="25" name="Text Box 35">
            <a:extLst>
              <a:ext uri="{FF2B5EF4-FFF2-40B4-BE49-F238E27FC236}">
                <a16:creationId xmlns:a16="http://schemas.microsoft.com/office/drawing/2014/main" id="{2EE1E871-CA91-4A29-BD2C-89151B8171C2}"/>
              </a:ext>
            </a:extLst>
          </p:cNvPr>
          <p:cNvSpPr txBox="1">
            <a:spLocks noChangeArrowheads="1"/>
          </p:cNvSpPr>
          <p:nvPr/>
        </p:nvSpPr>
        <p:spPr bwMode="auto">
          <a:xfrm>
            <a:off x="2052638" y="2727325"/>
            <a:ext cx="1206500" cy="366713"/>
          </a:xfrm>
          <a:prstGeom prst="rect">
            <a:avLst/>
          </a:prstGeom>
          <a:solidFill>
            <a:srgbClr val="66FF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CLOSED</a:t>
            </a:r>
          </a:p>
        </p:txBody>
      </p:sp>
      <p:sp>
        <p:nvSpPr>
          <p:cNvPr id="26" name="Text Box 36">
            <a:extLst>
              <a:ext uri="{FF2B5EF4-FFF2-40B4-BE49-F238E27FC236}">
                <a16:creationId xmlns:a16="http://schemas.microsoft.com/office/drawing/2014/main" id="{BF554CCF-B517-404E-844E-F539178AA056}"/>
              </a:ext>
            </a:extLst>
          </p:cNvPr>
          <p:cNvSpPr txBox="1">
            <a:spLocks noChangeArrowheads="1"/>
          </p:cNvSpPr>
          <p:nvPr/>
        </p:nvSpPr>
        <p:spPr bwMode="auto">
          <a:xfrm>
            <a:off x="11113" y="3157538"/>
            <a:ext cx="1995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Blip>
                <a:blip r:embed="rId2"/>
              </a:buBlip>
            </a:pPr>
            <a:r>
              <a:rPr lang="en-US" altLang="en-US" sz="1800" dirty="0">
                <a:latin typeface="Arial" panose="020B0604020202020204" pitchFamily="34" charset="0"/>
              </a:rPr>
              <a:t>Input Signal: </a:t>
            </a:r>
          </a:p>
        </p:txBody>
      </p:sp>
      <p:sp>
        <p:nvSpPr>
          <p:cNvPr id="27" name="Text Box 37">
            <a:extLst>
              <a:ext uri="{FF2B5EF4-FFF2-40B4-BE49-F238E27FC236}">
                <a16:creationId xmlns:a16="http://schemas.microsoft.com/office/drawing/2014/main" id="{BDA8CF28-F381-48A5-A020-F89AE767C518}"/>
              </a:ext>
            </a:extLst>
          </p:cNvPr>
          <p:cNvSpPr txBox="1">
            <a:spLocks noChangeArrowheads="1"/>
          </p:cNvSpPr>
          <p:nvPr/>
        </p:nvSpPr>
        <p:spPr bwMode="auto">
          <a:xfrm>
            <a:off x="2052638" y="31591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FRONT</a:t>
            </a:r>
          </a:p>
        </p:txBody>
      </p:sp>
      <p:sp>
        <p:nvSpPr>
          <p:cNvPr id="28" name="Text Box 38">
            <a:extLst>
              <a:ext uri="{FF2B5EF4-FFF2-40B4-BE49-F238E27FC236}">
                <a16:creationId xmlns:a16="http://schemas.microsoft.com/office/drawing/2014/main" id="{236EF4EB-46AB-4774-9A97-1108FF880494}"/>
              </a:ext>
            </a:extLst>
          </p:cNvPr>
          <p:cNvSpPr txBox="1">
            <a:spLocks noChangeArrowheads="1"/>
          </p:cNvSpPr>
          <p:nvPr/>
        </p:nvSpPr>
        <p:spPr bwMode="auto">
          <a:xfrm>
            <a:off x="2052638" y="2727325"/>
            <a:ext cx="1206500" cy="366713"/>
          </a:xfrm>
          <a:prstGeom prst="rect">
            <a:avLst/>
          </a:prstGeom>
          <a:solidFill>
            <a:srgbClr val="66FF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OPEN</a:t>
            </a:r>
          </a:p>
        </p:txBody>
      </p:sp>
      <p:sp>
        <p:nvSpPr>
          <p:cNvPr id="29" name="Text Box 39">
            <a:extLst>
              <a:ext uri="{FF2B5EF4-FFF2-40B4-BE49-F238E27FC236}">
                <a16:creationId xmlns:a16="http://schemas.microsoft.com/office/drawing/2014/main" id="{91DDBF41-DA0C-498E-96F8-CC13C167F280}"/>
              </a:ext>
            </a:extLst>
          </p:cNvPr>
          <p:cNvSpPr txBox="1">
            <a:spLocks noChangeArrowheads="1"/>
          </p:cNvSpPr>
          <p:nvPr/>
        </p:nvSpPr>
        <p:spPr bwMode="auto">
          <a:xfrm>
            <a:off x="2039938" y="3159125"/>
            <a:ext cx="12192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REAR</a:t>
            </a:r>
          </a:p>
        </p:txBody>
      </p:sp>
      <p:sp>
        <p:nvSpPr>
          <p:cNvPr id="30" name="Text Box 40">
            <a:extLst>
              <a:ext uri="{FF2B5EF4-FFF2-40B4-BE49-F238E27FC236}">
                <a16:creationId xmlns:a16="http://schemas.microsoft.com/office/drawing/2014/main" id="{2F42BB85-6255-4478-9A5F-136CD5800441}"/>
              </a:ext>
            </a:extLst>
          </p:cNvPr>
          <p:cNvSpPr txBox="1">
            <a:spLocks noChangeArrowheads="1"/>
          </p:cNvSpPr>
          <p:nvPr/>
        </p:nvSpPr>
        <p:spPr bwMode="auto">
          <a:xfrm>
            <a:off x="2052638" y="31591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NEITHER</a:t>
            </a:r>
          </a:p>
        </p:txBody>
      </p:sp>
      <p:sp>
        <p:nvSpPr>
          <p:cNvPr id="31" name="Text Box 41">
            <a:extLst>
              <a:ext uri="{FF2B5EF4-FFF2-40B4-BE49-F238E27FC236}">
                <a16:creationId xmlns:a16="http://schemas.microsoft.com/office/drawing/2014/main" id="{D8BBC10E-6690-4890-8492-61EE8B106DC7}"/>
              </a:ext>
            </a:extLst>
          </p:cNvPr>
          <p:cNvSpPr txBox="1">
            <a:spLocks noChangeArrowheads="1"/>
          </p:cNvSpPr>
          <p:nvPr/>
        </p:nvSpPr>
        <p:spPr bwMode="auto">
          <a:xfrm>
            <a:off x="2052638" y="31718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BOTH</a:t>
            </a:r>
          </a:p>
        </p:txBody>
      </p:sp>
      <p:sp>
        <p:nvSpPr>
          <p:cNvPr id="32" name="Text Box 42">
            <a:extLst>
              <a:ext uri="{FF2B5EF4-FFF2-40B4-BE49-F238E27FC236}">
                <a16:creationId xmlns:a16="http://schemas.microsoft.com/office/drawing/2014/main" id="{6C73037A-7862-47F5-9860-0B4DF2FC1ACE}"/>
              </a:ext>
            </a:extLst>
          </p:cNvPr>
          <p:cNvSpPr txBox="1">
            <a:spLocks noChangeArrowheads="1"/>
          </p:cNvSpPr>
          <p:nvPr/>
        </p:nvSpPr>
        <p:spPr bwMode="auto">
          <a:xfrm>
            <a:off x="7213600" y="33909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BOTH</a:t>
            </a:r>
          </a:p>
        </p:txBody>
      </p:sp>
      <p:sp>
        <p:nvSpPr>
          <p:cNvPr id="33" name="Text Box 43">
            <a:extLst>
              <a:ext uri="{FF2B5EF4-FFF2-40B4-BE49-F238E27FC236}">
                <a16:creationId xmlns:a16="http://schemas.microsoft.com/office/drawing/2014/main" id="{470E5592-23A8-42E4-ACE0-3D91F004304B}"/>
              </a:ext>
            </a:extLst>
          </p:cNvPr>
          <p:cNvSpPr txBox="1">
            <a:spLocks noChangeArrowheads="1"/>
          </p:cNvSpPr>
          <p:nvPr/>
        </p:nvSpPr>
        <p:spPr bwMode="auto">
          <a:xfrm>
            <a:off x="7226300" y="35433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FRONT</a:t>
            </a:r>
          </a:p>
        </p:txBody>
      </p:sp>
      <p:sp>
        <p:nvSpPr>
          <p:cNvPr id="34" name="Text Box 44">
            <a:extLst>
              <a:ext uri="{FF2B5EF4-FFF2-40B4-BE49-F238E27FC236}">
                <a16:creationId xmlns:a16="http://schemas.microsoft.com/office/drawing/2014/main" id="{3EEDB0F0-36F9-4B36-8E61-CCF8FE51C0EB}"/>
              </a:ext>
            </a:extLst>
          </p:cNvPr>
          <p:cNvSpPr txBox="1">
            <a:spLocks noChangeArrowheads="1"/>
          </p:cNvSpPr>
          <p:nvPr/>
        </p:nvSpPr>
        <p:spPr bwMode="auto">
          <a:xfrm>
            <a:off x="4495800" y="33782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BOTH</a:t>
            </a:r>
          </a:p>
        </p:txBody>
      </p:sp>
      <p:sp>
        <p:nvSpPr>
          <p:cNvPr id="35" name="Text Box 45">
            <a:extLst>
              <a:ext uri="{FF2B5EF4-FFF2-40B4-BE49-F238E27FC236}">
                <a16:creationId xmlns:a16="http://schemas.microsoft.com/office/drawing/2014/main" id="{B9A071C6-B2DB-4C86-B39E-A8394571707D}"/>
              </a:ext>
            </a:extLst>
          </p:cNvPr>
          <p:cNvSpPr txBox="1">
            <a:spLocks noChangeArrowheads="1"/>
          </p:cNvSpPr>
          <p:nvPr/>
        </p:nvSpPr>
        <p:spPr bwMode="auto">
          <a:xfrm>
            <a:off x="4495800" y="31877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REAR</a:t>
            </a:r>
          </a:p>
        </p:txBody>
      </p:sp>
      <p:sp>
        <p:nvSpPr>
          <p:cNvPr id="36" name="Text Box 47">
            <a:extLst>
              <a:ext uri="{FF2B5EF4-FFF2-40B4-BE49-F238E27FC236}">
                <a16:creationId xmlns:a16="http://schemas.microsoft.com/office/drawing/2014/main" id="{5E7127A3-F3E5-407B-8360-9CCA62C8ED17}"/>
              </a:ext>
            </a:extLst>
          </p:cNvPr>
          <p:cNvSpPr txBox="1">
            <a:spLocks noChangeArrowheads="1"/>
          </p:cNvSpPr>
          <p:nvPr/>
        </p:nvSpPr>
        <p:spPr bwMode="auto">
          <a:xfrm>
            <a:off x="152400" y="4622800"/>
            <a:ext cx="14478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Front</a:t>
            </a:r>
          </a:p>
          <a:p>
            <a:pPr algn="ctr" eaLnBrk="1" hangingPunct="1">
              <a:spcBef>
                <a:spcPct val="0"/>
              </a:spcBef>
              <a:buFontTx/>
              <a:buNone/>
            </a:pPr>
            <a:r>
              <a:rPr lang="en-US" altLang="en-US" sz="1800">
                <a:latin typeface="Arial" panose="020B0604020202020204" pitchFamily="34" charset="0"/>
              </a:rPr>
              <a:t>pad</a:t>
            </a:r>
          </a:p>
        </p:txBody>
      </p:sp>
      <p:sp>
        <p:nvSpPr>
          <p:cNvPr id="37" name="Text Box 48">
            <a:extLst>
              <a:ext uri="{FF2B5EF4-FFF2-40B4-BE49-F238E27FC236}">
                <a16:creationId xmlns:a16="http://schemas.microsoft.com/office/drawing/2014/main" id="{827FEE64-280B-43AC-B2C4-AFAAE0E976A5}"/>
              </a:ext>
            </a:extLst>
          </p:cNvPr>
          <p:cNvSpPr txBox="1">
            <a:spLocks noChangeArrowheads="1"/>
          </p:cNvSpPr>
          <p:nvPr/>
        </p:nvSpPr>
        <p:spPr bwMode="auto">
          <a:xfrm>
            <a:off x="2514600" y="4622800"/>
            <a:ext cx="13716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Rear</a:t>
            </a:r>
          </a:p>
          <a:p>
            <a:pPr algn="ctr" eaLnBrk="1" hangingPunct="1">
              <a:spcBef>
                <a:spcPct val="0"/>
              </a:spcBef>
              <a:buFontTx/>
              <a:buNone/>
            </a:pPr>
            <a:r>
              <a:rPr lang="en-US" altLang="en-US" sz="1800">
                <a:latin typeface="Arial" panose="020B0604020202020204" pitchFamily="34" charset="0"/>
              </a:rPr>
              <a:t>pad</a:t>
            </a:r>
          </a:p>
        </p:txBody>
      </p:sp>
      <p:sp>
        <p:nvSpPr>
          <p:cNvPr id="38" name="Line 51">
            <a:extLst>
              <a:ext uri="{FF2B5EF4-FFF2-40B4-BE49-F238E27FC236}">
                <a16:creationId xmlns:a16="http://schemas.microsoft.com/office/drawing/2014/main" id="{77FD63DB-42DC-46A8-922D-AECFC14A1423}"/>
              </a:ext>
            </a:extLst>
          </p:cNvPr>
          <p:cNvSpPr>
            <a:spLocks noChangeShapeType="1"/>
          </p:cNvSpPr>
          <p:nvPr/>
        </p:nvSpPr>
        <p:spPr bwMode="auto">
          <a:xfrm>
            <a:off x="1828800" y="5411788"/>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52">
            <a:extLst>
              <a:ext uri="{FF2B5EF4-FFF2-40B4-BE49-F238E27FC236}">
                <a16:creationId xmlns:a16="http://schemas.microsoft.com/office/drawing/2014/main" id="{2964E177-2579-43A2-BC8A-08C98D92F687}"/>
              </a:ext>
            </a:extLst>
          </p:cNvPr>
          <p:cNvSpPr>
            <a:spLocks noChangeShapeType="1"/>
          </p:cNvSpPr>
          <p:nvPr/>
        </p:nvSpPr>
        <p:spPr bwMode="auto">
          <a:xfrm>
            <a:off x="1828800" y="4344988"/>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Text Box 53">
            <a:extLst>
              <a:ext uri="{FF2B5EF4-FFF2-40B4-BE49-F238E27FC236}">
                <a16:creationId xmlns:a16="http://schemas.microsoft.com/office/drawing/2014/main" id="{0DD95C9C-7E18-4EB8-80A3-C65066CF3EE8}"/>
              </a:ext>
            </a:extLst>
          </p:cNvPr>
          <p:cNvSpPr txBox="1">
            <a:spLocks noChangeArrowheads="1"/>
          </p:cNvSpPr>
          <p:nvPr/>
        </p:nvSpPr>
        <p:spPr bwMode="auto">
          <a:xfrm>
            <a:off x="0" y="5881688"/>
            <a:ext cx="4038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600">
                <a:latin typeface="Arial" panose="020B0604020202020204" pitchFamily="34" charset="0"/>
              </a:rPr>
              <a:t>Figure: Top view of an automatic door</a:t>
            </a:r>
          </a:p>
        </p:txBody>
      </p:sp>
      <p:sp>
        <p:nvSpPr>
          <p:cNvPr id="41" name="Oval 54">
            <a:extLst>
              <a:ext uri="{FF2B5EF4-FFF2-40B4-BE49-F238E27FC236}">
                <a16:creationId xmlns:a16="http://schemas.microsoft.com/office/drawing/2014/main" id="{23AD98AE-250B-435B-A223-828F0772B65E}"/>
              </a:ext>
            </a:extLst>
          </p:cNvPr>
          <p:cNvSpPr>
            <a:spLocks noChangeArrowheads="1"/>
          </p:cNvSpPr>
          <p:nvPr/>
        </p:nvSpPr>
        <p:spPr bwMode="auto">
          <a:xfrm>
            <a:off x="1181100" y="487203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5" name="Oval 57">
            <a:extLst>
              <a:ext uri="{FF2B5EF4-FFF2-40B4-BE49-F238E27FC236}">
                <a16:creationId xmlns:a16="http://schemas.microsoft.com/office/drawing/2014/main" id="{16E684B0-E20B-4389-87C3-A4E635466301}"/>
              </a:ext>
            </a:extLst>
          </p:cNvPr>
          <p:cNvSpPr>
            <a:spLocks noChangeArrowheads="1"/>
          </p:cNvSpPr>
          <p:nvPr/>
        </p:nvSpPr>
        <p:spPr bwMode="auto">
          <a:xfrm>
            <a:off x="2698750" y="4849813"/>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6" name="Oval 58">
            <a:extLst>
              <a:ext uri="{FF2B5EF4-FFF2-40B4-BE49-F238E27FC236}">
                <a16:creationId xmlns:a16="http://schemas.microsoft.com/office/drawing/2014/main" id="{3E9E7E0E-0B4C-404A-B420-531D276326B3}"/>
              </a:ext>
            </a:extLst>
          </p:cNvPr>
          <p:cNvSpPr>
            <a:spLocks noChangeArrowheads="1"/>
          </p:cNvSpPr>
          <p:nvPr/>
        </p:nvSpPr>
        <p:spPr bwMode="auto">
          <a:xfrm>
            <a:off x="1190625" y="486568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7" name="Oval 59">
            <a:extLst>
              <a:ext uri="{FF2B5EF4-FFF2-40B4-BE49-F238E27FC236}">
                <a16:creationId xmlns:a16="http://schemas.microsoft.com/office/drawing/2014/main" id="{8BB0BCA4-387A-44F3-A48D-A6F998A01062}"/>
              </a:ext>
            </a:extLst>
          </p:cNvPr>
          <p:cNvSpPr>
            <a:spLocks noChangeArrowheads="1"/>
          </p:cNvSpPr>
          <p:nvPr/>
        </p:nvSpPr>
        <p:spPr bwMode="auto">
          <a:xfrm>
            <a:off x="2708275" y="489108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8" name="Oval 60">
            <a:extLst>
              <a:ext uri="{FF2B5EF4-FFF2-40B4-BE49-F238E27FC236}">
                <a16:creationId xmlns:a16="http://schemas.microsoft.com/office/drawing/2014/main" id="{DF2E7FDC-AD19-452A-ABEA-87ACF06F945F}"/>
              </a:ext>
            </a:extLst>
          </p:cNvPr>
          <p:cNvSpPr>
            <a:spLocks noChangeArrowheads="1"/>
          </p:cNvSpPr>
          <p:nvPr/>
        </p:nvSpPr>
        <p:spPr bwMode="auto">
          <a:xfrm>
            <a:off x="1200150" y="4906963"/>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9" name="Oval 61">
            <a:extLst>
              <a:ext uri="{FF2B5EF4-FFF2-40B4-BE49-F238E27FC236}">
                <a16:creationId xmlns:a16="http://schemas.microsoft.com/office/drawing/2014/main" id="{86D4AA3D-C6EC-4DFC-B976-02403E9DFF67}"/>
              </a:ext>
            </a:extLst>
          </p:cNvPr>
          <p:cNvSpPr>
            <a:spLocks noChangeArrowheads="1"/>
          </p:cNvSpPr>
          <p:nvPr/>
        </p:nvSpPr>
        <p:spPr bwMode="auto">
          <a:xfrm>
            <a:off x="2717800" y="488473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Tree>
    <p:extLst>
      <p:ext uri="{BB962C8B-B14F-4D97-AF65-F5344CB8AC3E}">
        <p14:creationId xmlns:p14="http://schemas.microsoft.com/office/powerpoint/2010/main" val="281609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mph" presetSubtype="1" nodeType="withEffect">
                                  <p:stCondLst>
                                    <p:cond delay="0"/>
                                  </p:stCondLst>
                                  <p:childTnLst>
                                    <p:set>
                                      <p:cBhvr>
                                        <p:cTn id="40" dur="indefinite"/>
                                        <p:tgtEl>
                                          <p:spTgt spid="6"/>
                                        </p:tgtEl>
                                        <p:attrNameLst>
                                          <p:attrName>fillcolor</p:attrName>
                                        </p:attrNameLst>
                                      </p:cBhvr>
                                      <p:to>
                                        <p:clrVal>
                                          <a:srgbClr val="66FF33"/>
                                        </p:clrVal>
                                      </p:to>
                                    </p:set>
                                    <p:set>
                                      <p:cBhvr>
                                        <p:cTn id="41" dur="indefinite"/>
                                        <p:tgtEl>
                                          <p:spTgt spid="6"/>
                                        </p:tgtEl>
                                        <p:attrNameLst>
                                          <p:attrName>fill.type</p:attrName>
                                        </p:attrNameLst>
                                      </p:cBhvr>
                                      <p:to>
                                        <p:strVal val="solid"/>
                                      </p:to>
                                    </p:set>
                                    <p:set>
                                      <p:cBhvr>
                                        <p:cTn id="42" dur="indefinite"/>
                                        <p:tgtEl>
                                          <p:spTgt spid="6"/>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5400000">
                                      <p:cBhvr>
                                        <p:cTn id="54" dur="2000" fill="hold"/>
                                        <p:tgtEl>
                                          <p:spTgt spid="42"/>
                                        </p:tgtEl>
                                        <p:attrNameLst>
                                          <p:attrName>r</p:attrName>
                                        </p:attrNameLst>
                                      </p:cBhvr>
                                    </p:animRot>
                                  </p:childTnLst>
                                </p:cTn>
                              </p:par>
                            </p:childTnLst>
                          </p:cTn>
                        </p:par>
                        <p:par>
                          <p:cTn id="55" fill="hold">
                            <p:stCondLst>
                              <p:cond delay="2000"/>
                            </p:stCondLst>
                            <p:childTnLst>
                              <p:par>
                                <p:cTn id="56" presetID="63" presetClass="path" presetSubtype="0" accel="50000" decel="50000" fill="hold" grpId="1" nodeType="afterEffect">
                                  <p:stCondLst>
                                    <p:cond delay="0"/>
                                  </p:stCondLst>
                                  <p:childTnLst>
                                    <p:animMotion origin="layout" path="M 0 0  L 0.25 0  E" pathEditMode="relative" ptsTypes="">
                                      <p:cBhvr>
                                        <p:cTn id="57" dur="2000" fill="hold"/>
                                        <p:tgtEl>
                                          <p:spTgt spid="41"/>
                                        </p:tgtEl>
                                        <p:attrNameLst>
                                          <p:attrName>ppt_x</p:attrName>
                                          <p:attrName>ppt_y</p:attrName>
                                        </p:attrNameLst>
                                      </p:cBhvr>
                                    </p:animMotion>
                                  </p:childTnLst>
                                </p:cTn>
                              </p:par>
                              <p:par>
                                <p:cTn id="58" presetID="44" presetClass="path" presetSubtype="0" accel="50000" decel="50000" fill="hold" grpId="1" nodeType="withEffect">
                                  <p:stCondLst>
                                    <p:cond delay="0"/>
                                  </p:stCondLst>
                                  <p:childTnLst>
                                    <p:animMotion origin="layout" path="M -0.0125 -0.0185 L 0.08299 -0.06822 C 0.1033 -0.07932 0.13333 -0.08511 0.16476 -0.08511 C 0.20052 -0.08511 0.22917 -0.07932 0.24948 -0.06822 L 0.34583 -0.0185 " pathEditMode="relative" rAng="0" ptsTypes="FffFF">
                                      <p:cBhvr>
                                        <p:cTn id="59" dur="500" fill="hold"/>
                                        <p:tgtEl>
                                          <p:spTgt spid="16"/>
                                        </p:tgtEl>
                                        <p:attrNameLst>
                                          <p:attrName>ppt_x</p:attrName>
                                          <p:attrName>ppt_y</p:attrName>
                                        </p:attrNameLst>
                                      </p:cBhvr>
                                      <p:rCtr x="17917" y="-3330"/>
                                    </p:animMotion>
                                  </p:childTnLst>
                                </p:cTn>
                              </p:par>
                            </p:childTnLst>
                          </p:cTn>
                        </p:par>
                        <p:par>
                          <p:cTn id="60" fill="hold">
                            <p:stCondLst>
                              <p:cond delay="4000"/>
                            </p:stCondLst>
                            <p:childTnLst>
                              <p:par>
                                <p:cTn id="61" presetID="1" presetClass="exit" presetSubtype="0" fill="hold" grpId="2" nodeType="afterEffect">
                                  <p:stCondLst>
                                    <p:cond delay="0"/>
                                  </p:stCondLst>
                                  <p:childTnLst>
                                    <p:set>
                                      <p:cBhvr>
                                        <p:cTn id="62" dur="1" fill="hold">
                                          <p:stCondLst>
                                            <p:cond delay="0"/>
                                          </p:stCondLst>
                                        </p:cTn>
                                        <p:tgtEl>
                                          <p:spTgt spid="41"/>
                                        </p:tgtEl>
                                        <p:attrNameLst>
                                          <p:attrName>style.visibility</p:attrName>
                                        </p:attrNameLst>
                                      </p:cBhvr>
                                      <p:to>
                                        <p:strVal val="hidden"/>
                                      </p:to>
                                    </p:set>
                                  </p:childTnLst>
                                </p:cTn>
                              </p:par>
                              <p:par>
                                <p:cTn id="63" presetID="1" presetClass="emph" presetSubtype="1" nodeType="withEffect">
                                  <p:stCondLst>
                                    <p:cond delay="0"/>
                                  </p:stCondLst>
                                  <p:childTnLst>
                                    <p:set>
                                      <p:cBhvr>
                                        <p:cTn id="64" dur="indefinite"/>
                                        <p:tgtEl>
                                          <p:spTgt spid="6"/>
                                        </p:tgtEl>
                                        <p:attrNameLst>
                                          <p:attrName>fillcolor</p:attrName>
                                        </p:attrNameLst>
                                      </p:cBhvr>
                                      <p:to>
                                        <p:clrVal>
                                          <a:schemeClr val="bg1"/>
                                        </p:clrVal>
                                      </p:to>
                                    </p:set>
                                    <p:set>
                                      <p:cBhvr>
                                        <p:cTn id="65" dur="indefinite"/>
                                        <p:tgtEl>
                                          <p:spTgt spid="6"/>
                                        </p:tgtEl>
                                        <p:attrNameLst>
                                          <p:attrName>fill.type</p:attrName>
                                        </p:attrNameLst>
                                      </p:cBhvr>
                                      <p:to>
                                        <p:strVal val="solid"/>
                                      </p:to>
                                    </p:set>
                                    <p:set>
                                      <p:cBhvr>
                                        <p:cTn id="66" dur="indefinite"/>
                                        <p:tgtEl>
                                          <p:spTgt spid="6"/>
                                        </p:tgtEl>
                                        <p:attrNameLst>
                                          <p:attrName>fill.on</p:attrName>
                                        </p:attrNameLst>
                                      </p:cBhvr>
                                      <p:to>
                                        <p:strVal val="true"/>
                                      </p:to>
                                    </p:set>
                                  </p:childTnLst>
                                </p:cTn>
                              </p:par>
                              <p:par>
                                <p:cTn id="67" presetID="1" presetClass="exit" presetSubtype="0" fill="hold" grpId="1" nodeType="withEffect">
                                  <p:stCondLst>
                                    <p:cond delay="0"/>
                                  </p:stCondLst>
                                  <p:childTnLst>
                                    <p:set>
                                      <p:cBhvr>
                                        <p:cTn id="68" dur="1" fill="hold">
                                          <p:stCondLst>
                                            <p:cond delay="0"/>
                                          </p:stCondLst>
                                        </p:cTn>
                                        <p:tgtEl>
                                          <p:spTgt spid="25"/>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par>
                                <p:cTn id="71" presetID="1" presetClass="emph" presetSubtype="1" nodeType="withEffect">
                                  <p:stCondLst>
                                    <p:cond delay="0"/>
                                  </p:stCondLst>
                                  <p:childTnLst>
                                    <p:set>
                                      <p:cBhvr>
                                        <p:cTn id="72" dur="indefinite"/>
                                        <p:tgtEl>
                                          <p:spTgt spid="4"/>
                                        </p:tgtEl>
                                        <p:attrNameLst>
                                          <p:attrName>fillcolor</p:attrName>
                                        </p:attrNameLst>
                                      </p:cBhvr>
                                      <p:to>
                                        <p:clrVal>
                                          <a:srgbClr val="66FF33"/>
                                        </p:clrVal>
                                      </p:to>
                                    </p:set>
                                    <p:set>
                                      <p:cBhvr>
                                        <p:cTn id="73" dur="indefinite"/>
                                        <p:tgtEl>
                                          <p:spTgt spid="4"/>
                                        </p:tgtEl>
                                        <p:attrNameLst>
                                          <p:attrName>fill.type</p:attrName>
                                        </p:attrNameLst>
                                      </p:cBhvr>
                                      <p:to>
                                        <p:strVal val="solid"/>
                                      </p:to>
                                    </p:set>
                                    <p:set>
                                      <p:cBhvr>
                                        <p:cTn id="74" dur="indefinite"/>
                                        <p:tgtEl>
                                          <p:spTgt spid="4"/>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5" presetClass="path" presetSubtype="0" accel="50000" decel="50000" fill="hold" grpId="1" nodeType="clickEffect">
                                  <p:stCondLst>
                                    <p:cond delay="0"/>
                                  </p:stCondLst>
                                  <p:childTnLst>
                                    <p:animMotion origin="layout" path="M 0 0  L -0.25 0  E" pathEditMode="relative" ptsTypes="">
                                      <p:cBhvr>
                                        <p:cTn id="86" dur="2000" fill="hold"/>
                                        <p:tgtEl>
                                          <p:spTgt spid="45"/>
                                        </p:tgtEl>
                                        <p:attrNameLst>
                                          <p:attrName>ppt_x</p:attrName>
                                          <p:attrName>ppt_y</p:attrName>
                                        </p:attrNameLst>
                                      </p:cBhvr>
                                    </p:animMotion>
                                  </p:childTnLst>
                                </p:cTn>
                              </p:par>
                              <p:par>
                                <p:cTn id="87" presetID="1" presetClass="entr" presetSubtype="0" fill="hold" grpId="0" nodeType="with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0" presetClass="path" presetSubtype="0" accel="50000" decel="50000" fill="hold" grpId="1" nodeType="withEffect">
                                  <p:stCondLst>
                                    <p:cond delay="0"/>
                                  </p:stCondLst>
                                  <p:childTnLst>
                                    <p:animMotion origin="layout" path="M 0.00174 1.2951E-6 C 0.02101 0.00994 0.04028 0.02012 0.04653 -0.00995 C 0.05278 -0.04001 0.04323 -0.14778 0.03906 -0.18085 C 0.03489 -0.21392 0.02587 -0.21092 0.02118 -0.2086 C 0.01649 -0.20629 0.01441 -0.19982 0.01076 -0.16698 C 0.00712 -0.13414 0.00104 -0.0377 -0.00122 -0.0118 " pathEditMode="relative" rAng="0" ptsTypes="aaaaaA">
                                      <p:cBhvr>
                                        <p:cTn id="90" dur="500" fill="hold"/>
                                        <p:tgtEl>
                                          <p:spTgt spid="17"/>
                                        </p:tgtEl>
                                        <p:attrNameLst>
                                          <p:attrName>ppt_x</p:attrName>
                                          <p:attrName>ppt_y</p:attrName>
                                        </p:attrNameLst>
                                      </p:cBhvr>
                                      <p:rCtr x="2396" y="-9690"/>
                                    </p:animMotion>
                                  </p:childTnLst>
                                </p:cTn>
                              </p:par>
                              <p:par>
                                <p:cTn id="91" presetID="1" presetClass="exit" presetSubtype="0" fill="hold" grpId="2"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childTnLst>
                          </p:cTn>
                        </p:par>
                        <p:par>
                          <p:cTn id="93" fill="hold">
                            <p:stCondLst>
                              <p:cond delay="2000"/>
                            </p:stCondLst>
                            <p:childTnLst>
                              <p:par>
                                <p:cTn id="94" presetID="1" presetClass="exit" presetSubtype="0" fill="hold" grpId="2" nodeType="afterEffect">
                                  <p:stCondLst>
                                    <p:cond delay="0"/>
                                  </p:stCondLst>
                                  <p:childTnLst>
                                    <p:set>
                                      <p:cBhvr>
                                        <p:cTn id="95" dur="1" fill="hold">
                                          <p:stCondLst>
                                            <p:cond delay="0"/>
                                          </p:stCondLst>
                                        </p:cTn>
                                        <p:tgtEl>
                                          <p:spTgt spid="45"/>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3" nodeType="clickEffect">
                                  <p:stCondLst>
                                    <p:cond delay="0"/>
                                  </p:stCondLst>
                                  <p:childTnLst>
                                    <p:set>
                                      <p:cBhvr>
                                        <p:cTn id="99" dur="1" fill="hold">
                                          <p:stCondLst>
                                            <p:cond delay="0"/>
                                          </p:stCondLst>
                                        </p:cTn>
                                        <p:tgtEl>
                                          <p:spTgt spid="29"/>
                                        </p:tgtEl>
                                        <p:attrNameLst>
                                          <p:attrName>style.visibility</p:attrName>
                                        </p:attrNameLst>
                                      </p:cBhvr>
                                      <p:to>
                                        <p:strVal val="hidden"/>
                                      </p:to>
                                    </p:set>
                                  </p:childTnLst>
                                </p:cTn>
                              </p:par>
                              <p:par>
                                <p:cTn id="100" presetID="1" presetClass="entr" presetSubtype="0"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xit" presetSubtype="0" fill="hold" grpId="2" nodeType="clickEffect">
                                  <p:stCondLst>
                                    <p:cond delay="0"/>
                                  </p:stCondLst>
                                  <p:childTnLst>
                                    <p:set>
                                      <p:cBhvr>
                                        <p:cTn id="105" dur="1" fill="hold">
                                          <p:stCondLst>
                                            <p:cond delay="0"/>
                                          </p:stCondLst>
                                        </p:cTn>
                                        <p:tgtEl>
                                          <p:spTgt spid="17"/>
                                        </p:tgtEl>
                                        <p:attrNameLst>
                                          <p:attrName>style.visibility</p:attrName>
                                        </p:attrNameLst>
                                      </p:cBhvr>
                                      <p:to>
                                        <p:strVal val="hidden"/>
                                      </p:to>
                                    </p:set>
                                  </p:childTnLst>
                                </p:cTn>
                              </p:par>
                              <p:par>
                                <p:cTn id="106" presetID="1" presetClass="entr" presetSubtype="0" fill="hold" grpId="0" nodeType="withEffect">
                                  <p:stCondLst>
                                    <p:cond delay="0"/>
                                  </p:stCondLst>
                                  <p:childTnLst>
                                    <p:set>
                                      <p:cBhvr>
                                        <p:cTn id="107" dur="1" fill="hold">
                                          <p:stCondLst>
                                            <p:cond delay="0"/>
                                          </p:stCondLst>
                                        </p:cTn>
                                        <p:tgtEl>
                                          <p:spTgt spid="18"/>
                                        </p:tgtEl>
                                        <p:attrNameLst>
                                          <p:attrName>style.visibility</p:attrName>
                                        </p:attrNameLst>
                                      </p:cBhvr>
                                      <p:to>
                                        <p:strVal val="visible"/>
                                      </p:to>
                                    </p:set>
                                  </p:childTnLst>
                                </p:cTn>
                              </p:par>
                              <p:par>
                                <p:cTn id="108" presetID="0" presetClass="path" presetSubtype="0" accel="50000" decel="50000" fill="hold" grpId="1" nodeType="withEffect">
                                  <p:stCondLst>
                                    <p:cond delay="0"/>
                                  </p:stCondLst>
                                  <p:childTnLst>
                                    <p:animMotion origin="layout" path="M -3.33333E-6 8.78816E-7 C -0.01232 0.05388 -0.02465 0.10777 -0.05503 0.13714 C -0.08541 0.16651 -0.1401 0.17553 -0.18264 0.17576 C -0.22517 0.17599 -0.27934 0.15287 -0.31007 0.13899 C -0.3408 0.12511 -0.35729 0.10037 -0.36666 0.09274 " pathEditMode="relative" rAng="0" ptsTypes="aaaaA">
                                      <p:cBhvr>
                                        <p:cTn id="109" dur="500" fill="hold"/>
                                        <p:tgtEl>
                                          <p:spTgt spid="18"/>
                                        </p:tgtEl>
                                        <p:attrNameLst>
                                          <p:attrName>ppt_x</p:attrName>
                                          <p:attrName>ppt_y</p:attrName>
                                        </p:attrNameLst>
                                      </p:cBhvr>
                                      <p:rCtr x="-18333" y="8788"/>
                                    </p:animMotion>
                                  </p:childTnLst>
                                </p:cTn>
                              </p:par>
                              <p:par>
                                <p:cTn id="110" presetID="8" presetClass="emph" presetSubtype="0" fill="hold" nodeType="withEffect">
                                  <p:stCondLst>
                                    <p:cond delay="0"/>
                                  </p:stCondLst>
                                  <p:childTnLst>
                                    <p:animRot by="-5400000">
                                      <p:cBhvr>
                                        <p:cTn id="111" dur="2000" fill="hold"/>
                                        <p:tgtEl>
                                          <p:spTgt spid="42"/>
                                        </p:tgtEl>
                                        <p:attrNameLst>
                                          <p:attrName>r</p:attrName>
                                        </p:attrNameLst>
                                      </p:cBhvr>
                                    </p:animRot>
                                  </p:childTnLst>
                                </p:cTn>
                              </p:par>
                            </p:childTnLst>
                          </p:cTn>
                        </p:par>
                        <p:par>
                          <p:cTn id="112" fill="hold">
                            <p:stCondLst>
                              <p:cond delay="2000"/>
                            </p:stCondLst>
                            <p:childTnLst>
                              <p:par>
                                <p:cTn id="113" presetID="1" presetClass="emph" presetSubtype="1" nodeType="afterEffect">
                                  <p:stCondLst>
                                    <p:cond delay="0"/>
                                  </p:stCondLst>
                                  <p:childTnLst>
                                    <p:set>
                                      <p:cBhvr>
                                        <p:cTn id="114" dur="indefinite"/>
                                        <p:tgtEl>
                                          <p:spTgt spid="4"/>
                                        </p:tgtEl>
                                        <p:attrNameLst>
                                          <p:attrName>fillcolor</p:attrName>
                                        </p:attrNameLst>
                                      </p:cBhvr>
                                      <p:to>
                                        <p:clrVal>
                                          <a:schemeClr val="bg1"/>
                                        </p:clrVal>
                                      </p:to>
                                    </p:set>
                                    <p:set>
                                      <p:cBhvr>
                                        <p:cTn id="115" dur="indefinite"/>
                                        <p:tgtEl>
                                          <p:spTgt spid="4"/>
                                        </p:tgtEl>
                                        <p:attrNameLst>
                                          <p:attrName>fill.type</p:attrName>
                                        </p:attrNameLst>
                                      </p:cBhvr>
                                      <p:to>
                                        <p:strVal val="solid"/>
                                      </p:to>
                                    </p:set>
                                    <p:set>
                                      <p:cBhvr>
                                        <p:cTn id="116" dur="indefinite"/>
                                        <p:tgtEl>
                                          <p:spTgt spid="4"/>
                                        </p:tgtEl>
                                        <p:attrNameLst>
                                          <p:attrName>fill.on</p:attrName>
                                        </p:attrNameLst>
                                      </p:cBhvr>
                                      <p:to>
                                        <p:strVal val="true"/>
                                      </p:to>
                                    </p:set>
                                  </p:childTnLst>
                                </p:cTn>
                              </p:par>
                              <p:par>
                                <p:cTn id="117" presetID="1" presetClass="entr" presetSubtype="0" fill="hold" grpId="2" nodeType="withEffect">
                                  <p:stCondLst>
                                    <p:cond delay="0"/>
                                  </p:stCondLst>
                                  <p:childTnLst>
                                    <p:set>
                                      <p:cBhvr>
                                        <p:cTn id="118" dur="1" fill="hold">
                                          <p:stCondLst>
                                            <p:cond delay="0"/>
                                          </p:stCondLst>
                                        </p:cTn>
                                        <p:tgtEl>
                                          <p:spTgt spid="25"/>
                                        </p:tgtEl>
                                        <p:attrNameLst>
                                          <p:attrName>style.visibility</p:attrName>
                                        </p:attrNameLst>
                                      </p:cBhvr>
                                      <p:to>
                                        <p:strVal val="visible"/>
                                      </p:to>
                                    </p:set>
                                  </p:childTnLst>
                                </p:cTn>
                              </p:par>
                              <p:par>
                                <p:cTn id="119" presetID="1" presetClass="exit" presetSubtype="0" fill="hold" grpId="1" nodeType="withEffect">
                                  <p:stCondLst>
                                    <p:cond delay="0"/>
                                  </p:stCondLst>
                                  <p:childTnLst>
                                    <p:set>
                                      <p:cBhvr>
                                        <p:cTn id="120" dur="1" fill="hold">
                                          <p:stCondLst>
                                            <p:cond delay="0"/>
                                          </p:stCondLst>
                                        </p:cTn>
                                        <p:tgtEl>
                                          <p:spTgt spid="28"/>
                                        </p:tgtEl>
                                        <p:attrNameLst>
                                          <p:attrName>style.visibility</p:attrName>
                                        </p:attrNameLst>
                                      </p:cBhvr>
                                      <p:to>
                                        <p:strVal val="hidden"/>
                                      </p:to>
                                    </p:set>
                                  </p:childTnLst>
                                </p:cTn>
                              </p:par>
                              <p:par>
                                <p:cTn id="121" presetID="1" presetClass="emph" presetSubtype="1" nodeType="withEffect">
                                  <p:stCondLst>
                                    <p:cond delay="0"/>
                                  </p:stCondLst>
                                  <p:childTnLst>
                                    <p:set>
                                      <p:cBhvr>
                                        <p:cTn id="122" dur="indefinite"/>
                                        <p:tgtEl>
                                          <p:spTgt spid="6"/>
                                        </p:tgtEl>
                                        <p:attrNameLst>
                                          <p:attrName>fillcolor</p:attrName>
                                        </p:attrNameLst>
                                      </p:cBhvr>
                                      <p:to>
                                        <p:clrVal>
                                          <a:srgbClr val="66FF33"/>
                                        </p:clrVal>
                                      </p:to>
                                    </p:set>
                                    <p:set>
                                      <p:cBhvr>
                                        <p:cTn id="123" dur="indefinite"/>
                                        <p:tgtEl>
                                          <p:spTgt spid="6"/>
                                        </p:tgtEl>
                                        <p:attrNameLst>
                                          <p:attrName>fill.type</p:attrName>
                                        </p:attrNameLst>
                                      </p:cBhvr>
                                      <p:to>
                                        <p:strVal val="solid"/>
                                      </p:to>
                                    </p:set>
                                    <p:set>
                                      <p:cBhvr>
                                        <p:cTn id="124" dur="indefinite"/>
                                        <p:tgtEl>
                                          <p:spTgt spid="6"/>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3" nodeType="clickEffect">
                                  <p:stCondLst>
                                    <p:cond delay="0"/>
                                  </p:stCondLst>
                                  <p:childTnLst>
                                    <p:set>
                                      <p:cBhvr>
                                        <p:cTn id="128" dur="1" fill="hold">
                                          <p:stCondLst>
                                            <p:cond delay="0"/>
                                          </p:stCondLst>
                                        </p:cTn>
                                        <p:tgtEl>
                                          <p:spTgt spid="30"/>
                                        </p:tgtEl>
                                        <p:attrNameLst>
                                          <p:attrName>style.visibility</p:attrName>
                                        </p:attrNameLst>
                                      </p:cBhvr>
                                      <p:to>
                                        <p:strVal val="hidden"/>
                                      </p:to>
                                    </p:set>
                                  </p:childTnLst>
                                </p:cTn>
                              </p:par>
                              <p:par>
                                <p:cTn id="129" presetID="1" presetClass="entr" presetSubtype="0" fill="hold" grpId="1" nodeType="withEffect">
                                  <p:stCondLst>
                                    <p:cond delay="0"/>
                                  </p:stCondLst>
                                  <p:childTnLst>
                                    <p:set>
                                      <p:cBhvr>
                                        <p:cTn id="130" dur="1" fill="hold">
                                          <p:stCondLst>
                                            <p:cond delay="0"/>
                                          </p:stCondLst>
                                        </p:cTn>
                                        <p:tgtEl>
                                          <p:spTgt spid="2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2" nodeType="clickEffect">
                                  <p:stCondLst>
                                    <p:cond delay="0"/>
                                  </p:stCondLst>
                                  <p:childTnLst>
                                    <p:set>
                                      <p:cBhvr>
                                        <p:cTn id="136" dur="1" fill="hold">
                                          <p:stCondLst>
                                            <p:cond delay="0"/>
                                          </p:stCondLst>
                                        </p:cTn>
                                        <p:tgtEl>
                                          <p:spTgt spid="18"/>
                                        </p:tgtEl>
                                        <p:attrNameLst>
                                          <p:attrName>style.visibility</p:attrName>
                                        </p:attrNameLst>
                                      </p:cBhvr>
                                      <p:to>
                                        <p:strVal val="hidden"/>
                                      </p:to>
                                    </p:set>
                                  </p:childTnLst>
                                </p:cTn>
                              </p:par>
                              <p:par>
                                <p:cTn id="137" presetID="8" presetClass="emph" presetSubtype="0" fill="hold" nodeType="withEffect">
                                  <p:stCondLst>
                                    <p:cond delay="0"/>
                                  </p:stCondLst>
                                  <p:childTnLst>
                                    <p:animRot by="5400000">
                                      <p:cBhvr>
                                        <p:cTn id="138" dur="2000" fill="hold"/>
                                        <p:tgtEl>
                                          <p:spTgt spid="42"/>
                                        </p:tgtEl>
                                        <p:attrNameLst>
                                          <p:attrName>r</p:attrName>
                                        </p:attrNameLst>
                                      </p:cBhvr>
                                    </p:animRot>
                                  </p:childTnLst>
                                </p:cTn>
                              </p:par>
                            </p:childTnLst>
                          </p:cTn>
                        </p:par>
                        <p:par>
                          <p:cTn id="139" fill="hold">
                            <p:stCondLst>
                              <p:cond delay="2000"/>
                            </p:stCondLst>
                            <p:childTnLst>
                              <p:par>
                                <p:cTn id="140" presetID="63" presetClass="path" presetSubtype="0" accel="50000" decel="50000" fill="hold" grpId="1" nodeType="afterEffect">
                                  <p:stCondLst>
                                    <p:cond delay="0"/>
                                  </p:stCondLst>
                                  <p:childTnLst>
                                    <p:animMotion origin="layout" path="M 0 0  L 0.25 0  E" pathEditMode="relative" ptsTypes="">
                                      <p:cBhvr>
                                        <p:cTn id="141" dur="2000" fill="hold"/>
                                        <p:tgtEl>
                                          <p:spTgt spid="46"/>
                                        </p:tgtEl>
                                        <p:attrNameLst>
                                          <p:attrName>ppt_x</p:attrName>
                                          <p:attrName>ppt_y</p:attrName>
                                        </p:attrNameLst>
                                      </p:cBhvr>
                                    </p:animMotion>
                                  </p:childTnLst>
                                </p:cTn>
                              </p:par>
                              <p:par>
                                <p:cTn id="142" presetID="1" presetClass="entr" presetSubtype="0" fill="hold" grpId="0" nodeType="withEffect">
                                  <p:stCondLst>
                                    <p:cond delay="0"/>
                                  </p:stCondLst>
                                  <p:childTnLst>
                                    <p:set>
                                      <p:cBhvr>
                                        <p:cTn id="143" dur="1" fill="hold">
                                          <p:stCondLst>
                                            <p:cond delay="0"/>
                                          </p:stCondLst>
                                        </p:cTn>
                                        <p:tgtEl>
                                          <p:spTgt spid="19"/>
                                        </p:tgtEl>
                                        <p:attrNameLst>
                                          <p:attrName>style.visibility</p:attrName>
                                        </p:attrNameLst>
                                      </p:cBhvr>
                                      <p:to>
                                        <p:strVal val="visible"/>
                                      </p:to>
                                    </p:set>
                                  </p:childTnLst>
                                </p:cTn>
                              </p:par>
                              <p:par>
                                <p:cTn id="144" presetID="0" presetClass="path" presetSubtype="0" accel="50000" decel="50000" fill="hold" grpId="1" nodeType="withEffect">
                                  <p:stCondLst>
                                    <p:cond delay="0"/>
                                  </p:stCondLst>
                                  <p:childTnLst>
                                    <p:animMotion origin="layout" path="M -6.94444E-6 -7.60407E-6 C 0.01215 -0.04557 0.0243 -0.09113 0.0434 -0.11587 C 0.06249 -0.14062 0.08281 -0.14177 0.1144 -0.14871 C 0.146 -0.15565 0.19322 -0.16698 0.23333 -0.15819 C 0.27343 -0.14941 0.31423 -0.12304 0.35503 -0.09645 " pathEditMode="relative" ptsTypes="aaaaA">
                                      <p:cBhvr>
                                        <p:cTn id="145" dur="500" fill="hold"/>
                                        <p:tgtEl>
                                          <p:spTgt spid="19"/>
                                        </p:tgtEl>
                                        <p:attrNameLst>
                                          <p:attrName>ppt_x</p:attrName>
                                          <p:attrName>ppt_y</p:attrName>
                                        </p:attrNameLst>
                                      </p:cBhvr>
                                    </p:animMotion>
                                  </p:childTnLst>
                                </p:cTn>
                              </p:par>
                            </p:childTnLst>
                          </p:cTn>
                        </p:par>
                        <p:par>
                          <p:cTn id="146" fill="hold">
                            <p:stCondLst>
                              <p:cond delay="4000"/>
                            </p:stCondLst>
                            <p:childTnLst>
                              <p:par>
                                <p:cTn id="147" presetID="1" presetClass="exit" presetSubtype="0" fill="hold" grpId="2" nodeType="afterEffect">
                                  <p:stCondLst>
                                    <p:cond delay="0"/>
                                  </p:stCondLst>
                                  <p:childTnLst>
                                    <p:set>
                                      <p:cBhvr>
                                        <p:cTn id="148" dur="1" fill="hold">
                                          <p:stCondLst>
                                            <p:cond delay="0"/>
                                          </p:stCondLst>
                                        </p:cTn>
                                        <p:tgtEl>
                                          <p:spTgt spid="46"/>
                                        </p:tgtEl>
                                        <p:attrNameLst>
                                          <p:attrName>style.visibility</p:attrName>
                                        </p:attrNameLst>
                                      </p:cBhvr>
                                      <p:to>
                                        <p:strVal val="hidden"/>
                                      </p:to>
                                    </p:set>
                                  </p:childTnLst>
                                </p:cTn>
                              </p:par>
                            </p:childTnLst>
                          </p:cTn>
                        </p:par>
                        <p:par>
                          <p:cTn id="149" fill="hold">
                            <p:stCondLst>
                              <p:cond delay="4000"/>
                            </p:stCondLst>
                            <p:childTnLst>
                              <p:par>
                                <p:cTn id="150" presetID="1" presetClass="emph" presetSubtype="1" nodeType="afterEffect">
                                  <p:stCondLst>
                                    <p:cond delay="0"/>
                                  </p:stCondLst>
                                  <p:childTnLst>
                                    <p:set>
                                      <p:cBhvr>
                                        <p:cTn id="151" dur="indefinite"/>
                                        <p:tgtEl>
                                          <p:spTgt spid="6"/>
                                        </p:tgtEl>
                                        <p:attrNameLst>
                                          <p:attrName>fillcolor</p:attrName>
                                        </p:attrNameLst>
                                      </p:cBhvr>
                                      <p:to>
                                        <p:clrVal>
                                          <a:schemeClr val="bg1"/>
                                        </p:clrVal>
                                      </p:to>
                                    </p:set>
                                    <p:set>
                                      <p:cBhvr>
                                        <p:cTn id="152" dur="indefinite"/>
                                        <p:tgtEl>
                                          <p:spTgt spid="6"/>
                                        </p:tgtEl>
                                        <p:attrNameLst>
                                          <p:attrName>fill.type</p:attrName>
                                        </p:attrNameLst>
                                      </p:cBhvr>
                                      <p:to>
                                        <p:strVal val="solid"/>
                                      </p:to>
                                    </p:set>
                                    <p:set>
                                      <p:cBhvr>
                                        <p:cTn id="153" dur="indefinite"/>
                                        <p:tgtEl>
                                          <p:spTgt spid="6"/>
                                        </p:tgtEl>
                                        <p:attrNameLst>
                                          <p:attrName>fill.on</p:attrName>
                                        </p:attrNameLst>
                                      </p:cBhvr>
                                      <p:to>
                                        <p:strVal val="true"/>
                                      </p:to>
                                    </p:set>
                                  </p:childTnLst>
                                </p:cTn>
                              </p:par>
                              <p:par>
                                <p:cTn id="154" presetID="1" presetClass="entr" presetSubtype="0" fill="hold" grpId="2" nodeType="withEffect">
                                  <p:stCondLst>
                                    <p:cond delay="0"/>
                                  </p:stCondLst>
                                  <p:childTnLst>
                                    <p:set>
                                      <p:cBhvr>
                                        <p:cTn id="155" dur="1" fill="hold">
                                          <p:stCondLst>
                                            <p:cond delay="0"/>
                                          </p:stCondLst>
                                        </p:cTn>
                                        <p:tgtEl>
                                          <p:spTgt spid="28"/>
                                        </p:tgtEl>
                                        <p:attrNameLst>
                                          <p:attrName>style.visibility</p:attrName>
                                        </p:attrNameLst>
                                      </p:cBhvr>
                                      <p:to>
                                        <p:strVal val="visible"/>
                                      </p:to>
                                    </p:set>
                                  </p:childTnLst>
                                </p:cTn>
                              </p:par>
                              <p:par>
                                <p:cTn id="156" presetID="1" presetClass="exit" presetSubtype="0" fill="hold" grpId="3" nodeType="withEffect">
                                  <p:stCondLst>
                                    <p:cond delay="0"/>
                                  </p:stCondLst>
                                  <p:childTnLst>
                                    <p:set>
                                      <p:cBhvr>
                                        <p:cTn id="157" dur="1" fill="hold">
                                          <p:stCondLst>
                                            <p:cond delay="0"/>
                                          </p:stCondLst>
                                        </p:cTn>
                                        <p:tgtEl>
                                          <p:spTgt spid="25"/>
                                        </p:tgtEl>
                                        <p:attrNameLst>
                                          <p:attrName>style.visibility</p:attrName>
                                        </p:attrNameLst>
                                      </p:cBhvr>
                                      <p:to>
                                        <p:strVal val="hidden"/>
                                      </p:to>
                                    </p:set>
                                  </p:childTnLst>
                                </p:cTn>
                              </p:par>
                              <p:par>
                                <p:cTn id="158" presetID="1" presetClass="emph" presetSubtype="1" nodeType="withEffect">
                                  <p:stCondLst>
                                    <p:cond delay="0"/>
                                  </p:stCondLst>
                                  <p:childTnLst>
                                    <p:set>
                                      <p:cBhvr>
                                        <p:cTn id="159" dur="indefinite"/>
                                        <p:tgtEl>
                                          <p:spTgt spid="4"/>
                                        </p:tgtEl>
                                        <p:attrNameLst>
                                          <p:attrName>fillcolor</p:attrName>
                                        </p:attrNameLst>
                                      </p:cBhvr>
                                      <p:to>
                                        <p:clrVal>
                                          <a:srgbClr val="66FF33"/>
                                        </p:clrVal>
                                      </p:to>
                                    </p:set>
                                    <p:set>
                                      <p:cBhvr>
                                        <p:cTn id="160" dur="indefinite"/>
                                        <p:tgtEl>
                                          <p:spTgt spid="4"/>
                                        </p:tgtEl>
                                        <p:attrNameLst>
                                          <p:attrName>fill.type</p:attrName>
                                        </p:attrNameLst>
                                      </p:cBhvr>
                                      <p:to>
                                        <p:strVal val="solid"/>
                                      </p:to>
                                    </p:set>
                                    <p:set>
                                      <p:cBhvr>
                                        <p:cTn id="161" dur="indefinite"/>
                                        <p:tgtEl>
                                          <p:spTgt spid="4"/>
                                        </p:tgtEl>
                                        <p:attrNameLst>
                                          <p:attrName>fill.on</p:attrName>
                                        </p:attrNameLst>
                                      </p:cBhvr>
                                      <p:to>
                                        <p:strVal val="true"/>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3" nodeType="clickEffect">
                                  <p:stCondLst>
                                    <p:cond delay="0"/>
                                  </p:stCondLst>
                                  <p:childTnLst>
                                    <p:set>
                                      <p:cBhvr>
                                        <p:cTn id="165" dur="1" fill="hold">
                                          <p:stCondLst>
                                            <p:cond delay="0"/>
                                          </p:stCondLst>
                                        </p:cTn>
                                        <p:tgtEl>
                                          <p:spTgt spid="27"/>
                                        </p:tgtEl>
                                        <p:attrNameLst>
                                          <p:attrName>style.visibility</p:attrName>
                                        </p:attrNameLst>
                                      </p:cBhvr>
                                      <p:to>
                                        <p:strVal val="hidden"/>
                                      </p:to>
                                    </p:set>
                                  </p:childTnLst>
                                </p:cTn>
                              </p:par>
                              <p:par>
                                <p:cTn id="166" presetID="1" presetClass="entr" presetSubtype="0" fill="hold" grpId="0" nodeType="withEffect">
                                  <p:stCondLst>
                                    <p:cond delay="0"/>
                                  </p:stCondLst>
                                  <p:childTnLst>
                                    <p:set>
                                      <p:cBhvr>
                                        <p:cTn id="167" dur="1" fill="hold">
                                          <p:stCondLst>
                                            <p:cond delay="0"/>
                                          </p:stCondLst>
                                        </p:cTn>
                                        <p:tgtEl>
                                          <p:spTgt spid="31"/>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47"/>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48"/>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xit" presetSubtype="0" fill="hold" grpId="2" nodeType="clickEffect">
                                  <p:stCondLst>
                                    <p:cond delay="0"/>
                                  </p:stCondLst>
                                  <p:childTnLst>
                                    <p:set>
                                      <p:cBhvr>
                                        <p:cTn id="175" dur="1" fill="hold">
                                          <p:stCondLst>
                                            <p:cond delay="0"/>
                                          </p:stCondLst>
                                        </p:cTn>
                                        <p:tgtEl>
                                          <p:spTgt spid="19"/>
                                        </p:tgtEl>
                                        <p:attrNameLst>
                                          <p:attrName>style.visibility</p:attrName>
                                        </p:attrNameLst>
                                      </p:cBhvr>
                                      <p:to>
                                        <p:strVal val="hidden"/>
                                      </p:to>
                                    </p:set>
                                  </p:childTnLst>
                                </p:cTn>
                              </p:par>
                              <p:par>
                                <p:cTn id="176" presetID="1" presetClass="entr" presetSubtype="0" fill="hold" grpId="0" nodeType="withEffect">
                                  <p:stCondLst>
                                    <p:cond delay="0"/>
                                  </p:stCondLst>
                                  <p:childTnLst>
                                    <p:set>
                                      <p:cBhvr>
                                        <p:cTn id="177" dur="1" fill="hold">
                                          <p:stCondLst>
                                            <p:cond delay="0"/>
                                          </p:stCondLst>
                                        </p:cTn>
                                        <p:tgtEl>
                                          <p:spTgt spid="20"/>
                                        </p:tgtEl>
                                        <p:attrNameLst>
                                          <p:attrName>style.visibility</p:attrName>
                                        </p:attrNameLst>
                                      </p:cBhvr>
                                      <p:to>
                                        <p:strVal val="visible"/>
                                      </p:to>
                                    </p:set>
                                  </p:childTnLst>
                                </p:cTn>
                              </p:par>
                              <p:par>
                                <p:cTn id="178" presetID="0" presetClass="path" presetSubtype="0" accel="50000" decel="50000" fill="hold" grpId="1" nodeType="withEffect">
                                  <p:stCondLst>
                                    <p:cond delay="0"/>
                                  </p:stCondLst>
                                  <p:childTnLst>
                                    <p:animMotion origin="layout" path="M -0.00833 1.43386E-6 C 0.00469 0.00902 0.01788 0.01804 0.02778 0.01734 C 0.03767 0.01665 0.04861 0.02151 0.05104 -0.00393 C 0.05347 -0.02937 0.04549 -0.10222 0.04236 -0.13506 C 0.03924 -0.1679 0.03698 -0.19195 0.03229 -0.20074 C 0.0276 -0.20953 0.01858 -0.19912 0.01476 -0.18733 C 0.01094 -0.17553 0.01198 -0.15888 0.00903 -0.12928 C 0.00608 -0.09968 -0.00069 -0.0296 -0.0026 -0.00971 " pathEditMode="relative" rAng="0" ptsTypes="aaaaaaaA">
                                      <p:cBhvr>
                                        <p:cTn id="179" dur="500" fill="hold"/>
                                        <p:tgtEl>
                                          <p:spTgt spid="20"/>
                                        </p:tgtEl>
                                        <p:attrNameLst>
                                          <p:attrName>ppt_x</p:attrName>
                                          <p:attrName>ppt_y</p:attrName>
                                        </p:attrNameLst>
                                      </p:cBhvr>
                                      <p:rCtr x="3090" y="-9413"/>
                                    </p:animMotion>
                                  </p:childTnLst>
                                </p:cTn>
                              </p:par>
                              <p:par>
                                <p:cTn id="180" presetID="35" presetClass="path" presetSubtype="0" accel="50000" decel="50000" fill="hold" grpId="1" nodeType="withEffect">
                                  <p:stCondLst>
                                    <p:cond delay="0"/>
                                  </p:stCondLst>
                                  <p:childTnLst>
                                    <p:animMotion origin="layout" path="M 0 0  L -0.25 0  E" pathEditMode="relative" ptsTypes="">
                                      <p:cBhvr>
                                        <p:cTn id="181" dur="2000" fill="hold"/>
                                        <p:tgtEl>
                                          <p:spTgt spid="47"/>
                                        </p:tgtEl>
                                        <p:attrNameLst>
                                          <p:attrName>ppt_x</p:attrName>
                                          <p:attrName>ppt_y</p:attrName>
                                        </p:attrNameLst>
                                      </p:cBhvr>
                                    </p:animMotion>
                                  </p:childTnLst>
                                </p:cTn>
                              </p:par>
                              <p:par>
                                <p:cTn id="182" presetID="63" presetClass="path" presetSubtype="0" accel="50000" decel="50000" fill="hold" grpId="1" nodeType="withEffect">
                                  <p:stCondLst>
                                    <p:cond delay="0"/>
                                  </p:stCondLst>
                                  <p:childTnLst>
                                    <p:animMotion origin="layout" path="M 0 0  L 0.25 0  E" pathEditMode="relative" ptsTypes="">
                                      <p:cBhvr>
                                        <p:cTn id="183" dur="2000" fill="hold"/>
                                        <p:tgtEl>
                                          <p:spTgt spid="48"/>
                                        </p:tgtEl>
                                        <p:attrNameLst>
                                          <p:attrName>ppt_x</p:attrName>
                                          <p:attrName>ppt_y</p:attrName>
                                        </p:attrNameLst>
                                      </p:cBhvr>
                                    </p:animMotion>
                                  </p:childTnLst>
                                </p:cTn>
                              </p:par>
                            </p:childTnLst>
                          </p:cTn>
                        </p:par>
                        <p:par>
                          <p:cTn id="184" fill="hold">
                            <p:stCondLst>
                              <p:cond delay="2000"/>
                            </p:stCondLst>
                            <p:childTnLst>
                              <p:par>
                                <p:cTn id="185" presetID="1" presetClass="exit" presetSubtype="0" fill="hold" grpId="2" nodeType="afterEffect">
                                  <p:stCondLst>
                                    <p:cond delay="0"/>
                                  </p:stCondLst>
                                  <p:childTnLst>
                                    <p:set>
                                      <p:cBhvr>
                                        <p:cTn id="186" dur="1" fill="hold">
                                          <p:stCondLst>
                                            <p:cond delay="0"/>
                                          </p:stCondLst>
                                        </p:cTn>
                                        <p:tgtEl>
                                          <p:spTgt spid="47"/>
                                        </p:tgtEl>
                                        <p:attrNameLst>
                                          <p:attrName>style.visibility</p:attrName>
                                        </p:attrNameLst>
                                      </p:cBhvr>
                                      <p:to>
                                        <p:strVal val="hidden"/>
                                      </p:to>
                                    </p:set>
                                  </p:childTnLst>
                                </p:cTn>
                              </p:par>
                              <p:par>
                                <p:cTn id="187" presetID="1" presetClass="exit" presetSubtype="0" fill="hold" grpId="2" nodeType="withEffect">
                                  <p:stCondLst>
                                    <p:cond delay="0"/>
                                  </p:stCondLst>
                                  <p:childTnLst>
                                    <p:set>
                                      <p:cBhvr>
                                        <p:cTn id="188" dur="1" fill="hold">
                                          <p:stCondLst>
                                            <p:cond delay="0"/>
                                          </p:stCondLst>
                                        </p:cTn>
                                        <p:tgtEl>
                                          <p:spTgt spid="4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31"/>
                                        </p:tgtEl>
                                        <p:attrNameLst>
                                          <p:attrName>style.visibility</p:attrName>
                                        </p:attrNameLst>
                                      </p:cBhvr>
                                      <p:to>
                                        <p:strVal val="hidden"/>
                                      </p:to>
                                    </p:set>
                                  </p:childTnLst>
                                </p:cTn>
                              </p:par>
                              <p:par>
                                <p:cTn id="193" presetID="1" presetClass="entr" presetSubtype="0" fill="hold" grpId="1" nodeType="withEffect">
                                  <p:stCondLst>
                                    <p:cond delay="0"/>
                                  </p:stCondLst>
                                  <p:childTnLst>
                                    <p:set>
                                      <p:cBhvr>
                                        <p:cTn id="194" dur="1" fill="hold">
                                          <p:stCondLst>
                                            <p:cond delay="0"/>
                                          </p:stCondLst>
                                        </p:cTn>
                                        <p:tgtEl>
                                          <p:spTgt spid="30"/>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2" nodeType="clickEffect">
                                  <p:stCondLst>
                                    <p:cond delay="0"/>
                                  </p:stCondLst>
                                  <p:childTnLst>
                                    <p:set>
                                      <p:cBhvr>
                                        <p:cTn id="198" dur="1" fill="hold">
                                          <p:stCondLst>
                                            <p:cond delay="0"/>
                                          </p:stCondLst>
                                        </p:cTn>
                                        <p:tgtEl>
                                          <p:spTgt spid="20"/>
                                        </p:tgtEl>
                                        <p:attrNameLst>
                                          <p:attrName>style.visibility</p:attrName>
                                        </p:attrNameLst>
                                      </p:cBhvr>
                                      <p:to>
                                        <p:strVal val="hidden"/>
                                      </p:to>
                                    </p:set>
                                  </p:childTnLst>
                                </p:cTn>
                              </p:par>
                              <p:par>
                                <p:cTn id="199" presetID="1" presetClass="entr" presetSubtype="0" fill="hold" grpId="0" nodeType="withEffect">
                                  <p:stCondLst>
                                    <p:cond delay="0"/>
                                  </p:stCondLst>
                                  <p:childTnLst>
                                    <p:set>
                                      <p:cBhvr>
                                        <p:cTn id="200" dur="1" fill="hold">
                                          <p:stCondLst>
                                            <p:cond delay="0"/>
                                          </p:stCondLst>
                                        </p:cTn>
                                        <p:tgtEl>
                                          <p:spTgt spid="21"/>
                                        </p:tgtEl>
                                        <p:attrNameLst>
                                          <p:attrName>style.visibility</p:attrName>
                                        </p:attrNameLst>
                                      </p:cBhvr>
                                      <p:to>
                                        <p:strVal val="visible"/>
                                      </p:to>
                                    </p:set>
                                  </p:childTnLst>
                                </p:cTn>
                              </p:par>
                              <p:par>
                                <p:cTn id="201" presetID="0" presetClass="path" presetSubtype="0" accel="50000" decel="50000" fill="hold" grpId="1" nodeType="withEffect">
                                  <p:stCondLst>
                                    <p:cond delay="0"/>
                                  </p:stCondLst>
                                  <p:childTnLst>
                                    <p:animMotion origin="layout" path="M -3.33333E-6 -0.00185 C -0.01232 0.05203 -0.02465 0.10592 -0.05503 0.13529 C -0.08541 0.16466 -0.1401 0.17368 -0.18264 0.17391 C -0.22517 0.17414 -0.27934 0.15102 -0.31007 0.13714 C -0.3408 0.12326 -0.35729 0.09852 -0.36666 0.09089 " pathEditMode="relative" rAng="0" ptsTypes="aaaaA">
                                      <p:cBhvr>
                                        <p:cTn id="202" dur="500" fill="hold"/>
                                        <p:tgtEl>
                                          <p:spTgt spid="21"/>
                                        </p:tgtEl>
                                        <p:attrNameLst>
                                          <p:attrName>ppt_x</p:attrName>
                                          <p:attrName>ppt_y</p:attrName>
                                        </p:attrNameLst>
                                      </p:cBhvr>
                                      <p:rCtr x="-18333" y="8788"/>
                                    </p:animMotion>
                                  </p:childTnLst>
                                </p:cTn>
                              </p:par>
                              <p:par>
                                <p:cTn id="203" presetID="8" presetClass="emph" presetSubtype="0" fill="hold" nodeType="withEffect">
                                  <p:stCondLst>
                                    <p:cond delay="0"/>
                                  </p:stCondLst>
                                  <p:childTnLst>
                                    <p:animRot by="-5400000">
                                      <p:cBhvr>
                                        <p:cTn id="204" dur="2000" fill="hold"/>
                                        <p:tgtEl>
                                          <p:spTgt spid="42"/>
                                        </p:tgtEl>
                                        <p:attrNameLst>
                                          <p:attrName>r</p:attrName>
                                        </p:attrNameLst>
                                      </p:cBhvr>
                                    </p:animRot>
                                  </p:childTnLst>
                                </p:cTn>
                              </p:par>
                            </p:childTnLst>
                          </p:cTn>
                        </p:par>
                        <p:par>
                          <p:cTn id="205" fill="hold">
                            <p:stCondLst>
                              <p:cond delay="2000"/>
                            </p:stCondLst>
                            <p:childTnLst>
                              <p:par>
                                <p:cTn id="206" presetID="1" presetClass="emph" presetSubtype="1" nodeType="afterEffect">
                                  <p:stCondLst>
                                    <p:cond delay="0"/>
                                  </p:stCondLst>
                                  <p:childTnLst>
                                    <p:set>
                                      <p:cBhvr>
                                        <p:cTn id="207" dur="indefinite"/>
                                        <p:tgtEl>
                                          <p:spTgt spid="4"/>
                                        </p:tgtEl>
                                        <p:attrNameLst>
                                          <p:attrName>fillcolor</p:attrName>
                                        </p:attrNameLst>
                                      </p:cBhvr>
                                      <p:to>
                                        <p:clrVal>
                                          <a:schemeClr val="bg1"/>
                                        </p:clrVal>
                                      </p:to>
                                    </p:set>
                                    <p:set>
                                      <p:cBhvr>
                                        <p:cTn id="208" dur="indefinite"/>
                                        <p:tgtEl>
                                          <p:spTgt spid="4"/>
                                        </p:tgtEl>
                                        <p:attrNameLst>
                                          <p:attrName>fill.type</p:attrName>
                                        </p:attrNameLst>
                                      </p:cBhvr>
                                      <p:to>
                                        <p:strVal val="solid"/>
                                      </p:to>
                                    </p:set>
                                    <p:set>
                                      <p:cBhvr>
                                        <p:cTn id="209" dur="indefinite"/>
                                        <p:tgtEl>
                                          <p:spTgt spid="4"/>
                                        </p:tgtEl>
                                        <p:attrNameLst>
                                          <p:attrName>fill.on</p:attrName>
                                        </p:attrNameLst>
                                      </p:cBhvr>
                                      <p:to>
                                        <p:strVal val="true"/>
                                      </p:to>
                                    </p:set>
                                  </p:childTnLst>
                                </p:cTn>
                              </p:par>
                              <p:par>
                                <p:cTn id="210" presetID="1" presetClass="entr" presetSubtype="0" fill="hold" grpId="4" nodeType="withEffect">
                                  <p:stCondLst>
                                    <p:cond delay="0"/>
                                  </p:stCondLst>
                                  <p:childTnLst>
                                    <p:set>
                                      <p:cBhvr>
                                        <p:cTn id="211" dur="1" fill="hold">
                                          <p:stCondLst>
                                            <p:cond delay="0"/>
                                          </p:stCondLst>
                                        </p:cTn>
                                        <p:tgtEl>
                                          <p:spTgt spid="25"/>
                                        </p:tgtEl>
                                        <p:attrNameLst>
                                          <p:attrName>style.visibility</p:attrName>
                                        </p:attrNameLst>
                                      </p:cBhvr>
                                      <p:to>
                                        <p:strVal val="visible"/>
                                      </p:to>
                                    </p:set>
                                  </p:childTnLst>
                                </p:cTn>
                              </p:par>
                              <p:par>
                                <p:cTn id="212" presetID="1" presetClass="exit" presetSubtype="0" fill="hold" grpId="3" nodeType="withEffect">
                                  <p:stCondLst>
                                    <p:cond delay="0"/>
                                  </p:stCondLst>
                                  <p:childTnLst>
                                    <p:set>
                                      <p:cBhvr>
                                        <p:cTn id="213" dur="1" fill="hold">
                                          <p:stCondLst>
                                            <p:cond delay="0"/>
                                          </p:stCondLst>
                                        </p:cTn>
                                        <p:tgtEl>
                                          <p:spTgt spid="28"/>
                                        </p:tgtEl>
                                        <p:attrNameLst>
                                          <p:attrName>style.visibility</p:attrName>
                                        </p:attrNameLst>
                                      </p:cBhvr>
                                      <p:to>
                                        <p:strVal val="hidden"/>
                                      </p:to>
                                    </p:set>
                                  </p:childTnLst>
                                </p:cTn>
                              </p:par>
                              <p:par>
                                <p:cTn id="214" presetID="1" presetClass="emph" presetSubtype="1" nodeType="withEffect">
                                  <p:stCondLst>
                                    <p:cond delay="0"/>
                                  </p:stCondLst>
                                  <p:childTnLst>
                                    <p:set>
                                      <p:cBhvr>
                                        <p:cTn id="215" dur="indefinite"/>
                                        <p:tgtEl>
                                          <p:spTgt spid="6"/>
                                        </p:tgtEl>
                                        <p:attrNameLst>
                                          <p:attrName>fillcolor</p:attrName>
                                        </p:attrNameLst>
                                      </p:cBhvr>
                                      <p:to>
                                        <p:clrVal>
                                          <a:srgbClr val="66FF33"/>
                                        </p:clrVal>
                                      </p:to>
                                    </p:set>
                                    <p:set>
                                      <p:cBhvr>
                                        <p:cTn id="216" dur="indefinite"/>
                                        <p:tgtEl>
                                          <p:spTgt spid="6"/>
                                        </p:tgtEl>
                                        <p:attrNameLst>
                                          <p:attrName>fill.type</p:attrName>
                                        </p:attrNameLst>
                                      </p:cBhvr>
                                      <p:to>
                                        <p:strVal val="solid"/>
                                      </p:to>
                                    </p:set>
                                    <p:set>
                                      <p:cBhvr>
                                        <p:cTn id="217" dur="indefinite"/>
                                        <p:tgtEl>
                                          <p:spTgt spid="6"/>
                                        </p:tgtEl>
                                        <p:attrNameLst>
                                          <p:attrName>fill.on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1" presetClass="exit" presetSubtype="0" fill="hold" grpId="4" nodeType="clickEffect">
                                  <p:stCondLst>
                                    <p:cond delay="0"/>
                                  </p:stCondLst>
                                  <p:childTnLst>
                                    <p:set>
                                      <p:cBhvr>
                                        <p:cTn id="221" dur="1" fill="hold">
                                          <p:stCondLst>
                                            <p:cond delay="0"/>
                                          </p:stCondLst>
                                        </p:cTn>
                                        <p:tgtEl>
                                          <p:spTgt spid="30"/>
                                        </p:tgtEl>
                                        <p:attrNameLst>
                                          <p:attrName>style.visibility</p:attrName>
                                        </p:attrNameLst>
                                      </p:cBhvr>
                                      <p:to>
                                        <p:strVal val="hidden"/>
                                      </p:to>
                                    </p:set>
                                  </p:childTnLst>
                                </p:cTn>
                              </p:par>
                              <p:par>
                                <p:cTn id="222" presetID="1" presetClass="entr" presetSubtype="0" fill="hold" grpId="1" nodeType="withEffect">
                                  <p:stCondLst>
                                    <p:cond delay="0"/>
                                  </p:stCondLst>
                                  <p:childTnLst>
                                    <p:set>
                                      <p:cBhvr>
                                        <p:cTn id="223" dur="1" fill="hold">
                                          <p:stCondLst>
                                            <p:cond delay="0"/>
                                          </p:stCondLst>
                                        </p:cTn>
                                        <p:tgtEl>
                                          <p:spTgt spid="29"/>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49"/>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xit" presetSubtype="0" fill="hold" grpId="2" nodeType="clickEffect">
                                  <p:stCondLst>
                                    <p:cond delay="0"/>
                                  </p:stCondLst>
                                  <p:childTnLst>
                                    <p:set>
                                      <p:cBhvr>
                                        <p:cTn id="229" dur="1" fill="hold">
                                          <p:stCondLst>
                                            <p:cond delay="0"/>
                                          </p:stCondLst>
                                        </p:cTn>
                                        <p:tgtEl>
                                          <p:spTgt spid="21"/>
                                        </p:tgtEl>
                                        <p:attrNameLst>
                                          <p:attrName>style.visibility</p:attrName>
                                        </p:attrNameLst>
                                      </p:cBhvr>
                                      <p:to>
                                        <p:strVal val="hidden"/>
                                      </p:to>
                                    </p:set>
                                  </p:childTnLst>
                                </p:cTn>
                              </p:par>
                              <p:par>
                                <p:cTn id="230" presetID="1" presetClass="entr" presetSubtype="0" fill="hold" grpId="0" nodeType="withEffect">
                                  <p:stCondLst>
                                    <p:cond delay="0"/>
                                  </p:stCondLst>
                                  <p:childTnLst>
                                    <p:set>
                                      <p:cBhvr>
                                        <p:cTn id="231" dur="1" fill="hold">
                                          <p:stCondLst>
                                            <p:cond delay="0"/>
                                          </p:stCondLst>
                                        </p:cTn>
                                        <p:tgtEl>
                                          <p:spTgt spid="22"/>
                                        </p:tgtEl>
                                        <p:attrNameLst>
                                          <p:attrName>style.visibility</p:attrName>
                                        </p:attrNameLst>
                                      </p:cBhvr>
                                      <p:to>
                                        <p:strVal val="visible"/>
                                      </p:to>
                                    </p:set>
                                  </p:childTnLst>
                                </p:cTn>
                              </p:par>
                              <p:par>
                                <p:cTn id="232" presetID="0" presetClass="path" presetSubtype="0" accel="50000" decel="50000" fill="hold" grpId="1" nodeType="withEffect">
                                  <p:stCondLst>
                                    <p:cond delay="0"/>
                                  </p:stCondLst>
                                  <p:childTnLst>
                                    <p:animMotion origin="layout" path="M 3.33333E-6 4.21832E-6 C -0.02049 -0.02706 -0.04098 -0.05389 -0.04636 -0.10061 C -0.05174 -0.14732 -0.03854 -0.25347 -0.03195 -0.28007 C -0.02535 -0.30666 -0.01354 -0.29209 -0.00729 -0.26064 C -0.00104 -0.22919 0.00347 -0.11911 0.00573 -0.09089 " pathEditMode="relative" rAng="0" ptsTypes="aaaaA">
                                      <p:cBhvr>
                                        <p:cTn id="233" dur="500" fill="hold"/>
                                        <p:tgtEl>
                                          <p:spTgt spid="22"/>
                                        </p:tgtEl>
                                        <p:attrNameLst>
                                          <p:attrName>ppt_x</p:attrName>
                                          <p:attrName>ppt_y</p:attrName>
                                        </p:attrNameLst>
                                      </p:cBhvr>
                                      <p:rCtr x="-2309" y="-15333"/>
                                    </p:animMotion>
                                  </p:childTnLst>
                                </p:cTn>
                              </p:par>
                            </p:childTnLst>
                          </p:cTn>
                        </p:par>
                        <p:par>
                          <p:cTn id="234" fill="hold">
                            <p:stCondLst>
                              <p:cond delay="500"/>
                            </p:stCondLst>
                            <p:childTnLst>
                              <p:par>
                                <p:cTn id="235" presetID="1" presetClass="emph" presetSubtype="1" nodeType="afterEffect">
                                  <p:stCondLst>
                                    <p:cond delay="0"/>
                                  </p:stCondLst>
                                  <p:childTnLst>
                                    <p:set>
                                      <p:cBhvr>
                                        <p:cTn id="236" dur="indefinite"/>
                                        <p:tgtEl>
                                          <p:spTgt spid="4"/>
                                        </p:tgtEl>
                                        <p:attrNameLst>
                                          <p:attrName>fillcolor</p:attrName>
                                        </p:attrNameLst>
                                      </p:cBhvr>
                                      <p:to>
                                        <p:clrVal>
                                          <a:schemeClr val="bg1"/>
                                        </p:clrVal>
                                      </p:to>
                                    </p:set>
                                    <p:set>
                                      <p:cBhvr>
                                        <p:cTn id="237" dur="indefinite"/>
                                        <p:tgtEl>
                                          <p:spTgt spid="4"/>
                                        </p:tgtEl>
                                        <p:attrNameLst>
                                          <p:attrName>fill.type</p:attrName>
                                        </p:attrNameLst>
                                      </p:cBhvr>
                                      <p:to>
                                        <p:strVal val="solid"/>
                                      </p:to>
                                    </p:set>
                                    <p:set>
                                      <p:cBhvr>
                                        <p:cTn id="238" dur="indefinite"/>
                                        <p:tgtEl>
                                          <p:spTgt spid="4"/>
                                        </p:tgtEl>
                                        <p:attrNameLst>
                                          <p:attrName>fill.on</p:attrName>
                                        </p:attrNameLst>
                                      </p:cBhvr>
                                      <p:to>
                                        <p:strVal val="true"/>
                                      </p:to>
                                    </p:set>
                                  </p:childTnLst>
                                </p:cTn>
                              </p:par>
                              <p:par>
                                <p:cTn id="239" presetID="1" presetClass="emph" presetSubtype="1" nodeType="withEffect">
                                  <p:stCondLst>
                                    <p:cond delay="0"/>
                                  </p:stCondLst>
                                  <p:childTnLst>
                                    <p:set>
                                      <p:cBhvr>
                                        <p:cTn id="240" dur="indefinite"/>
                                        <p:tgtEl>
                                          <p:spTgt spid="6"/>
                                        </p:tgtEl>
                                        <p:attrNameLst>
                                          <p:attrName>fillcolor</p:attrName>
                                        </p:attrNameLst>
                                      </p:cBhvr>
                                      <p:to>
                                        <p:clrVal>
                                          <a:srgbClr val="66FF33"/>
                                        </p:clrVal>
                                      </p:to>
                                    </p:set>
                                    <p:set>
                                      <p:cBhvr>
                                        <p:cTn id="241" dur="indefinite"/>
                                        <p:tgtEl>
                                          <p:spTgt spid="6"/>
                                        </p:tgtEl>
                                        <p:attrNameLst>
                                          <p:attrName>fill.type</p:attrName>
                                        </p:attrNameLst>
                                      </p:cBhvr>
                                      <p:to>
                                        <p:strVal val="solid"/>
                                      </p:to>
                                    </p:set>
                                    <p:set>
                                      <p:cBhvr>
                                        <p:cTn id="242" dur="indefinite"/>
                                        <p:tgtEl>
                                          <p:spTgt spid="6"/>
                                        </p:tgtEl>
                                        <p:attrNameLst>
                                          <p:attrName>fill.on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1" presetClass="exit" presetSubtype="0" fill="hold" grpId="2" nodeType="clickEffect">
                                  <p:stCondLst>
                                    <p:cond delay="0"/>
                                  </p:stCondLst>
                                  <p:childTnLst>
                                    <p:set>
                                      <p:cBhvr>
                                        <p:cTn id="246" dur="1" fill="hold">
                                          <p:stCondLst>
                                            <p:cond delay="0"/>
                                          </p:stCondLst>
                                        </p:cTn>
                                        <p:tgtEl>
                                          <p:spTgt spid="29"/>
                                        </p:tgtEl>
                                        <p:attrNameLst>
                                          <p:attrName>style.visibility</p:attrName>
                                        </p:attrNameLst>
                                      </p:cBhvr>
                                      <p:to>
                                        <p:strVal val="hidden"/>
                                      </p:to>
                                    </p:set>
                                  </p:childTnLst>
                                </p:cTn>
                              </p:par>
                              <p:par>
                                <p:cTn id="247" presetID="1" presetClass="entr" presetSubtype="0" fill="hold" grpId="2" nodeType="withEffect">
                                  <p:stCondLst>
                                    <p:cond delay="0"/>
                                  </p:stCondLst>
                                  <p:childTnLst>
                                    <p:set>
                                      <p:cBhvr>
                                        <p:cTn id="248" dur="1" fill="hold">
                                          <p:stCondLst>
                                            <p:cond delay="0"/>
                                          </p:stCondLst>
                                        </p:cTn>
                                        <p:tgtEl>
                                          <p:spTgt spid="30"/>
                                        </p:tgtEl>
                                        <p:attrNameLst>
                                          <p:attrName>style.visibility</p:attrName>
                                        </p:attrNameLst>
                                      </p:cBhvr>
                                      <p:to>
                                        <p:strVal val="visible"/>
                                      </p:to>
                                    </p:set>
                                  </p:childTnLst>
                                </p:cTn>
                              </p:par>
                              <p:par>
                                <p:cTn id="249" presetID="1" presetClass="exit" presetSubtype="0" fill="hold" grpId="1" nodeType="withEffect">
                                  <p:stCondLst>
                                    <p:cond delay="0"/>
                                  </p:stCondLst>
                                  <p:childTnLst>
                                    <p:set>
                                      <p:cBhvr>
                                        <p:cTn id="250" dur="1" fill="hold">
                                          <p:stCondLst>
                                            <p:cond delay="0"/>
                                          </p:stCondLst>
                                        </p:cTn>
                                        <p:tgtEl>
                                          <p:spTgt spid="49"/>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 presetClass="exit" presetSubtype="0" fill="hold" grpId="2" nodeType="clickEffect">
                                  <p:stCondLst>
                                    <p:cond delay="0"/>
                                  </p:stCondLst>
                                  <p:childTnLst>
                                    <p:set>
                                      <p:cBhvr>
                                        <p:cTn id="254" dur="1" fill="hold">
                                          <p:stCondLst>
                                            <p:cond delay="0"/>
                                          </p:stCondLst>
                                        </p:cTn>
                                        <p:tgtEl>
                                          <p:spTgt spid="22"/>
                                        </p:tgtEl>
                                        <p:attrNameLst>
                                          <p:attrName>style.visibility</p:attrName>
                                        </p:attrNameLst>
                                      </p:cBhvr>
                                      <p:to>
                                        <p:strVal val="hidden"/>
                                      </p:to>
                                    </p:set>
                                  </p:childTnLst>
                                </p:cTn>
                              </p:par>
                              <p:par>
                                <p:cTn id="255" presetID="1" presetClass="entr" presetSubtype="0" fill="hold" grpId="0" nodeType="withEffect">
                                  <p:stCondLst>
                                    <p:cond delay="0"/>
                                  </p:stCondLst>
                                  <p:childTnLst>
                                    <p:set>
                                      <p:cBhvr>
                                        <p:cTn id="256" dur="1" fill="hold">
                                          <p:stCondLst>
                                            <p:cond delay="0"/>
                                          </p:stCondLst>
                                        </p:cTn>
                                        <p:tgtEl>
                                          <p:spTgt spid="23"/>
                                        </p:tgtEl>
                                        <p:attrNameLst>
                                          <p:attrName>style.visibility</p:attrName>
                                        </p:attrNameLst>
                                      </p:cBhvr>
                                      <p:to>
                                        <p:strVal val="visible"/>
                                      </p:to>
                                    </p:set>
                                  </p:childTnLst>
                                </p:cTn>
                              </p:par>
                              <p:par>
                                <p:cTn id="257" presetID="0" presetClass="path" presetSubtype="0" accel="50000" decel="50000" fill="hold" grpId="1" nodeType="withEffect">
                                  <p:stCondLst>
                                    <p:cond delay="0"/>
                                  </p:stCondLst>
                                  <p:childTnLst>
                                    <p:animMotion origin="layout" path="M -0.00816 0.00162 C -0.03246 0.01087 -0.05659 0.02012 -0.06336 -0.01203 C -0.07014 -0.04417 -0.05538 -0.16513 -0.04878 -0.19149 C -0.04218 -0.21785 -0.03055 -0.19935 -0.02413 -0.17021 C -0.0177 -0.14107 -0.01215 -0.0414 -0.00972 -0.01596 " pathEditMode="relative" rAng="0" ptsTypes="aaaaA">
                                      <p:cBhvr>
                                        <p:cTn id="258" dur="500" fill="hold"/>
                                        <p:tgtEl>
                                          <p:spTgt spid="23"/>
                                        </p:tgtEl>
                                        <p:attrNameLst>
                                          <p:attrName>ppt_x</p:attrName>
                                          <p:attrName>ppt_y</p:attrName>
                                        </p:attrNameLst>
                                      </p:cBhvr>
                                      <p:rCtr x="-3108" y="-10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p:bldP spid="12" grpId="0"/>
      <p:bldP spid="13" grpId="0"/>
      <p:bldP spid="14" grpId="0"/>
      <p:bldP spid="15" grpId="0"/>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5" grpId="0" animBg="1"/>
      <p:bldP spid="25" grpId="1" animBg="1"/>
      <p:bldP spid="25" grpId="2" animBg="1"/>
      <p:bldP spid="25" grpId="3" animBg="1"/>
      <p:bldP spid="25" grpId="4" animBg="1"/>
      <p:bldP spid="27" grpId="0" animBg="1"/>
      <p:bldP spid="27" grpId="1" animBg="1"/>
      <p:bldP spid="27" grpId="2" animBg="1"/>
      <p:bldP spid="27" grpId="3" animBg="1"/>
      <p:bldP spid="28" grpId="0" animBg="1"/>
      <p:bldP spid="28" grpId="1" animBg="1"/>
      <p:bldP spid="28" grpId="2" animBg="1"/>
      <p:bldP spid="28" grpId="3" animBg="1"/>
      <p:bldP spid="29" grpId="0" animBg="1"/>
      <p:bldP spid="29" grpId="1" animBg="1"/>
      <p:bldP spid="29" grpId="2" animBg="1"/>
      <p:bldP spid="29" grpId="3" animBg="1"/>
      <p:bldP spid="30" grpId="0" animBg="1"/>
      <p:bldP spid="30" grpId="1" animBg="1"/>
      <p:bldP spid="30" grpId="2" animBg="1"/>
      <p:bldP spid="30" grpId="3" animBg="1"/>
      <p:bldP spid="30" grpId="4" animBg="1"/>
      <p:bldP spid="31" grpId="0" animBg="1"/>
      <p:bldP spid="31" grpId="1" animBg="1"/>
      <p:bldP spid="32" grpId="0"/>
      <p:bldP spid="33" grpId="0"/>
      <p:bldP spid="34" grpId="0"/>
      <p:bldP spid="35" grpId="0"/>
      <p:bldP spid="41" grpId="0" animBg="1"/>
      <p:bldP spid="41" grpId="1" animBg="1"/>
      <p:bldP spid="41"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DBBDF0-EC40-424F-B5DE-8FCD87108915}"/>
              </a:ext>
            </a:extLst>
          </p:cNvPr>
          <p:cNvSpPr>
            <a:spLocks noGrp="1"/>
          </p:cNvSpPr>
          <p:nvPr>
            <p:ph type="title"/>
          </p:nvPr>
        </p:nvSpPr>
        <p:spPr/>
        <p:txBody>
          <a:bodyPr/>
          <a:lstStyle/>
          <a:p>
            <a:r>
              <a:rPr lang="en-US" dirty="0"/>
              <a:t>Machine Models</a:t>
            </a:r>
          </a:p>
        </p:txBody>
      </p:sp>
      <p:sp>
        <p:nvSpPr>
          <p:cNvPr id="2" name="Content Placeholder 1">
            <a:extLst>
              <a:ext uri="{FF2B5EF4-FFF2-40B4-BE49-F238E27FC236}">
                <a16:creationId xmlns:a16="http://schemas.microsoft.com/office/drawing/2014/main" id="{A96ADD91-0968-4FAD-9CA9-7B94E87D4F1A}"/>
              </a:ext>
            </a:extLst>
          </p:cNvPr>
          <p:cNvSpPr>
            <a:spLocks noGrp="1"/>
          </p:cNvSpPr>
          <p:nvPr>
            <p:ph idx="1"/>
          </p:nvPr>
        </p:nvSpPr>
        <p:spPr>
          <a:xfrm>
            <a:off x="33438" y="1389673"/>
            <a:ext cx="3242518" cy="4355800"/>
          </a:xfrm>
        </p:spPr>
        <p:txBody>
          <a:bodyPr>
            <a:normAutofit fontScale="85000" lnSpcReduction="10000"/>
          </a:bodyPr>
          <a:lstStyle/>
          <a:p>
            <a:pPr algn="just"/>
            <a:r>
              <a:rPr lang="en-US" sz="2400" dirty="0"/>
              <a:t>Computation is the processing of information by the </a:t>
            </a:r>
            <a:r>
              <a:rPr lang="en-US" sz="2400" b="1" dirty="0"/>
              <a:t>unlimited application</a:t>
            </a:r>
            <a:r>
              <a:rPr lang="en-US" sz="2400" dirty="0"/>
              <a:t> of a </a:t>
            </a:r>
            <a:r>
              <a:rPr lang="en-US" sz="2400" b="1" dirty="0"/>
              <a:t>finite set</a:t>
            </a:r>
            <a:r>
              <a:rPr lang="en-US" sz="2400" dirty="0"/>
              <a:t> of operations or rules.</a:t>
            </a:r>
          </a:p>
          <a:p>
            <a:pPr algn="just"/>
            <a:r>
              <a:rPr lang="en-US" b="1" dirty="0"/>
              <a:t>Abstraction:</a:t>
            </a:r>
            <a:r>
              <a:rPr lang="en-US" dirty="0"/>
              <a:t> We don’t care how the control is implemented. </a:t>
            </a:r>
          </a:p>
          <a:p>
            <a:pPr marL="0" indent="0" algn="just">
              <a:buNone/>
            </a:pPr>
            <a:r>
              <a:rPr lang="en-US" dirty="0"/>
              <a:t>We just require it to – </a:t>
            </a:r>
          </a:p>
          <a:p>
            <a:pPr algn="just"/>
            <a:r>
              <a:rPr lang="en-US" dirty="0"/>
              <a:t>read a given input string</a:t>
            </a:r>
          </a:p>
          <a:p>
            <a:pPr algn="just"/>
            <a:r>
              <a:rPr lang="en-US" dirty="0"/>
              <a:t>have a finite number of states, and </a:t>
            </a:r>
          </a:p>
          <a:p>
            <a:pPr algn="just"/>
            <a:r>
              <a:rPr lang="en-US" dirty="0"/>
              <a:t>transition between states using fixed rules.</a:t>
            </a:r>
          </a:p>
        </p:txBody>
      </p:sp>
      <p:sp>
        <p:nvSpPr>
          <p:cNvPr id="4" name="Text Placeholder 3">
            <a:extLst>
              <a:ext uri="{FF2B5EF4-FFF2-40B4-BE49-F238E27FC236}">
                <a16:creationId xmlns:a16="http://schemas.microsoft.com/office/drawing/2014/main" id="{7EA6496F-6F11-4EF5-99C9-E2122A901826}"/>
              </a:ext>
            </a:extLst>
          </p:cNvPr>
          <p:cNvSpPr>
            <a:spLocks noGrp="1"/>
          </p:cNvSpPr>
          <p:nvPr>
            <p:ph type="body" sz="half" idx="2"/>
          </p:nvPr>
        </p:nvSpPr>
        <p:spPr>
          <a:xfrm>
            <a:off x="27711" y="5745479"/>
            <a:ext cx="3275953" cy="691551"/>
          </a:xfrm>
        </p:spPr>
        <p:txBody>
          <a:bodyPr>
            <a:normAutofit/>
          </a:bodyPr>
          <a:lstStyle/>
          <a:p>
            <a:pPr algn="just"/>
            <a:r>
              <a:rPr lang="en-US" sz="1800" dirty="0"/>
              <a:t>Finite State Machine</a:t>
            </a:r>
          </a:p>
        </p:txBody>
      </p:sp>
      <p:sp>
        <p:nvSpPr>
          <p:cNvPr id="3" name="Footer Placeholder 2">
            <a:extLst>
              <a:ext uri="{FF2B5EF4-FFF2-40B4-BE49-F238E27FC236}">
                <a16:creationId xmlns:a16="http://schemas.microsoft.com/office/drawing/2014/main" id="{2EFD22FD-AD12-4FB8-8B49-1160B5D62609}"/>
              </a:ext>
            </a:extLst>
          </p:cNvPr>
          <p:cNvSpPr>
            <a:spLocks noGrp="1"/>
          </p:cNvSpPr>
          <p:nvPr>
            <p:ph type="ftr" sz="quarter" idx="11"/>
          </p:nvPr>
        </p:nvSpPr>
        <p:spPr/>
        <p:txBody>
          <a:bodyPr/>
          <a:lstStyle/>
          <a:p>
            <a:r>
              <a:rPr lang="en-US"/>
              <a:t>CSC3113: Theory of Computation</a:t>
            </a:r>
          </a:p>
        </p:txBody>
      </p:sp>
      <p:pic>
        <p:nvPicPr>
          <p:cNvPr id="16" name="Picture Placeholder 15" descr="A screenshot of a cell phone&#10;&#10;Description automatically generated">
            <a:extLst>
              <a:ext uri="{FF2B5EF4-FFF2-40B4-BE49-F238E27FC236}">
                <a16:creationId xmlns:a16="http://schemas.microsoft.com/office/drawing/2014/main" id="{01B3FDF7-E5F4-4F4F-B53E-B2ECE2D0A9CA}"/>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tretch/>
        </p:blipFill>
        <p:spPr>
          <a:xfrm>
            <a:off x="3703320" y="221600"/>
            <a:ext cx="5085114" cy="6237066"/>
          </a:xfrm>
        </p:spPr>
      </p:pic>
    </p:spTree>
    <p:extLst>
      <p:ext uri="{BB962C8B-B14F-4D97-AF65-F5344CB8AC3E}">
        <p14:creationId xmlns:p14="http://schemas.microsoft.com/office/powerpoint/2010/main" val="1495368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11738D-F60E-490B-B9BD-FCA4852C828B}"/>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9E2A6031-83B8-4498-9FDD-3A02758A9D3B}"/>
              </a:ext>
            </a:extLst>
          </p:cNvPr>
          <p:cNvSpPr>
            <a:spLocks noGrp="1"/>
          </p:cNvSpPr>
          <p:nvPr>
            <p:ph type="body" sz="half" idx="2"/>
          </p:nvPr>
        </p:nvSpPr>
        <p:spPr/>
        <p:txBody>
          <a:bodyPr/>
          <a:lstStyle/>
          <a:p>
            <a:r>
              <a:rPr lang="en-US" b="1" dirty="0"/>
              <a:t>Finite Automata (FA)</a:t>
            </a:r>
          </a:p>
        </p:txBody>
      </p:sp>
      <p:sp>
        <p:nvSpPr>
          <p:cNvPr id="5" name="Title 4">
            <a:extLst>
              <a:ext uri="{FF2B5EF4-FFF2-40B4-BE49-F238E27FC236}">
                <a16:creationId xmlns:a16="http://schemas.microsoft.com/office/drawing/2014/main" id="{57D072BE-DD25-48CF-862F-998D3E928030}"/>
              </a:ext>
            </a:extLst>
          </p:cNvPr>
          <p:cNvSpPr>
            <a:spLocks noGrp="1"/>
          </p:cNvSpPr>
          <p:nvPr>
            <p:ph type="title"/>
          </p:nvPr>
        </p:nvSpPr>
        <p:spPr/>
        <p:txBody>
          <a:bodyPr/>
          <a:lstStyle/>
          <a:p>
            <a:r>
              <a:rPr lang="en-US" dirty="0"/>
              <a:t>Machine Model</a:t>
            </a:r>
          </a:p>
        </p:txBody>
      </p:sp>
      <p:pic>
        <p:nvPicPr>
          <p:cNvPr id="8" name="Picture Placeholder 7" descr="A picture containing clock&#10;&#10;Description automatically generated">
            <a:extLst>
              <a:ext uri="{FF2B5EF4-FFF2-40B4-BE49-F238E27FC236}">
                <a16:creationId xmlns:a16="http://schemas.microsoft.com/office/drawing/2014/main" id="{5A565040-C646-4614-B78E-6ED323840B1F}"/>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230061" y="85490"/>
            <a:ext cx="5868219" cy="2667372"/>
          </a:xfrm>
        </p:spPr>
      </p:pic>
      <p:sp>
        <p:nvSpPr>
          <p:cNvPr id="2" name="Content Placeholder 1">
            <a:extLst>
              <a:ext uri="{FF2B5EF4-FFF2-40B4-BE49-F238E27FC236}">
                <a16:creationId xmlns:a16="http://schemas.microsoft.com/office/drawing/2014/main" id="{D4DADD91-F04B-4976-A2B0-B24866CD7C36}"/>
              </a:ext>
            </a:extLst>
          </p:cNvPr>
          <p:cNvSpPr>
            <a:spLocks noGrp="1"/>
          </p:cNvSpPr>
          <p:nvPr>
            <p:ph sz="quarter" idx="14"/>
          </p:nvPr>
        </p:nvSpPr>
        <p:spPr/>
        <p:txBody>
          <a:bodyPr/>
          <a:lstStyle/>
          <a:p>
            <a:r>
              <a:rPr lang="en-US" dirty="0"/>
              <a:t>Machine with a </a:t>
            </a:r>
            <a:r>
              <a:rPr lang="en-US" i="1" dirty="0"/>
              <a:t>finite</a:t>
            </a:r>
            <a:r>
              <a:rPr lang="en-US" dirty="0"/>
              <a:t> amount of unstructured </a:t>
            </a:r>
            <a:r>
              <a:rPr lang="en-US" i="1" dirty="0"/>
              <a:t>memory</a:t>
            </a:r>
            <a:r>
              <a:rPr lang="en-US" dirty="0"/>
              <a:t>.</a:t>
            </a:r>
          </a:p>
          <a:p>
            <a:pPr lvl="1"/>
            <a:r>
              <a:rPr lang="en-US" i="1" dirty="0"/>
              <a:t>Control</a:t>
            </a:r>
            <a:r>
              <a:rPr lang="en-US" dirty="0"/>
              <a:t> scans a given input string only </a:t>
            </a:r>
            <a:r>
              <a:rPr lang="en-US" u="sng" dirty="0"/>
              <a:t>once</a:t>
            </a:r>
            <a:r>
              <a:rPr lang="en-US" dirty="0"/>
              <a:t> (</a:t>
            </a:r>
            <a:r>
              <a:rPr lang="en-US" i="1" dirty="0"/>
              <a:t>from some language</a:t>
            </a:r>
            <a:r>
              <a:rPr lang="en-US" dirty="0"/>
              <a:t>) </a:t>
            </a:r>
            <a:r>
              <a:rPr lang="en-US" u="sng" dirty="0"/>
              <a:t>left-to-right</a:t>
            </a:r>
            <a:r>
              <a:rPr lang="en-US" dirty="0"/>
              <a:t>, </a:t>
            </a:r>
            <a:r>
              <a:rPr lang="en-US" u="sng" dirty="0"/>
              <a:t>one by one</a:t>
            </a:r>
            <a:r>
              <a:rPr lang="en-US" dirty="0"/>
              <a:t>.</a:t>
            </a:r>
          </a:p>
          <a:p>
            <a:pPr lvl="1"/>
            <a:r>
              <a:rPr lang="en-US" dirty="0"/>
              <a:t>Can </a:t>
            </a:r>
            <a:r>
              <a:rPr lang="en-US" u="sng" dirty="0"/>
              <a:t>check/match</a:t>
            </a:r>
            <a:r>
              <a:rPr lang="en-US" dirty="0"/>
              <a:t> simple patterns (by </a:t>
            </a:r>
            <a:r>
              <a:rPr lang="en-US" i="1" dirty="0"/>
              <a:t>transiting from state to state based on some given rules</a:t>
            </a:r>
            <a:r>
              <a:rPr lang="en-US" dirty="0"/>
              <a:t>)</a:t>
            </a:r>
          </a:p>
          <a:p>
            <a:pPr lvl="1"/>
            <a:r>
              <a:rPr lang="en-US" dirty="0"/>
              <a:t>Can’t perform unlimited counting</a:t>
            </a:r>
          </a:p>
          <a:p>
            <a:r>
              <a:rPr lang="en-US" dirty="0"/>
              <a:t>Useful for modeling chips, simple control systems, adventure games…</a:t>
            </a:r>
          </a:p>
        </p:txBody>
      </p:sp>
    </p:spTree>
    <p:extLst>
      <p:ext uri="{BB962C8B-B14F-4D97-AF65-F5344CB8AC3E}">
        <p14:creationId xmlns:p14="http://schemas.microsoft.com/office/powerpoint/2010/main" val="1354522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E1A9DB-07B6-4B09-B494-1998A71FB78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3D3C568-8FC1-42B9-A1D5-050361524217}"/>
              </a:ext>
            </a:extLst>
          </p:cNvPr>
          <p:cNvSpPr>
            <a:spLocks noGrp="1"/>
          </p:cNvSpPr>
          <p:nvPr>
            <p:ph type="body" sz="quarter" idx="12"/>
          </p:nvPr>
        </p:nvSpPr>
        <p:spPr/>
        <p:txBody>
          <a:bodyPr/>
          <a:lstStyle/>
          <a:p>
            <a:r>
              <a:rPr lang="en-US" dirty="0"/>
              <a:t>Finite Automata – definition </a:t>
            </a:r>
          </a:p>
        </p:txBody>
      </p:sp>
      <p:sp>
        <p:nvSpPr>
          <p:cNvPr id="4" name="Text Placeholder 3">
            <a:extLst>
              <a:ext uri="{FF2B5EF4-FFF2-40B4-BE49-F238E27FC236}">
                <a16:creationId xmlns:a16="http://schemas.microsoft.com/office/drawing/2014/main" id="{F8BFB07A-FB2D-4CA1-B208-084F664954F2}"/>
              </a:ext>
            </a:extLst>
          </p:cNvPr>
          <p:cNvSpPr>
            <a:spLocks noGrp="1"/>
          </p:cNvSpPr>
          <p:nvPr>
            <p:ph type="body" sz="quarter" idx="13"/>
          </p:nvPr>
        </p:nvSpPr>
        <p:spPr>
          <a:xfrm>
            <a:off x="2" y="2316480"/>
            <a:ext cx="9143998" cy="4120837"/>
          </a:xfrm>
        </p:spPr>
        <p:txBody>
          <a:bodyPr>
            <a:normAutofit fontScale="85000" lnSpcReduction="10000"/>
          </a:bodyPr>
          <a:lstStyle/>
          <a:p>
            <a:r>
              <a:rPr lang="en-US" dirty="0"/>
              <a:t>A finite automata has several parts – </a:t>
            </a:r>
          </a:p>
          <a:p>
            <a:pPr lvl="1" algn="just"/>
            <a:r>
              <a:rPr lang="en-US" sz="2200" dirty="0"/>
              <a:t>It has a precise </a:t>
            </a:r>
            <a:r>
              <a:rPr lang="en-US" sz="2200" b="1" dirty="0"/>
              <a:t>set</a:t>
            </a:r>
            <a:r>
              <a:rPr lang="en-US" sz="2200" dirty="0"/>
              <a:t> of </a:t>
            </a:r>
            <a:r>
              <a:rPr lang="en-US" sz="2200" b="1" dirty="0"/>
              <a:t>inputs</a:t>
            </a:r>
            <a:r>
              <a:rPr lang="en-US" sz="2200" dirty="0"/>
              <a:t> (</a:t>
            </a:r>
            <a:r>
              <a:rPr lang="en-US" sz="2200" i="1" dirty="0"/>
              <a:t>Language</a:t>
            </a:r>
            <a:r>
              <a:rPr lang="en-US" sz="2200" dirty="0"/>
              <a:t>)</a:t>
            </a:r>
          </a:p>
          <a:p>
            <a:pPr lvl="2" algn="just"/>
            <a:r>
              <a:rPr lang="en-US" dirty="0"/>
              <a:t>Example: FRONT, REAR, BOTH, NEITHER.</a:t>
            </a:r>
          </a:p>
          <a:p>
            <a:pPr lvl="1" algn="just"/>
            <a:r>
              <a:rPr lang="en-US" sz="2200" b="1" dirty="0"/>
              <a:t>Set</a:t>
            </a:r>
            <a:r>
              <a:rPr lang="en-US" sz="2200" dirty="0"/>
              <a:t> of </a:t>
            </a:r>
            <a:r>
              <a:rPr lang="en-US" sz="2200" b="1" dirty="0"/>
              <a:t>states</a:t>
            </a:r>
            <a:r>
              <a:rPr lang="en-US" sz="2200" dirty="0"/>
              <a:t> </a:t>
            </a:r>
          </a:p>
          <a:p>
            <a:pPr lvl="2" algn="just"/>
            <a:r>
              <a:rPr lang="en-US" dirty="0"/>
              <a:t>Example: the auto door has CLOSED and OPEN states</a:t>
            </a:r>
            <a:r>
              <a:rPr lang="en-US" sz="1800" dirty="0"/>
              <a:t>.</a:t>
            </a:r>
          </a:p>
          <a:p>
            <a:pPr lvl="1" algn="just"/>
            <a:r>
              <a:rPr lang="en-US" sz="2200" dirty="0"/>
              <a:t>Initial (</a:t>
            </a:r>
            <a:r>
              <a:rPr lang="en-US" sz="2200" b="1" dirty="0"/>
              <a:t>start</a:t>
            </a:r>
            <a:r>
              <a:rPr lang="en-US" sz="2200" dirty="0"/>
              <a:t>) state must be defined </a:t>
            </a:r>
          </a:p>
          <a:p>
            <a:pPr lvl="2" algn="just"/>
            <a:r>
              <a:rPr lang="en-US" dirty="0"/>
              <a:t>Example: CLOSED in the door example.</a:t>
            </a:r>
          </a:p>
          <a:p>
            <a:pPr lvl="1" algn="just"/>
            <a:r>
              <a:rPr lang="en-US" sz="2200" b="1" dirty="0"/>
              <a:t>Rules</a:t>
            </a:r>
            <a:r>
              <a:rPr lang="en-US" sz="2200" dirty="0"/>
              <a:t> for going from one state to another </a:t>
            </a:r>
            <a:r>
              <a:rPr lang="en-US" sz="2000" dirty="0"/>
              <a:t>based on input Also known as transition rules.</a:t>
            </a:r>
            <a:endParaRPr lang="en-US" sz="2200" dirty="0"/>
          </a:p>
          <a:p>
            <a:pPr lvl="2" algn="just"/>
            <a:r>
              <a:rPr lang="en-US" dirty="0"/>
              <a:t>Example: if door is in CLOSED state and [</a:t>
            </a:r>
            <a:r>
              <a:rPr lang="en-US" i="1" dirty="0"/>
              <a:t>rule</a:t>
            </a:r>
            <a:r>
              <a:rPr lang="en-US" dirty="0"/>
              <a:t>] someone is only on the front pad, then the door will go to OPEN state based on input, FRONT. </a:t>
            </a:r>
            <a:endParaRPr lang="en-US" sz="1800" dirty="0"/>
          </a:p>
          <a:p>
            <a:pPr lvl="1" algn="just"/>
            <a:r>
              <a:rPr lang="en-US" sz="2200" dirty="0"/>
              <a:t>May have one or more state(s) as goal to reach from start state. Also known as </a:t>
            </a:r>
            <a:r>
              <a:rPr lang="en-US" sz="2200" b="1" dirty="0"/>
              <a:t>set</a:t>
            </a:r>
            <a:r>
              <a:rPr lang="en-US" sz="2200" dirty="0"/>
              <a:t> of </a:t>
            </a:r>
            <a:r>
              <a:rPr lang="en-US" sz="2200" b="1" dirty="0"/>
              <a:t>final/accept</a:t>
            </a:r>
            <a:r>
              <a:rPr lang="en-US" sz="2200" dirty="0"/>
              <a:t> states </a:t>
            </a:r>
          </a:p>
          <a:p>
            <a:pPr lvl="2" algn="just"/>
            <a:r>
              <a:rPr lang="en-US" dirty="0"/>
              <a:t>Example: CLOSED as the last input signal is NIETHER in the door example.</a:t>
            </a:r>
          </a:p>
          <a:p>
            <a:pPr lvl="1" algn="just"/>
            <a:endParaRPr lang="en-US" dirty="0"/>
          </a:p>
        </p:txBody>
      </p:sp>
      <p:pic>
        <p:nvPicPr>
          <p:cNvPr id="5" name="Picture Placeholder 9" descr="A screenshot of a cell phone&#10;&#10;Description automatically generated">
            <a:extLst>
              <a:ext uri="{FF2B5EF4-FFF2-40B4-BE49-F238E27FC236}">
                <a16:creationId xmlns:a16="http://schemas.microsoft.com/office/drawing/2014/main" id="{D99C1BB0-C875-4655-86F5-0B0B8245A561}"/>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4572000" y="924876"/>
            <a:ext cx="4571998" cy="1401644"/>
          </a:xfrm>
          <a:prstGeom prst="rect">
            <a:avLst/>
          </a:prstGeom>
        </p:spPr>
      </p:pic>
      <p:pic>
        <p:nvPicPr>
          <p:cNvPr id="7" name="Picture 6">
            <a:extLst>
              <a:ext uri="{FF2B5EF4-FFF2-40B4-BE49-F238E27FC236}">
                <a16:creationId xmlns:a16="http://schemas.microsoft.com/office/drawing/2014/main" id="{DEB0D868-0443-4296-BCBD-0649290AECA7}"/>
              </a:ext>
            </a:extLst>
          </p:cNvPr>
          <p:cNvPicPr>
            <a:picLocks noChangeAspect="1"/>
          </p:cNvPicPr>
          <p:nvPr/>
        </p:nvPicPr>
        <p:blipFill>
          <a:blip r:embed="rId3"/>
          <a:stretch>
            <a:fillRect/>
          </a:stretch>
        </p:blipFill>
        <p:spPr>
          <a:xfrm>
            <a:off x="174307" y="863916"/>
            <a:ext cx="4199573" cy="1462604"/>
          </a:xfrm>
          <a:prstGeom prst="rect">
            <a:avLst/>
          </a:prstGeom>
        </p:spPr>
      </p:pic>
    </p:spTree>
    <p:extLst>
      <p:ext uri="{BB962C8B-B14F-4D97-AF65-F5344CB8AC3E}">
        <p14:creationId xmlns:p14="http://schemas.microsoft.com/office/powerpoint/2010/main" val="1524341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C7595EB-275A-49AD-9903-CA6D221261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CBD0A89-5059-407A-A532-CB4CC24819E0}"/>
              </a:ext>
            </a:extLst>
          </p:cNvPr>
          <p:cNvSpPr>
            <a:spLocks noGrp="1"/>
          </p:cNvSpPr>
          <p:nvPr>
            <p:ph type="body" sz="quarter" idx="12"/>
          </p:nvPr>
        </p:nvSpPr>
        <p:spPr/>
        <p:txBody>
          <a:bodyPr/>
          <a:lstStyle/>
          <a:p>
            <a:r>
              <a:rPr lang="en-US" dirty="0"/>
              <a:t>Deterministic Finite Automata (DFA)</a:t>
            </a:r>
          </a:p>
        </p:txBody>
      </p:sp>
      <p:sp>
        <p:nvSpPr>
          <p:cNvPr id="4" name="Text Placeholder 3">
            <a:extLst>
              <a:ext uri="{FF2B5EF4-FFF2-40B4-BE49-F238E27FC236}">
                <a16:creationId xmlns:a16="http://schemas.microsoft.com/office/drawing/2014/main" id="{2CF0C0CB-6DD8-4CD9-9B14-6773871E289B}"/>
              </a:ext>
            </a:extLst>
          </p:cNvPr>
          <p:cNvSpPr>
            <a:spLocks noGrp="1"/>
          </p:cNvSpPr>
          <p:nvPr>
            <p:ph type="body" sz="quarter" idx="13"/>
          </p:nvPr>
        </p:nvSpPr>
        <p:spPr/>
        <p:txBody>
          <a:bodyPr>
            <a:normAutofit fontScale="92500" lnSpcReduction="20000"/>
          </a:bodyPr>
          <a:lstStyle/>
          <a:p>
            <a:pPr algn="just" eaLnBrk="1" hangingPunct="1"/>
            <a:r>
              <a:rPr lang="en-US" altLang="en-US" sz="2400" dirty="0"/>
              <a:t>Every step of a computation follows in a unique way from the preceding step (deterministic computation).</a:t>
            </a:r>
          </a:p>
          <a:p>
            <a:pPr algn="just" eaLnBrk="1" hangingPunct="1"/>
            <a:r>
              <a:rPr lang="en-US" altLang="en-US" sz="2400" dirty="0"/>
              <a:t>When the machine is in a given state and reads the next input symbol, we know the next state will be – it is determined.</a:t>
            </a:r>
          </a:p>
          <a:p>
            <a:r>
              <a:rPr lang="en-US" dirty="0"/>
              <a:t>The transition rules are of the form – </a:t>
            </a:r>
          </a:p>
          <a:p>
            <a:pPr lvl="1" algn="just"/>
            <a:r>
              <a:rPr lang="en-US" u="sng" dirty="0"/>
              <a:t>Each state</a:t>
            </a:r>
            <a:r>
              <a:rPr lang="en-US" dirty="0"/>
              <a:t> must have </a:t>
            </a:r>
            <a:r>
              <a:rPr lang="en-US" u="sng" dirty="0"/>
              <a:t>exactly one transition</a:t>
            </a:r>
            <a:r>
              <a:rPr lang="en-US" dirty="0"/>
              <a:t> for </a:t>
            </a:r>
            <a:r>
              <a:rPr lang="en-US" u="sng" dirty="0"/>
              <a:t>each input</a:t>
            </a:r>
            <a:r>
              <a:rPr lang="en-US" dirty="0"/>
              <a:t> from the input set to any individual state (including itself).</a:t>
            </a:r>
          </a:p>
          <a:p>
            <a:pPr lvl="1" algn="just"/>
            <a:r>
              <a:rPr lang="en-US" dirty="0"/>
              <a:t>If there are </a:t>
            </a:r>
            <a:r>
              <a:rPr lang="en-US" b="1" i="1" u="sng" dirty="0"/>
              <a:t>n</a:t>
            </a:r>
            <a:r>
              <a:rPr lang="en-US" u="sng" dirty="0"/>
              <a:t> number of inputs</a:t>
            </a:r>
            <a:r>
              <a:rPr lang="en-US" dirty="0"/>
              <a:t>, then </a:t>
            </a:r>
            <a:r>
              <a:rPr lang="en-US" u="sng" dirty="0"/>
              <a:t>each state</a:t>
            </a:r>
            <a:r>
              <a:rPr lang="en-US" dirty="0"/>
              <a:t> must have </a:t>
            </a:r>
            <a:r>
              <a:rPr lang="en-US" u="sng" dirty="0"/>
              <a:t>exactly </a:t>
            </a:r>
            <a:r>
              <a:rPr lang="en-US" b="1" i="1" u="sng" dirty="0"/>
              <a:t>n</a:t>
            </a:r>
            <a:r>
              <a:rPr lang="en-US" u="sng" dirty="0"/>
              <a:t> transitions</a:t>
            </a:r>
            <a:r>
              <a:rPr lang="en-US" dirty="0"/>
              <a:t> to any states (including itself). </a:t>
            </a:r>
          </a:p>
          <a:p>
            <a:pPr lvl="1" algn="just"/>
            <a:r>
              <a:rPr lang="en-US" dirty="0"/>
              <a:t>There must be exactly </a:t>
            </a:r>
            <a:r>
              <a:rPr lang="en-US" u="sng" dirty="0"/>
              <a:t>one start state</a:t>
            </a:r>
            <a:r>
              <a:rPr lang="en-US" dirty="0"/>
              <a:t> to start the transition and </a:t>
            </a:r>
            <a:r>
              <a:rPr lang="en-US" u="sng" dirty="0"/>
              <a:t>one or more final states</a:t>
            </a:r>
            <a:r>
              <a:rPr lang="en-US" dirty="0"/>
              <a:t> to finish the transition.</a:t>
            </a:r>
          </a:p>
          <a:p>
            <a:r>
              <a:rPr lang="en-US" altLang="en-US" dirty="0"/>
              <a:t>Let us go through – </a:t>
            </a:r>
          </a:p>
          <a:p>
            <a:pPr marL="800100" lvl="1" indent="-342900"/>
            <a:r>
              <a:rPr lang="en-US" altLang="en-US" dirty="0"/>
              <a:t>a precise definition of a deterministic finite automaton, </a:t>
            </a:r>
          </a:p>
          <a:p>
            <a:pPr marL="800100" lvl="1" indent="-342900"/>
            <a:r>
              <a:rPr lang="en-US" altLang="en-US" dirty="0"/>
              <a:t>terminologies for describing and manipulating DFA,</a:t>
            </a:r>
          </a:p>
          <a:p>
            <a:pPr marL="800100" lvl="1" indent="-342900"/>
            <a:r>
              <a:rPr lang="en-US" altLang="en-US" dirty="0"/>
              <a:t>theoretical results that describe their powers and limitations. </a:t>
            </a:r>
          </a:p>
          <a:p>
            <a:r>
              <a:rPr lang="en-US" altLang="en-US" dirty="0"/>
              <a:t>Let us now investigate the terminologies through an example.</a:t>
            </a:r>
          </a:p>
          <a:p>
            <a:pPr algn="just"/>
            <a:endParaRPr lang="en-US" dirty="0"/>
          </a:p>
        </p:txBody>
      </p:sp>
    </p:spTree>
    <p:extLst>
      <p:ext uri="{BB962C8B-B14F-4D97-AF65-F5344CB8AC3E}">
        <p14:creationId xmlns:p14="http://schemas.microsoft.com/office/powerpoint/2010/main" val="2594793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EA30E9-734F-4194-B054-5A93291416D3}"/>
              </a:ext>
            </a:extLst>
          </p:cNvPr>
          <p:cNvSpPr>
            <a:spLocks noGrp="1"/>
          </p:cNvSpPr>
          <p:nvPr>
            <p:ph sz="half" idx="1"/>
          </p:nvPr>
        </p:nvSpPr>
        <p:spPr>
          <a:xfrm>
            <a:off x="0" y="2569029"/>
            <a:ext cx="4486216" cy="3854152"/>
          </a:xfrm>
        </p:spPr>
        <p:txBody>
          <a:bodyPr>
            <a:normAutofit fontScale="85000" lnSpcReduction="10000"/>
          </a:bodyPr>
          <a:lstStyle/>
          <a:p>
            <a:pPr algn="just">
              <a:spcBef>
                <a:spcPts val="0"/>
              </a:spcBef>
            </a:pPr>
            <a:r>
              <a:rPr lang="en-US" altLang="en-US" sz="2400" dirty="0"/>
              <a:t>3 </a:t>
            </a:r>
            <a:r>
              <a:rPr lang="en-US" altLang="en-US" sz="2400" i="1" dirty="0"/>
              <a:t>states</a:t>
            </a:r>
            <a:r>
              <a:rPr lang="en-US" altLang="en-US" sz="2400" dirty="0"/>
              <a:t>, labeled </a:t>
            </a:r>
            <a:r>
              <a:rPr lang="en-US" altLang="en-US" sz="2400" i="1" dirty="0"/>
              <a:t>q</a:t>
            </a:r>
            <a:r>
              <a:rPr lang="en-US" altLang="en-US" sz="2400" baseline="-25000" dirty="0"/>
              <a:t>1</a:t>
            </a:r>
            <a:r>
              <a:rPr lang="en-US" altLang="en-US" sz="2400" dirty="0"/>
              <a:t>, </a:t>
            </a:r>
            <a:r>
              <a:rPr lang="en-US" altLang="en-US" sz="2400" i="1" dirty="0"/>
              <a:t>q</a:t>
            </a:r>
            <a:r>
              <a:rPr lang="en-US" altLang="en-US" sz="2400" baseline="-25000" dirty="0"/>
              <a:t>2</a:t>
            </a:r>
            <a:r>
              <a:rPr lang="en-US" altLang="en-US" sz="2400" dirty="0"/>
              <a:t>, and </a:t>
            </a:r>
            <a:r>
              <a:rPr lang="en-US" altLang="en-US" sz="2400" i="1" dirty="0"/>
              <a:t>q</a:t>
            </a:r>
            <a:r>
              <a:rPr lang="en-US" altLang="en-US" sz="2400" baseline="-25000" dirty="0"/>
              <a:t>3</a:t>
            </a:r>
            <a:r>
              <a:rPr lang="en-US" altLang="en-US" sz="2400" dirty="0"/>
              <a:t>.</a:t>
            </a:r>
          </a:p>
          <a:p>
            <a:pPr algn="just">
              <a:spcBef>
                <a:spcPts val="0"/>
              </a:spcBef>
            </a:pPr>
            <a:r>
              <a:rPr lang="en-US" altLang="en-US" sz="2400" dirty="0"/>
              <a:t>The </a:t>
            </a:r>
            <a:r>
              <a:rPr lang="en-US" altLang="en-US" sz="2400" i="1" dirty="0"/>
              <a:t>start state </a:t>
            </a:r>
            <a:r>
              <a:rPr lang="en-US" altLang="en-US" sz="2400" dirty="0"/>
              <a:t>is </a:t>
            </a:r>
            <a:r>
              <a:rPr lang="en-US" altLang="en-US" sz="2400" i="1" dirty="0"/>
              <a:t>q</a:t>
            </a:r>
            <a:r>
              <a:rPr lang="en-US" altLang="en-US" sz="2400" baseline="-25000" dirty="0"/>
              <a:t>1</a:t>
            </a:r>
            <a:r>
              <a:rPr lang="en-US" altLang="en-US" sz="2400" dirty="0"/>
              <a:t>, indicated by the arrow pointing at it from no where.</a:t>
            </a:r>
          </a:p>
          <a:p>
            <a:pPr algn="just">
              <a:spcBef>
                <a:spcPts val="0"/>
              </a:spcBef>
            </a:pPr>
            <a:r>
              <a:rPr lang="en-US" altLang="en-US" sz="2400" dirty="0"/>
              <a:t>The </a:t>
            </a:r>
            <a:r>
              <a:rPr lang="en-US" altLang="en-US" sz="2400" i="1" dirty="0"/>
              <a:t>accept state</a:t>
            </a:r>
            <a:r>
              <a:rPr lang="en-US" altLang="en-US" sz="2400" dirty="0"/>
              <a:t>, </a:t>
            </a:r>
            <a:r>
              <a:rPr lang="en-US" altLang="en-US" sz="2400" i="1" dirty="0"/>
              <a:t>q</a:t>
            </a:r>
            <a:r>
              <a:rPr lang="en-US" altLang="en-US" sz="2400" baseline="-25000" dirty="0"/>
              <a:t>2</a:t>
            </a:r>
            <a:r>
              <a:rPr lang="en-US" altLang="en-US" sz="2400" dirty="0"/>
              <a:t>, is the one with a double circle.</a:t>
            </a:r>
          </a:p>
          <a:p>
            <a:pPr algn="just">
              <a:spcBef>
                <a:spcPts val="0"/>
              </a:spcBef>
            </a:pPr>
            <a:r>
              <a:rPr lang="en-US" altLang="en-US" sz="2400" dirty="0"/>
              <a:t>The arrow going from one state to another (or to itself [loop]) are called </a:t>
            </a:r>
            <a:r>
              <a:rPr lang="en-US" altLang="en-US" sz="2400" i="1" dirty="0"/>
              <a:t>transitions</a:t>
            </a:r>
            <a:r>
              <a:rPr lang="en-US" altLang="en-US" sz="2400" dirty="0"/>
              <a:t>.</a:t>
            </a:r>
          </a:p>
          <a:p>
            <a:pPr algn="just">
              <a:spcBef>
                <a:spcPts val="0"/>
              </a:spcBef>
            </a:pPr>
            <a:r>
              <a:rPr lang="en-US" altLang="en-US" sz="2400" dirty="0"/>
              <a:t>The symbol(s) along the transition is called </a:t>
            </a:r>
            <a:r>
              <a:rPr lang="en-US" altLang="en-US" sz="2400" i="1" dirty="0"/>
              <a:t>label</a:t>
            </a:r>
            <a:r>
              <a:rPr lang="en-US" altLang="en-US" sz="2400" dirty="0"/>
              <a:t>. </a:t>
            </a:r>
          </a:p>
          <a:p>
            <a:pPr algn="just">
              <a:spcBef>
                <a:spcPts val="0"/>
              </a:spcBef>
            </a:pPr>
            <a:r>
              <a:rPr lang="en-US" altLang="en-US" sz="2400" dirty="0"/>
              <a:t>Each label is from input set {0, 1}.</a:t>
            </a:r>
          </a:p>
          <a:p>
            <a:pPr algn="just">
              <a:spcBef>
                <a:spcPts val="0"/>
              </a:spcBef>
            </a:pPr>
            <a:r>
              <a:rPr lang="en-US" altLang="en-US" sz="2400" dirty="0"/>
              <a:t>From each state there are exactly one transition for each input 0 and 1.</a:t>
            </a:r>
            <a:endParaRPr lang="en-US" altLang="en-US" sz="2000" dirty="0"/>
          </a:p>
          <a:p>
            <a:endParaRPr lang="en-US" dirty="0"/>
          </a:p>
        </p:txBody>
      </p:sp>
      <p:sp>
        <p:nvSpPr>
          <p:cNvPr id="3" name="Content Placeholder 2">
            <a:extLst>
              <a:ext uri="{FF2B5EF4-FFF2-40B4-BE49-F238E27FC236}">
                <a16:creationId xmlns:a16="http://schemas.microsoft.com/office/drawing/2014/main" id="{D63AE4ED-5235-4F45-A4DA-F72022D71043}"/>
              </a:ext>
            </a:extLst>
          </p:cNvPr>
          <p:cNvSpPr>
            <a:spLocks noGrp="1"/>
          </p:cNvSpPr>
          <p:nvPr>
            <p:ph sz="half" idx="2"/>
          </p:nvPr>
        </p:nvSpPr>
        <p:spPr>
          <a:xfrm>
            <a:off x="4600095" y="2569029"/>
            <a:ext cx="4543907" cy="3854152"/>
          </a:xfrm>
        </p:spPr>
        <p:txBody>
          <a:bodyPr>
            <a:normAutofit fontScale="92500"/>
          </a:bodyPr>
          <a:lstStyle/>
          <a:p>
            <a:pPr>
              <a:lnSpc>
                <a:spcPct val="120000"/>
              </a:lnSpc>
            </a:pPr>
            <a:r>
              <a:rPr lang="en-US" altLang="en-US" sz="2000" dirty="0"/>
              <a:t>M</a:t>
            </a:r>
            <a:r>
              <a:rPr lang="en-US" altLang="en-US" sz="2000" baseline="-25000" dirty="0"/>
              <a:t>1</a:t>
            </a:r>
            <a:r>
              <a:rPr lang="en-US" altLang="en-US" sz="2000" dirty="0"/>
              <a:t> works as follows – </a:t>
            </a:r>
          </a:p>
          <a:p>
            <a:pPr lvl="1">
              <a:lnSpc>
                <a:spcPct val="120000"/>
              </a:lnSpc>
            </a:pPr>
            <a:r>
              <a:rPr lang="en-US" altLang="en-US" sz="1800" dirty="0"/>
              <a:t>The automaton receives the symbols from the input string one by one from left to right.</a:t>
            </a:r>
          </a:p>
          <a:p>
            <a:pPr lvl="1">
              <a:lnSpc>
                <a:spcPct val="120000"/>
              </a:lnSpc>
            </a:pPr>
            <a:r>
              <a:rPr lang="en-US" altLang="en-US" sz="1800" dirty="0"/>
              <a:t>After reading each symbol, M1 moves from one state to another along the transition that has the symbol as its label. </a:t>
            </a:r>
          </a:p>
          <a:p>
            <a:pPr lvl="1">
              <a:lnSpc>
                <a:spcPct val="120000"/>
              </a:lnSpc>
            </a:pPr>
            <a:r>
              <a:rPr lang="en-US" altLang="en-US" sz="1800" dirty="0"/>
              <a:t>When it reads the last symbol, M1 produces the output.</a:t>
            </a:r>
          </a:p>
          <a:p>
            <a:pPr lvl="1">
              <a:lnSpc>
                <a:spcPct val="120000"/>
              </a:lnSpc>
            </a:pPr>
            <a:r>
              <a:rPr lang="en-US" altLang="en-US" sz="1800" dirty="0"/>
              <a:t>The output is ACCEPT if M1 is now in an accept state and REJECT if it is not.</a:t>
            </a:r>
          </a:p>
          <a:p>
            <a:endParaRPr lang="en-US" dirty="0"/>
          </a:p>
        </p:txBody>
      </p:sp>
      <p:sp>
        <p:nvSpPr>
          <p:cNvPr id="4" name="Footer Placeholder 3">
            <a:extLst>
              <a:ext uri="{FF2B5EF4-FFF2-40B4-BE49-F238E27FC236}">
                <a16:creationId xmlns:a16="http://schemas.microsoft.com/office/drawing/2014/main" id="{787F4DD0-7CA3-4780-AE13-2FCC2E1C5B30}"/>
              </a:ext>
            </a:extLst>
          </p:cNvPr>
          <p:cNvSpPr>
            <a:spLocks noGrp="1"/>
          </p:cNvSpPr>
          <p:nvPr>
            <p:ph type="ftr" sz="quarter" idx="11"/>
          </p:nvPr>
        </p:nvSpPr>
        <p:spPr/>
        <p:txBody>
          <a:bodyPr/>
          <a:lstStyle/>
          <a:p>
            <a:r>
              <a:rPr lang="en-US"/>
              <a:t>CSC3113: Theory of Computation</a:t>
            </a:r>
          </a:p>
        </p:txBody>
      </p:sp>
      <p:sp>
        <p:nvSpPr>
          <p:cNvPr id="5" name="Text Placeholder 4">
            <a:extLst>
              <a:ext uri="{FF2B5EF4-FFF2-40B4-BE49-F238E27FC236}">
                <a16:creationId xmlns:a16="http://schemas.microsoft.com/office/drawing/2014/main" id="{0BCBCDAD-CCF6-4605-A9F0-51516AB2338F}"/>
              </a:ext>
            </a:extLst>
          </p:cNvPr>
          <p:cNvSpPr>
            <a:spLocks noGrp="1"/>
          </p:cNvSpPr>
          <p:nvPr>
            <p:ph type="body" sz="quarter" idx="12"/>
          </p:nvPr>
        </p:nvSpPr>
        <p:spPr/>
        <p:txBody>
          <a:bodyPr/>
          <a:lstStyle/>
          <a:p>
            <a:r>
              <a:rPr lang="en-US" dirty="0"/>
              <a:t>Terminologies</a:t>
            </a:r>
          </a:p>
        </p:txBody>
      </p:sp>
      <p:sp>
        <p:nvSpPr>
          <p:cNvPr id="6" name="Oval 5">
            <a:extLst>
              <a:ext uri="{FF2B5EF4-FFF2-40B4-BE49-F238E27FC236}">
                <a16:creationId xmlns:a16="http://schemas.microsoft.com/office/drawing/2014/main" id="{F959BEC9-8E25-49A4-B0B3-829C2C42CF28}"/>
              </a:ext>
            </a:extLst>
          </p:cNvPr>
          <p:cNvSpPr/>
          <p:nvPr/>
        </p:nvSpPr>
        <p:spPr>
          <a:xfrm>
            <a:off x="1103086" y="1451429"/>
            <a:ext cx="685800" cy="6858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latin typeface="Arial Narrow" panose="020B0606020202030204" pitchFamily="34" charset="0"/>
              </a:rPr>
              <a:t>q</a:t>
            </a:r>
            <a:r>
              <a:rPr lang="en-US" sz="2800" b="1" baseline="-25000" dirty="0">
                <a:latin typeface="Arial Narrow" panose="020B0606020202030204" pitchFamily="34" charset="0"/>
              </a:rPr>
              <a:t>1</a:t>
            </a:r>
            <a:endParaRPr lang="en-US" b="1" baseline="-25000" dirty="0">
              <a:latin typeface="Arial Narrow" panose="020B0606020202030204" pitchFamily="34" charset="0"/>
            </a:endParaRPr>
          </a:p>
        </p:txBody>
      </p:sp>
      <p:sp>
        <p:nvSpPr>
          <p:cNvPr id="8" name="Oval 7">
            <a:extLst>
              <a:ext uri="{FF2B5EF4-FFF2-40B4-BE49-F238E27FC236}">
                <a16:creationId xmlns:a16="http://schemas.microsoft.com/office/drawing/2014/main" id="{F42F4E61-3C1C-4C46-9911-C4D984841B61}"/>
              </a:ext>
            </a:extLst>
          </p:cNvPr>
          <p:cNvSpPr/>
          <p:nvPr/>
        </p:nvSpPr>
        <p:spPr>
          <a:xfrm>
            <a:off x="3476625" y="1451429"/>
            <a:ext cx="685800" cy="685800"/>
          </a:xfrm>
          <a:prstGeom prst="ellipse">
            <a:avLst/>
          </a:prstGeom>
          <a:noFill/>
          <a:ln w="63500" cmpd="dbl"/>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latin typeface="Arial Narrow" panose="020B0606020202030204" pitchFamily="34" charset="0"/>
              </a:rPr>
              <a:t>q</a:t>
            </a:r>
            <a:r>
              <a:rPr lang="en-US" sz="2800" b="1" baseline="-25000" dirty="0">
                <a:latin typeface="Arial Narrow" panose="020B0606020202030204" pitchFamily="34" charset="0"/>
              </a:rPr>
              <a:t>2</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52266A12-013F-40D1-BE56-C4AECE4F5B9E}"/>
              </a:ext>
            </a:extLst>
          </p:cNvPr>
          <p:cNvSpPr/>
          <p:nvPr/>
        </p:nvSpPr>
        <p:spPr>
          <a:xfrm>
            <a:off x="5994854" y="1445491"/>
            <a:ext cx="685800" cy="6858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latin typeface="Arial Narrow" panose="020B0606020202030204" pitchFamily="34" charset="0"/>
              </a:rPr>
              <a:t>q</a:t>
            </a:r>
            <a:r>
              <a:rPr lang="en-US" sz="2800" b="1" baseline="-25000" dirty="0">
                <a:latin typeface="Arial Narrow" panose="020B0606020202030204" pitchFamily="34" charset="0"/>
              </a:rPr>
              <a:t>3</a:t>
            </a:r>
            <a:endParaRPr lang="en-US" b="1" baseline="-25000" dirty="0">
              <a:latin typeface="Arial Narrow" panose="020B0606020202030204" pitchFamily="34" charset="0"/>
            </a:endParaRPr>
          </a:p>
        </p:txBody>
      </p:sp>
      <p:cxnSp>
        <p:nvCxnSpPr>
          <p:cNvPr id="12" name="Straight Arrow Connector 11">
            <a:extLst>
              <a:ext uri="{FF2B5EF4-FFF2-40B4-BE49-F238E27FC236}">
                <a16:creationId xmlns:a16="http://schemas.microsoft.com/office/drawing/2014/main" id="{DA8793B3-776A-43BF-BBED-955D4D99FDCC}"/>
              </a:ext>
            </a:extLst>
          </p:cNvPr>
          <p:cNvCxnSpPr>
            <a:cxnSpLocks/>
            <a:endCxn id="6" idx="2"/>
          </p:cNvCxnSpPr>
          <p:nvPr/>
        </p:nvCxnSpPr>
        <p:spPr>
          <a:xfrm>
            <a:off x="406400" y="1794329"/>
            <a:ext cx="696686"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35141C9C-F15C-4F8C-9906-5652E972768A}"/>
              </a:ext>
            </a:extLst>
          </p:cNvPr>
          <p:cNvCxnSpPr>
            <a:stCxn id="6" idx="6"/>
            <a:endCxn id="8" idx="2"/>
          </p:cNvCxnSpPr>
          <p:nvPr/>
        </p:nvCxnSpPr>
        <p:spPr>
          <a:xfrm>
            <a:off x="1788886" y="1794329"/>
            <a:ext cx="1687739"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EB620D83-CA2C-4B3A-A3B9-18CDFC0B352D}"/>
              </a:ext>
            </a:extLst>
          </p:cNvPr>
          <p:cNvCxnSpPr>
            <a:stCxn id="8" idx="6"/>
            <a:endCxn id="10" idx="2"/>
          </p:cNvCxnSpPr>
          <p:nvPr/>
        </p:nvCxnSpPr>
        <p:spPr>
          <a:xfrm flipV="1">
            <a:off x="4162425" y="1788391"/>
            <a:ext cx="1832429" cy="5938"/>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9" name="Connector: Curved 18">
            <a:extLst>
              <a:ext uri="{FF2B5EF4-FFF2-40B4-BE49-F238E27FC236}">
                <a16:creationId xmlns:a16="http://schemas.microsoft.com/office/drawing/2014/main" id="{1D54A866-19B4-487A-B9E5-EA2571F50FED}"/>
              </a:ext>
            </a:extLst>
          </p:cNvPr>
          <p:cNvCxnSpPr>
            <a:stCxn id="10" idx="1"/>
            <a:endCxn id="8" idx="7"/>
          </p:cNvCxnSpPr>
          <p:nvPr/>
        </p:nvCxnSpPr>
        <p:spPr>
          <a:xfrm rot="16200000" flipH="1" flipV="1">
            <a:off x="5075671" y="532245"/>
            <a:ext cx="5938" cy="2033295"/>
          </a:xfrm>
          <a:prstGeom prst="curvedConnector3">
            <a:avLst>
              <a:gd name="adj1" fmla="val -5541142"/>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1" name="Connector: Curved 20">
            <a:extLst>
              <a:ext uri="{FF2B5EF4-FFF2-40B4-BE49-F238E27FC236}">
                <a16:creationId xmlns:a16="http://schemas.microsoft.com/office/drawing/2014/main" id="{EC987D0B-96BC-4EBE-8E96-99B4C136AC4A}"/>
              </a:ext>
            </a:extLst>
          </p:cNvPr>
          <p:cNvCxnSpPr>
            <a:cxnSpLocks/>
            <a:stCxn id="6" idx="1"/>
            <a:endCxn id="6" idx="0"/>
          </p:cNvCxnSpPr>
          <p:nvPr/>
        </p:nvCxnSpPr>
        <p:spPr>
          <a:xfrm rot="5400000" flipH="1" flipV="1">
            <a:off x="1274536" y="1380413"/>
            <a:ext cx="100433" cy="242467"/>
          </a:xfrm>
          <a:prstGeom prst="curvedConnector3">
            <a:avLst>
              <a:gd name="adj1" fmla="val 501036"/>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3" name="Connector: Curved 22">
            <a:extLst>
              <a:ext uri="{FF2B5EF4-FFF2-40B4-BE49-F238E27FC236}">
                <a16:creationId xmlns:a16="http://schemas.microsoft.com/office/drawing/2014/main" id="{F8553B03-6DE5-4D72-8678-313D93410B19}"/>
              </a:ext>
            </a:extLst>
          </p:cNvPr>
          <p:cNvCxnSpPr>
            <a:stCxn id="8" idx="1"/>
            <a:endCxn id="8" idx="0"/>
          </p:cNvCxnSpPr>
          <p:nvPr/>
        </p:nvCxnSpPr>
        <p:spPr>
          <a:xfrm rot="5400000" flipH="1" flipV="1">
            <a:off x="3648075" y="1380413"/>
            <a:ext cx="100433" cy="242467"/>
          </a:xfrm>
          <a:prstGeom prst="curvedConnector3">
            <a:avLst>
              <a:gd name="adj1" fmla="val 486583"/>
            </a:avLst>
          </a:prstGeom>
          <a:ln>
            <a:tailEnd type="triangle" w="lg" len="lg"/>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DAB25493-628C-4D63-93BF-6004A850D099}"/>
              </a:ext>
            </a:extLst>
          </p:cNvPr>
          <p:cNvSpPr/>
          <p:nvPr/>
        </p:nvSpPr>
        <p:spPr>
          <a:xfrm>
            <a:off x="2063136" y="1784266"/>
            <a:ext cx="916149" cy="34289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p>
        </p:txBody>
      </p:sp>
      <p:sp>
        <p:nvSpPr>
          <p:cNvPr id="29" name="Rectangle 28">
            <a:extLst>
              <a:ext uri="{FF2B5EF4-FFF2-40B4-BE49-F238E27FC236}">
                <a16:creationId xmlns:a16="http://schemas.microsoft.com/office/drawing/2014/main" id="{FC56CD76-4E2D-4103-B234-1B6A2F1152FD}"/>
              </a:ext>
            </a:extLst>
          </p:cNvPr>
          <p:cNvSpPr/>
          <p:nvPr/>
        </p:nvSpPr>
        <p:spPr>
          <a:xfrm>
            <a:off x="4624194" y="1788390"/>
            <a:ext cx="916149" cy="34289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0</a:t>
            </a:r>
          </a:p>
        </p:txBody>
      </p:sp>
      <p:sp>
        <p:nvSpPr>
          <p:cNvPr id="31" name="Rectangle 30">
            <a:extLst>
              <a:ext uri="{FF2B5EF4-FFF2-40B4-BE49-F238E27FC236}">
                <a16:creationId xmlns:a16="http://schemas.microsoft.com/office/drawing/2014/main" id="{CFD2F1C3-B25F-46A2-8CDF-BB58FCC238B8}"/>
              </a:ext>
            </a:extLst>
          </p:cNvPr>
          <p:cNvSpPr/>
          <p:nvPr/>
        </p:nvSpPr>
        <p:spPr>
          <a:xfrm>
            <a:off x="4624194" y="1194124"/>
            <a:ext cx="916149" cy="34289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1, 0</a:t>
            </a:r>
          </a:p>
        </p:txBody>
      </p:sp>
      <p:sp>
        <p:nvSpPr>
          <p:cNvPr id="33" name="Rectangle 32">
            <a:extLst>
              <a:ext uri="{FF2B5EF4-FFF2-40B4-BE49-F238E27FC236}">
                <a16:creationId xmlns:a16="http://schemas.microsoft.com/office/drawing/2014/main" id="{5FCA6C21-B5BE-463E-BC03-32FA5CAD6A70}"/>
              </a:ext>
            </a:extLst>
          </p:cNvPr>
          <p:cNvSpPr/>
          <p:nvPr/>
        </p:nvSpPr>
        <p:spPr>
          <a:xfrm>
            <a:off x="3019086" y="1102592"/>
            <a:ext cx="916149" cy="34289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p>
        </p:txBody>
      </p:sp>
      <p:sp>
        <p:nvSpPr>
          <p:cNvPr id="35" name="Rectangle 34">
            <a:extLst>
              <a:ext uri="{FF2B5EF4-FFF2-40B4-BE49-F238E27FC236}">
                <a16:creationId xmlns:a16="http://schemas.microsoft.com/office/drawing/2014/main" id="{18F0A803-ACC8-46D9-986E-B0D1256D0F7A}"/>
              </a:ext>
            </a:extLst>
          </p:cNvPr>
          <p:cNvSpPr/>
          <p:nvPr/>
        </p:nvSpPr>
        <p:spPr>
          <a:xfrm>
            <a:off x="645011" y="1036638"/>
            <a:ext cx="916149" cy="34289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0</a:t>
            </a:r>
          </a:p>
        </p:txBody>
      </p:sp>
      <p:sp>
        <p:nvSpPr>
          <p:cNvPr id="37" name="TextBox 36">
            <a:extLst>
              <a:ext uri="{FF2B5EF4-FFF2-40B4-BE49-F238E27FC236}">
                <a16:creationId xmlns:a16="http://schemas.microsoft.com/office/drawing/2014/main" id="{6E56B59C-A7DD-405D-9826-2CD86BA621C8}"/>
              </a:ext>
            </a:extLst>
          </p:cNvPr>
          <p:cNvSpPr txBox="1"/>
          <p:nvPr/>
        </p:nvSpPr>
        <p:spPr>
          <a:xfrm>
            <a:off x="4981577" y="827291"/>
            <a:ext cx="4196095" cy="707886"/>
          </a:xfrm>
          <a:prstGeom prst="rect">
            <a:avLst/>
          </a:prstGeom>
          <a:noFill/>
        </p:spPr>
        <p:txBody>
          <a:bodyPr wrap="square">
            <a:spAutoFit/>
          </a:bodyPr>
          <a:lstStyle/>
          <a:p>
            <a:pPr algn="r"/>
            <a:r>
              <a:rPr lang="en-US" sz="2000" b="1" dirty="0"/>
              <a:t>Deterministic Finite Automata (DFA)</a:t>
            </a:r>
          </a:p>
          <a:p>
            <a:pPr algn="r"/>
            <a:r>
              <a:rPr lang="en-US" sz="2000" b="1" dirty="0"/>
              <a:t>State Diagram</a:t>
            </a:r>
            <a:endParaRPr lang="en-US" sz="2000" b="1" baseline="-25000" dirty="0"/>
          </a:p>
        </p:txBody>
      </p:sp>
    </p:spTree>
    <p:extLst>
      <p:ext uri="{BB962C8B-B14F-4D97-AF65-F5344CB8AC3E}">
        <p14:creationId xmlns:p14="http://schemas.microsoft.com/office/powerpoint/2010/main" val="396981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nodeType="clickEffect">
                                  <p:stCondLst>
                                    <p:cond delay="0"/>
                                  </p:stCondLst>
                                  <p:childTnLst>
                                    <p:set>
                                      <p:cBhvr>
                                        <p:cTn id="10" dur="indefinite"/>
                                        <p:tgtEl>
                                          <p:spTgt spid="6"/>
                                        </p:tgtEl>
                                        <p:attrNameLst>
                                          <p:attrName>fillcolor</p:attrName>
                                        </p:attrNameLst>
                                      </p:cBhvr>
                                      <p:to>
                                        <p:clrVal>
                                          <a:schemeClr val="accent2"/>
                                        </p:clrVal>
                                      </p:to>
                                    </p:set>
                                    <p:set>
                                      <p:cBhvr>
                                        <p:cTn id="11" dur="indefinite"/>
                                        <p:tgtEl>
                                          <p:spTgt spid="6"/>
                                        </p:tgtEl>
                                        <p:attrNameLst>
                                          <p:attrName>fill.type</p:attrName>
                                        </p:attrNameLst>
                                      </p:cBhvr>
                                      <p:to>
                                        <p:strVal val="solid"/>
                                      </p:to>
                                    </p:set>
                                    <p:set>
                                      <p:cBhvr>
                                        <p:cTn id="12" dur="indefinite"/>
                                        <p:tgtEl>
                                          <p:spTgt spid="6"/>
                                        </p:tgtEl>
                                        <p:attrNameLst>
                                          <p:attrName>fill.on</p:attrName>
                                        </p:attrNameLst>
                                      </p:cBhvr>
                                      <p:to>
                                        <p:strVal val="true"/>
                                      </p:to>
                                    </p:set>
                                  </p:childTnLst>
                                </p:cTn>
                              </p:par>
                              <p:par>
                                <p:cTn id="13" presetID="1" presetClass="emph" presetSubtype="1" nodeType="withEffect">
                                  <p:stCondLst>
                                    <p:cond delay="0"/>
                                  </p:stCondLst>
                                  <p:childTnLst>
                                    <p:set>
                                      <p:cBhvr>
                                        <p:cTn id="14" dur="indefinite"/>
                                        <p:tgtEl>
                                          <p:spTgt spid="8"/>
                                        </p:tgtEl>
                                        <p:attrNameLst>
                                          <p:attrName>fillcolor</p:attrName>
                                        </p:attrNameLst>
                                      </p:cBhvr>
                                      <p:to>
                                        <p:clrVal>
                                          <a:schemeClr val="accent2"/>
                                        </p:clrVal>
                                      </p:to>
                                    </p:set>
                                    <p:set>
                                      <p:cBhvr>
                                        <p:cTn id="15" dur="indefinite"/>
                                        <p:tgtEl>
                                          <p:spTgt spid="8"/>
                                        </p:tgtEl>
                                        <p:attrNameLst>
                                          <p:attrName>fill.type</p:attrName>
                                        </p:attrNameLst>
                                      </p:cBhvr>
                                      <p:to>
                                        <p:strVal val="solid"/>
                                      </p:to>
                                    </p:set>
                                    <p:set>
                                      <p:cBhvr>
                                        <p:cTn id="16" dur="indefinite"/>
                                        <p:tgtEl>
                                          <p:spTgt spid="8"/>
                                        </p:tgtEl>
                                        <p:attrNameLst>
                                          <p:attrName>fill.on</p:attrName>
                                        </p:attrNameLst>
                                      </p:cBhvr>
                                      <p:to>
                                        <p:strVal val="true"/>
                                      </p:to>
                                    </p:set>
                                  </p:childTnLst>
                                </p:cTn>
                              </p:par>
                              <p:par>
                                <p:cTn id="17" presetID="1" presetClass="emph" presetSubtype="1" nodeType="withEffect">
                                  <p:stCondLst>
                                    <p:cond delay="0"/>
                                  </p:stCondLst>
                                  <p:childTnLst>
                                    <p:set>
                                      <p:cBhvr>
                                        <p:cTn id="18" dur="indefinite"/>
                                        <p:tgtEl>
                                          <p:spTgt spid="10"/>
                                        </p:tgtEl>
                                        <p:attrNameLst>
                                          <p:attrName>fillcolor</p:attrName>
                                        </p:attrNameLst>
                                      </p:cBhvr>
                                      <p:to>
                                        <p:clrVal>
                                          <a:schemeClr val="accent2"/>
                                        </p:clrVal>
                                      </p:to>
                                    </p:set>
                                    <p:set>
                                      <p:cBhvr>
                                        <p:cTn id="19" dur="indefinite"/>
                                        <p:tgtEl>
                                          <p:spTgt spid="10"/>
                                        </p:tgtEl>
                                        <p:attrNameLst>
                                          <p:attrName>fill.type</p:attrName>
                                        </p:attrNameLst>
                                      </p:cBhvr>
                                      <p:to>
                                        <p:strVal val="solid"/>
                                      </p:to>
                                    </p:set>
                                    <p:set>
                                      <p:cBhvr>
                                        <p:cTn id="20" dur="indefinite"/>
                                        <p:tgtEl>
                                          <p:spTgt spid="10"/>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 presetClass="emph" presetSubtype="1" nodeType="clickEffect">
                                  <p:stCondLst>
                                    <p:cond delay="0"/>
                                  </p:stCondLst>
                                  <p:childTnLst>
                                    <p:set>
                                      <p:cBhvr>
                                        <p:cTn id="24" dur="indefinite"/>
                                        <p:tgtEl>
                                          <p:spTgt spid="6"/>
                                        </p:tgtEl>
                                        <p:attrNameLst>
                                          <p:attrName>fillcolor</p:attrName>
                                        </p:attrNameLst>
                                      </p:cBhvr>
                                      <p:to>
                                        <p:clrVal>
                                          <a:srgbClr val="FFFFFF"/>
                                        </p:clrVal>
                                      </p:to>
                                    </p:set>
                                    <p:set>
                                      <p:cBhvr>
                                        <p:cTn id="25" dur="indefinite"/>
                                        <p:tgtEl>
                                          <p:spTgt spid="6"/>
                                        </p:tgtEl>
                                        <p:attrNameLst>
                                          <p:attrName>fill.type</p:attrName>
                                        </p:attrNameLst>
                                      </p:cBhvr>
                                      <p:to>
                                        <p:strVal val="solid"/>
                                      </p:to>
                                    </p:set>
                                    <p:set>
                                      <p:cBhvr>
                                        <p:cTn id="26" dur="indefinite"/>
                                        <p:tgtEl>
                                          <p:spTgt spid="6"/>
                                        </p:tgtEl>
                                        <p:attrNameLst>
                                          <p:attrName>fill.on</p:attrName>
                                        </p:attrNameLst>
                                      </p:cBhvr>
                                      <p:to>
                                        <p:strVal val="true"/>
                                      </p:to>
                                    </p:set>
                                  </p:childTnLst>
                                </p:cTn>
                              </p:par>
                              <p:par>
                                <p:cTn id="27" presetID="1" presetClass="emph" presetSubtype="1" nodeType="withEffect">
                                  <p:stCondLst>
                                    <p:cond delay="0"/>
                                  </p:stCondLst>
                                  <p:childTnLst>
                                    <p:set>
                                      <p:cBhvr>
                                        <p:cTn id="28" dur="indefinite"/>
                                        <p:tgtEl>
                                          <p:spTgt spid="8"/>
                                        </p:tgtEl>
                                        <p:attrNameLst>
                                          <p:attrName>fillcolor</p:attrName>
                                        </p:attrNameLst>
                                      </p:cBhvr>
                                      <p:to>
                                        <p:clrVal>
                                          <a:srgbClr val="FFFFFF"/>
                                        </p:clrVal>
                                      </p:to>
                                    </p:set>
                                    <p:set>
                                      <p:cBhvr>
                                        <p:cTn id="29" dur="indefinite"/>
                                        <p:tgtEl>
                                          <p:spTgt spid="8"/>
                                        </p:tgtEl>
                                        <p:attrNameLst>
                                          <p:attrName>fill.type</p:attrName>
                                        </p:attrNameLst>
                                      </p:cBhvr>
                                      <p:to>
                                        <p:strVal val="solid"/>
                                      </p:to>
                                    </p:set>
                                    <p:set>
                                      <p:cBhvr>
                                        <p:cTn id="30" dur="indefinite"/>
                                        <p:tgtEl>
                                          <p:spTgt spid="8"/>
                                        </p:tgtEl>
                                        <p:attrNameLst>
                                          <p:attrName>fill.on</p:attrName>
                                        </p:attrNameLst>
                                      </p:cBhvr>
                                      <p:to>
                                        <p:strVal val="true"/>
                                      </p:to>
                                    </p:set>
                                  </p:childTnLst>
                                </p:cTn>
                              </p:par>
                              <p:par>
                                <p:cTn id="31" presetID="1" presetClass="emph" presetSubtype="1" nodeType="withEffect">
                                  <p:stCondLst>
                                    <p:cond delay="0"/>
                                  </p:stCondLst>
                                  <p:childTnLst>
                                    <p:set>
                                      <p:cBhvr>
                                        <p:cTn id="32" dur="indefinite"/>
                                        <p:tgtEl>
                                          <p:spTgt spid="10"/>
                                        </p:tgtEl>
                                        <p:attrNameLst>
                                          <p:attrName>fillcolor</p:attrName>
                                        </p:attrNameLst>
                                      </p:cBhvr>
                                      <p:to>
                                        <p:clrVal>
                                          <a:srgbClr val="FFFFFF"/>
                                        </p:clrVal>
                                      </p:to>
                                    </p:set>
                                    <p:set>
                                      <p:cBhvr>
                                        <p:cTn id="33" dur="indefinite"/>
                                        <p:tgtEl>
                                          <p:spTgt spid="10"/>
                                        </p:tgtEl>
                                        <p:attrNameLst>
                                          <p:attrName>fill.type</p:attrName>
                                        </p:attrNameLst>
                                      </p:cBhvr>
                                      <p:to>
                                        <p:strVal val="solid"/>
                                      </p:to>
                                    </p:set>
                                    <p:set>
                                      <p:cBhvr>
                                        <p:cTn id="34" dur="indefinite"/>
                                        <p:tgtEl>
                                          <p:spTgt spid="10"/>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mph" presetSubtype="1" nodeType="clickEffect">
                                  <p:stCondLst>
                                    <p:cond delay="0"/>
                                  </p:stCondLst>
                                  <p:childTnLst>
                                    <p:set>
                                      <p:cBhvr>
                                        <p:cTn id="42" dur="indefinite"/>
                                        <p:tgtEl>
                                          <p:spTgt spid="6"/>
                                        </p:tgtEl>
                                        <p:attrNameLst>
                                          <p:attrName>fillcolor</p:attrName>
                                        </p:attrNameLst>
                                      </p:cBhvr>
                                      <p:to>
                                        <p:clrVal>
                                          <a:schemeClr val="accent2"/>
                                        </p:clrVal>
                                      </p:to>
                                    </p:set>
                                    <p:set>
                                      <p:cBhvr>
                                        <p:cTn id="43" dur="indefinite"/>
                                        <p:tgtEl>
                                          <p:spTgt spid="6"/>
                                        </p:tgtEl>
                                        <p:attrNameLst>
                                          <p:attrName>fill.type</p:attrName>
                                        </p:attrNameLst>
                                      </p:cBhvr>
                                      <p:to>
                                        <p:strVal val="solid"/>
                                      </p:to>
                                    </p:set>
                                    <p:set>
                                      <p:cBhvr>
                                        <p:cTn id="44" dur="indefinite"/>
                                        <p:tgtEl>
                                          <p:spTgt spid="6"/>
                                        </p:tgtEl>
                                        <p:attrNameLst>
                                          <p:attrName>fill.on</p:attrName>
                                        </p:attrNameLst>
                                      </p:cBhvr>
                                      <p:to>
                                        <p:strVal val="true"/>
                                      </p:to>
                                    </p:set>
                                  </p:childTnLst>
                                </p:cTn>
                              </p:par>
                              <p:par>
                                <p:cTn id="45" presetID="7" presetClass="emph" presetSubtype="1" nodeType="withEffect">
                                  <p:stCondLst>
                                    <p:cond delay="0"/>
                                  </p:stCondLst>
                                  <p:childTnLst>
                                    <p:set>
                                      <p:cBhvr>
                                        <p:cTn id="46" dur="indefinite"/>
                                        <p:tgtEl>
                                          <p:spTgt spid="12"/>
                                        </p:tgtEl>
                                        <p:attrNameLst>
                                          <p:attrName>stroke.color</p:attrName>
                                        </p:attrNameLst>
                                      </p:cBhvr>
                                      <p:to>
                                        <p:clrVal>
                                          <a:srgbClr val="FF0000"/>
                                        </p:clrVal>
                                      </p:to>
                                    </p:set>
                                    <p:set>
                                      <p:cBhvr>
                                        <p:cTn id="47" dur="indefinite"/>
                                        <p:tgtEl>
                                          <p:spTgt spid="12"/>
                                        </p:tgtEl>
                                        <p:attrNameLst>
                                          <p:attrName>stroke.on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1" presetClass="emph" presetSubtype="1" nodeType="clickEffect">
                                  <p:stCondLst>
                                    <p:cond delay="0"/>
                                  </p:stCondLst>
                                  <p:childTnLst>
                                    <p:set>
                                      <p:cBhvr>
                                        <p:cTn id="51" dur="indefinite"/>
                                        <p:tgtEl>
                                          <p:spTgt spid="6"/>
                                        </p:tgtEl>
                                        <p:attrNameLst>
                                          <p:attrName>fillcolor</p:attrName>
                                        </p:attrNameLst>
                                      </p:cBhvr>
                                      <p:to>
                                        <p:clrVal>
                                          <a:srgbClr val="FFFFFF"/>
                                        </p:clrVal>
                                      </p:to>
                                    </p:set>
                                    <p:set>
                                      <p:cBhvr>
                                        <p:cTn id="52" dur="indefinite"/>
                                        <p:tgtEl>
                                          <p:spTgt spid="6"/>
                                        </p:tgtEl>
                                        <p:attrNameLst>
                                          <p:attrName>fill.type</p:attrName>
                                        </p:attrNameLst>
                                      </p:cBhvr>
                                      <p:to>
                                        <p:strVal val="solid"/>
                                      </p:to>
                                    </p:set>
                                    <p:set>
                                      <p:cBhvr>
                                        <p:cTn id="53" dur="indefinite"/>
                                        <p:tgtEl>
                                          <p:spTgt spid="6"/>
                                        </p:tgtEl>
                                        <p:attrNameLst>
                                          <p:attrName>fill.on</p:attrName>
                                        </p:attrNameLst>
                                      </p:cBhvr>
                                      <p:to>
                                        <p:strVal val="true"/>
                                      </p:to>
                                    </p:set>
                                  </p:childTnLst>
                                </p:cTn>
                              </p:par>
                              <p:par>
                                <p:cTn id="54" presetID="7" presetClass="emph" presetSubtype="1" nodeType="withEffect">
                                  <p:stCondLst>
                                    <p:cond delay="0"/>
                                  </p:stCondLst>
                                  <p:childTnLst>
                                    <p:set>
                                      <p:cBhvr>
                                        <p:cTn id="55" dur="indefinite"/>
                                        <p:tgtEl>
                                          <p:spTgt spid="12"/>
                                        </p:tgtEl>
                                        <p:attrNameLst>
                                          <p:attrName>stroke.color</p:attrName>
                                        </p:attrNameLst>
                                      </p:cBhvr>
                                      <p:to>
                                        <p:clrVal>
                                          <a:srgbClr val="000000"/>
                                        </p:clrVal>
                                      </p:to>
                                    </p:set>
                                    <p:set>
                                      <p:cBhvr>
                                        <p:cTn id="56" dur="indefinite"/>
                                        <p:tgtEl>
                                          <p:spTgt spid="12"/>
                                        </p:tgtEl>
                                        <p:attrNameLst>
                                          <p:attrName>stroke.on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1" nodeType="clickEffect">
                                  <p:stCondLst>
                                    <p:cond delay="0"/>
                                  </p:stCondLst>
                                  <p:childTnLst>
                                    <p:set>
                                      <p:cBhvr>
                                        <p:cTn id="64" dur="indefinite"/>
                                        <p:tgtEl>
                                          <p:spTgt spid="8"/>
                                        </p:tgtEl>
                                        <p:attrNameLst>
                                          <p:attrName>fillcolor</p:attrName>
                                        </p:attrNameLst>
                                      </p:cBhvr>
                                      <p:to>
                                        <p:clrVal>
                                          <a:schemeClr val="accent2"/>
                                        </p:clrVal>
                                      </p:to>
                                    </p:set>
                                    <p:set>
                                      <p:cBhvr>
                                        <p:cTn id="65" dur="indefinite"/>
                                        <p:tgtEl>
                                          <p:spTgt spid="8"/>
                                        </p:tgtEl>
                                        <p:attrNameLst>
                                          <p:attrName>fill.type</p:attrName>
                                        </p:attrNameLst>
                                      </p:cBhvr>
                                      <p:to>
                                        <p:strVal val="solid"/>
                                      </p:to>
                                    </p:set>
                                    <p:set>
                                      <p:cBhvr>
                                        <p:cTn id="66" dur="indefinite"/>
                                        <p:tgtEl>
                                          <p:spTgt spid="8"/>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1" nodeType="clickEffect">
                                  <p:stCondLst>
                                    <p:cond delay="0"/>
                                  </p:stCondLst>
                                  <p:childTnLst>
                                    <p:set>
                                      <p:cBhvr>
                                        <p:cTn id="70" dur="indefinite"/>
                                        <p:tgtEl>
                                          <p:spTgt spid="8"/>
                                        </p:tgtEl>
                                        <p:attrNameLst>
                                          <p:attrName>fillcolor</p:attrName>
                                        </p:attrNameLst>
                                      </p:cBhvr>
                                      <p:to>
                                        <p:clrVal>
                                          <a:srgbClr val="FFFFFF"/>
                                        </p:clrVal>
                                      </p:to>
                                    </p:set>
                                    <p:set>
                                      <p:cBhvr>
                                        <p:cTn id="71" dur="indefinite"/>
                                        <p:tgtEl>
                                          <p:spTgt spid="8"/>
                                        </p:tgtEl>
                                        <p:attrNameLst>
                                          <p:attrName>fill.type</p:attrName>
                                        </p:attrNameLst>
                                      </p:cBhvr>
                                      <p:to>
                                        <p:strVal val="solid"/>
                                      </p:to>
                                    </p:set>
                                    <p:set>
                                      <p:cBhvr>
                                        <p:cTn id="72" dur="indefinite"/>
                                        <p:tgtEl>
                                          <p:spTgt spid="8"/>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7" presetClass="emph" presetSubtype="1" nodeType="clickEffect">
                                  <p:stCondLst>
                                    <p:cond delay="0"/>
                                  </p:stCondLst>
                                  <p:childTnLst>
                                    <p:set>
                                      <p:cBhvr>
                                        <p:cTn id="80" dur="indefinite"/>
                                        <p:tgtEl>
                                          <p:spTgt spid="21"/>
                                        </p:tgtEl>
                                        <p:attrNameLst>
                                          <p:attrName>stroke.color</p:attrName>
                                        </p:attrNameLst>
                                      </p:cBhvr>
                                      <p:to>
                                        <p:clrVal>
                                          <a:srgbClr val="7030A0"/>
                                        </p:clrVal>
                                      </p:to>
                                    </p:set>
                                    <p:set>
                                      <p:cBhvr>
                                        <p:cTn id="81" dur="indefinite"/>
                                        <p:tgtEl>
                                          <p:spTgt spid="21"/>
                                        </p:tgtEl>
                                        <p:attrNameLst>
                                          <p:attrName>stroke.on</p:attrName>
                                        </p:attrNameLst>
                                      </p:cBhvr>
                                      <p:to>
                                        <p:strVal val="true"/>
                                      </p:to>
                                    </p:set>
                                  </p:childTnLst>
                                </p:cTn>
                              </p:par>
                              <p:par>
                                <p:cTn id="82" presetID="7" presetClass="emph" presetSubtype="1" nodeType="withEffect">
                                  <p:stCondLst>
                                    <p:cond delay="0"/>
                                  </p:stCondLst>
                                  <p:childTnLst>
                                    <p:set>
                                      <p:cBhvr>
                                        <p:cTn id="83" dur="indefinite"/>
                                        <p:tgtEl>
                                          <p:spTgt spid="15"/>
                                        </p:tgtEl>
                                        <p:attrNameLst>
                                          <p:attrName>stroke.color</p:attrName>
                                        </p:attrNameLst>
                                      </p:cBhvr>
                                      <p:to>
                                        <p:clrVal>
                                          <a:srgbClr val="0E57C4"/>
                                        </p:clrVal>
                                      </p:to>
                                    </p:set>
                                    <p:set>
                                      <p:cBhvr>
                                        <p:cTn id="84" dur="indefinite"/>
                                        <p:tgtEl>
                                          <p:spTgt spid="15"/>
                                        </p:tgtEl>
                                        <p:attrNameLst>
                                          <p:attrName>stroke.on</p:attrName>
                                        </p:attrNameLst>
                                      </p:cBhvr>
                                      <p:to>
                                        <p:strVal val="true"/>
                                      </p:to>
                                    </p:set>
                                  </p:childTnLst>
                                </p:cTn>
                              </p:par>
                              <p:par>
                                <p:cTn id="85" presetID="7" presetClass="emph" presetSubtype="1" nodeType="withEffect">
                                  <p:stCondLst>
                                    <p:cond delay="0"/>
                                  </p:stCondLst>
                                  <p:childTnLst>
                                    <p:set>
                                      <p:cBhvr>
                                        <p:cTn id="86" dur="indefinite"/>
                                        <p:tgtEl>
                                          <p:spTgt spid="23"/>
                                        </p:tgtEl>
                                        <p:attrNameLst>
                                          <p:attrName>stroke.color</p:attrName>
                                        </p:attrNameLst>
                                      </p:cBhvr>
                                      <p:to>
                                        <p:clrVal>
                                          <a:srgbClr val="7030A0"/>
                                        </p:clrVal>
                                      </p:to>
                                    </p:set>
                                    <p:set>
                                      <p:cBhvr>
                                        <p:cTn id="87" dur="indefinite"/>
                                        <p:tgtEl>
                                          <p:spTgt spid="23"/>
                                        </p:tgtEl>
                                        <p:attrNameLst>
                                          <p:attrName>stroke.on</p:attrName>
                                        </p:attrNameLst>
                                      </p:cBhvr>
                                      <p:to>
                                        <p:strVal val="true"/>
                                      </p:to>
                                    </p:set>
                                  </p:childTnLst>
                                </p:cTn>
                              </p:par>
                              <p:par>
                                <p:cTn id="88" presetID="7" presetClass="emph" presetSubtype="1" nodeType="withEffect">
                                  <p:stCondLst>
                                    <p:cond delay="0"/>
                                  </p:stCondLst>
                                  <p:childTnLst>
                                    <p:set>
                                      <p:cBhvr>
                                        <p:cTn id="89" dur="indefinite"/>
                                        <p:tgtEl>
                                          <p:spTgt spid="19"/>
                                        </p:tgtEl>
                                        <p:attrNameLst>
                                          <p:attrName>stroke.color</p:attrName>
                                        </p:attrNameLst>
                                      </p:cBhvr>
                                      <p:to>
                                        <p:clrVal>
                                          <a:srgbClr val="0E57C4"/>
                                        </p:clrVal>
                                      </p:to>
                                    </p:set>
                                    <p:set>
                                      <p:cBhvr>
                                        <p:cTn id="90" dur="indefinite"/>
                                        <p:tgtEl>
                                          <p:spTgt spid="19"/>
                                        </p:tgtEl>
                                        <p:attrNameLst>
                                          <p:attrName>stroke.on</p:attrName>
                                        </p:attrNameLst>
                                      </p:cBhvr>
                                      <p:to>
                                        <p:strVal val="true"/>
                                      </p:to>
                                    </p:set>
                                  </p:childTnLst>
                                </p:cTn>
                              </p:par>
                              <p:par>
                                <p:cTn id="91" presetID="7" presetClass="emph" presetSubtype="1" nodeType="withEffect">
                                  <p:stCondLst>
                                    <p:cond delay="0"/>
                                  </p:stCondLst>
                                  <p:childTnLst>
                                    <p:set>
                                      <p:cBhvr>
                                        <p:cTn id="92" dur="indefinite"/>
                                        <p:tgtEl>
                                          <p:spTgt spid="17"/>
                                        </p:tgtEl>
                                        <p:attrNameLst>
                                          <p:attrName>stroke.color</p:attrName>
                                        </p:attrNameLst>
                                      </p:cBhvr>
                                      <p:to>
                                        <p:clrVal>
                                          <a:srgbClr val="0E57C4"/>
                                        </p:clrVal>
                                      </p:to>
                                    </p:set>
                                    <p:set>
                                      <p:cBhvr>
                                        <p:cTn id="93" dur="indefinite"/>
                                        <p:tgtEl>
                                          <p:spTgt spid="17"/>
                                        </p:tgtEl>
                                        <p:attrNameLst>
                                          <p:attrName>stroke.on</p:attrName>
                                        </p:attrNameLst>
                                      </p:cBhvr>
                                      <p:to>
                                        <p:strVal val="tru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3" presetClass="emph" presetSubtype="1" grpId="0" nodeType="clickEffect">
                                  <p:stCondLst>
                                    <p:cond delay="0"/>
                                  </p:stCondLst>
                                  <p:childTnLst>
                                    <p:set>
                                      <p:cBhvr override="childStyle">
                                        <p:cTn id="101" dur="indefinite"/>
                                        <p:tgtEl>
                                          <p:spTgt spid="29"/>
                                        </p:tgtEl>
                                        <p:attrNameLst>
                                          <p:attrName>style.color</p:attrName>
                                        </p:attrNameLst>
                                      </p:cBhvr>
                                      <p:to>
                                        <p:clrVal>
                                          <a:srgbClr val="FF3300"/>
                                        </p:clrVal>
                                      </p:to>
                                    </p:set>
                                  </p:childTnLst>
                                </p:cTn>
                              </p:par>
                              <p:par>
                                <p:cTn id="102" presetID="3" presetClass="emph" presetSubtype="1" grpId="0" nodeType="withEffect">
                                  <p:stCondLst>
                                    <p:cond delay="0"/>
                                  </p:stCondLst>
                                  <p:childTnLst>
                                    <p:set>
                                      <p:cBhvr override="childStyle">
                                        <p:cTn id="103" dur="indefinite"/>
                                        <p:tgtEl>
                                          <p:spTgt spid="31"/>
                                        </p:tgtEl>
                                        <p:attrNameLst>
                                          <p:attrName>style.color</p:attrName>
                                        </p:attrNameLst>
                                      </p:cBhvr>
                                      <p:to>
                                        <p:clrVal>
                                          <a:srgbClr val="FF3300"/>
                                        </p:clrVal>
                                      </p:to>
                                    </p:set>
                                  </p:childTnLst>
                                </p:cTn>
                              </p:par>
                              <p:par>
                                <p:cTn id="104" presetID="3" presetClass="emph" presetSubtype="1" grpId="0" nodeType="withEffect">
                                  <p:stCondLst>
                                    <p:cond delay="0"/>
                                  </p:stCondLst>
                                  <p:childTnLst>
                                    <p:set>
                                      <p:cBhvr override="childStyle">
                                        <p:cTn id="105" dur="indefinite"/>
                                        <p:tgtEl>
                                          <p:spTgt spid="33"/>
                                        </p:tgtEl>
                                        <p:attrNameLst>
                                          <p:attrName>style.color</p:attrName>
                                        </p:attrNameLst>
                                      </p:cBhvr>
                                      <p:to>
                                        <p:clrVal>
                                          <a:srgbClr val="FF3300"/>
                                        </p:clrVal>
                                      </p:to>
                                    </p:set>
                                  </p:childTnLst>
                                </p:cTn>
                              </p:par>
                              <p:par>
                                <p:cTn id="106" presetID="3" presetClass="emph" presetSubtype="1" grpId="0" nodeType="withEffect">
                                  <p:stCondLst>
                                    <p:cond delay="0"/>
                                  </p:stCondLst>
                                  <p:childTnLst>
                                    <p:set>
                                      <p:cBhvr override="childStyle">
                                        <p:cTn id="107" dur="indefinite"/>
                                        <p:tgtEl>
                                          <p:spTgt spid="27"/>
                                        </p:tgtEl>
                                        <p:attrNameLst>
                                          <p:attrName>style.color</p:attrName>
                                        </p:attrNameLst>
                                      </p:cBhvr>
                                      <p:to>
                                        <p:clrVal>
                                          <a:srgbClr val="FF3300"/>
                                        </p:clrVal>
                                      </p:to>
                                    </p:set>
                                  </p:childTnLst>
                                </p:cTn>
                              </p:par>
                              <p:par>
                                <p:cTn id="108" presetID="3" presetClass="emph" presetSubtype="1" grpId="0" nodeType="withEffect">
                                  <p:stCondLst>
                                    <p:cond delay="0"/>
                                  </p:stCondLst>
                                  <p:childTnLst>
                                    <p:set>
                                      <p:cBhvr override="childStyle">
                                        <p:cTn id="109" dur="indefinite"/>
                                        <p:tgtEl>
                                          <p:spTgt spid="35"/>
                                        </p:tgtEl>
                                        <p:attrNameLst>
                                          <p:attrName>style.color</p:attrName>
                                        </p:attrNameLst>
                                      </p:cBhvr>
                                      <p:to>
                                        <p:clrVal>
                                          <a:srgbClr val="FF3300"/>
                                        </p:clrVal>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7" presetClass="emph" presetSubtype="1" nodeType="clickEffect">
                                  <p:stCondLst>
                                    <p:cond delay="0"/>
                                  </p:stCondLst>
                                  <p:childTnLst>
                                    <p:set>
                                      <p:cBhvr>
                                        <p:cTn id="121" dur="indefinite"/>
                                        <p:tgtEl>
                                          <p:spTgt spid="21"/>
                                        </p:tgtEl>
                                        <p:attrNameLst>
                                          <p:attrName>stroke.color</p:attrName>
                                        </p:attrNameLst>
                                      </p:cBhvr>
                                      <p:to>
                                        <p:clrVal>
                                          <a:srgbClr val="000000"/>
                                        </p:clrVal>
                                      </p:to>
                                    </p:set>
                                    <p:set>
                                      <p:cBhvr>
                                        <p:cTn id="122" dur="indefinite"/>
                                        <p:tgtEl>
                                          <p:spTgt spid="21"/>
                                        </p:tgtEl>
                                        <p:attrNameLst>
                                          <p:attrName>stroke.on</p:attrName>
                                        </p:attrNameLst>
                                      </p:cBhvr>
                                      <p:to>
                                        <p:strVal val="true"/>
                                      </p:to>
                                    </p:set>
                                  </p:childTnLst>
                                </p:cTn>
                              </p:par>
                              <p:par>
                                <p:cTn id="123" presetID="7" presetClass="emph" presetSubtype="1" nodeType="withEffect">
                                  <p:stCondLst>
                                    <p:cond delay="0"/>
                                  </p:stCondLst>
                                  <p:childTnLst>
                                    <p:set>
                                      <p:cBhvr>
                                        <p:cTn id="124" dur="indefinite"/>
                                        <p:tgtEl>
                                          <p:spTgt spid="15"/>
                                        </p:tgtEl>
                                        <p:attrNameLst>
                                          <p:attrName>stroke.color</p:attrName>
                                        </p:attrNameLst>
                                      </p:cBhvr>
                                      <p:to>
                                        <p:clrVal>
                                          <a:srgbClr val="000000"/>
                                        </p:clrVal>
                                      </p:to>
                                    </p:set>
                                    <p:set>
                                      <p:cBhvr>
                                        <p:cTn id="125" dur="indefinite"/>
                                        <p:tgtEl>
                                          <p:spTgt spid="15"/>
                                        </p:tgtEl>
                                        <p:attrNameLst>
                                          <p:attrName>stroke.on</p:attrName>
                                        </p:attrNameLst>
                                      </p:cBhvr>
                                      <p:to>
                                        <p:strVal val="true"/>
                                      </p:to>
                                    </p:set>
                                  </p:childTnLst>
                                </p:cTn>
                              </p:par>
                              <p:par>
                                <p:cTn id="126" presetID="7" presetClass="emph" presetSubtype="1" nodeType="withEffect">
                                  <p:stCondLst>
                                    <p:cond delay="0"/>
                                  </p:stCondLst>
                                  <p:childTnLst>
                                    <p:set>
                                      <p:cBhvr>
                                        <p:cTn id="127" dur="indefinite"/>
                                        <p:tgtEl>
                                          <p:spTgt spid="23"/>
                                        </p:tgtEl>
                                        <p:attrNameLst>
                                          <p:attrName>stroke.color</p:attrName>
                                        </p:attrNameLst>
                                      </p:cBhvr>
                                      <p:to>
                                        <p:clrVal>
                                          <a:srgbClr val="000000"/>
                                        </p:clrVal>
                                      </p:to>
                                    </p:set>
                                    <p:set>
                                      <p:cBhvr>
                                        <p:cTn id="128" dur="indefinite"/>
                                        <p:tgtEl>
                                          <p:spTgt spid="23"/>
                                        </p:tgtEl>
                                        <p:attrNameLst>
                                          <p:attrName>stroke.on</p:attrName>
                                        </p:attrNameLst>
                                      </p:cBhvr>
                                      <p:to>
                                        <p:strVal val="true"/>
                                      </p:to>
                                    </p:set>
                                  </p:childTnLst>
                                </p:cTn>
                              </p:par>
                              <p:par>
                                <p:cTn id="129" presetID="7" presetClass="emph" presetSubtype="1" nodeType="withEffect">
                                  <p:stCondLst>
                                    <p:cond delay="0"/>
                                  </p:stCondLst>
                                  <p:childTnLst>
                                    <p:set>
                                      <p:cBhvr>
                                        <p:cTn id="130" dur="indefinite"/>
                                        <p:tgtEl>
                                          <p:spTgt spid="19"/>
                                        </p:tgtEl>
                                        <p:attrNameLst>
                                          <p:attrName>stroke.color</p:attrName>
                                        </p:attrNameLst>
                                      </p:cBhvr>
                                      <p:to>
                                        <p:clrVal>
                                          <a:srgbClr val="000000"/>
                                        </p:clrVal>
                                      </p:to>
                                    </p:set>
                                    <p:set>
                                      <p:cBhvr>
                                        <p:cTn id="131" dur="indefinite"/>
                                        <p:tgtEl>
                                          <p:spTgt spid="19"/>
                                        </p:tgtEl>
                                        <p:attrNameLst>
                                          <p:attrName>stroke.on</p:attrName>
                                        </p:attrNameLst>
                                      </p:cBhvr>
                                      <p:to>
                                        <p:strVal val="true"/>
                                      </p:to>
                                    </p:set>
                                  </p:childTnLst>
                                </p:cTn>
                              </p:par>
                              <p:par>
                                <p:cTn id="132" presetID="7" presetClass="emph" presetSubtype="1" nodeType="withEffect">
                                  <p:stCondLst>
                                    <p:cond delay="0"/>
                                  </p:stCondLst>
                                  <p:childTnLst>
                                    <p:set>
                                      <p:cBhvr>
                                        <p:cTn id="133" dur="indefinite"/>
                                        <p:tgtEl>
                                          <p:spTgt spid="17"/>
                                        </p:tgtEl>
                                        <p:attrNameLst>
                                          <p:attrName>stroke.color</p:attrName>
                                        </p:attrNameLst>
                                      </p:cBhvr>
                                      <p:to>
                                        <p:clrVal>
                                          <a:srgbClr val="000000"/>
                                        </p:clrVal>
                                      </p:to>
                                    </p:set>
                                    <p:set>
                                      <p:cBhvr>
                                        <p:cTn id="134" dur="indefinite"/>
                                        <p:tgtEl>
                                          <p:spTgt spid="17"/>
                                        </p:tgtEl>
                                        <p:attrNameLst>
                                          <p:attrName>stroke.on</p:attrName>
                                        </p:attrNameLst>
                                      </p:cBhvr>
                                      <p:to>
                                        <p:strVal val="true"/>
                                      </p:to>
                                    </p:set>
                                  </p:childTnLst>
                                </p:cTn>
                              </p:par>
                              <p:par>
                                <p:cTn id="135" presetID="3" presetClass="emph" presetSubtype="1" grpId="1" nodeType="withEffect">
                                  <p:stCondLst>
                                    <p:cond delay="0"/>
                                  </p:stCondLst>
                                  <p:childTnLst>
                                    <p:set>
                                      <p:cBhvr override="childStyle">
                                        <p:cTn id="136" dur="indefinite"/>
                                        <p:tgtEl>
                                          <p:spTgt spid="29"/>
                                        </p:tgtEl>
                                        <p:attrNameLst>
                                          <p:attrName>style.color</p:attrName>
                                        </p:attrNameLst>
                                      </p:cBhvr>
                                      <p:to>
                                        <p:clrVal>
                                          <a:schemeClr val="tx1"/>
                                        </p:clrVal>
                                      </p:to>
                                    </p:set>
                                  </p:childTnLst>
                                </p:cTn>
                              </p:par>
                              <p:par>
                                <p:cTn id="137" presetID="3" presetClass="emph" presetSubtype="1" grpId="1" nodeType="withEffect">
                                  <p:stCondLst>
                                    <p:cond delay="0"/>
                                  </p:stCondLst>
                                  <p:childTnLst>
                                    <p:set>
                                      <p:cBhvr override="childStyle">
                                        <p:cTn id="138" dur="indefinite"/>
                                        <p:tgtEl>
                                          <p:spTgt spid="31"/>
                                        </p:tgtEl>
                                        <p:attrNameLst>
                                          <p:attrName>style.color</p:attrName>
                                        </p:attrNameLst>
                                      </p:cBhvr>
                                      <p:to>
                                        <p:clrVal>
                                          <a:schemeClr val="tx1"/>
                                        </p:clrVal>
                                      </p:to>
                                    </p:set>
                                  </p:childTnLst>
                                </p:cTn>
                              </p:par>
                              <p:par>
                                <p:cTn id="139" presetID="3" presetClass="emph" presetSubtype="1" grpId="1" nodeType="withEffect">
                                  <p:stCondLst>
                                    <p:cond delay="0"/>
                                  </p:stCondLst>
                                  <p:childTnLst>
                                    <p:set>
                                      <p:cBhvr override="childStyle">
                                        <p:cTn id="140" dur="indefinite"/>
                                        <p:tgtEl>
                                          <p:spTgt spid="33"/>
                                        </p:tgtEl>
                                        <p:attrNameLst>
                                          <p:attrName>style.color</p:attrName>
                                        </p:attrNameLst>
                                      </p:cBhvr>
                                      <p:to>
                                        <p:clrVal>
                                          <a:schemeClr val="tx1"/>
                                        </p:clrVal>
                                      </p:to>
                                    </p:set>
                                  </p:childTnLst>
                                </p:cTn>
                              </p:par>
                              <p:par>
                                <p:cTn id="141" presetID="3" presetClass="emph" presetSubtype="1" grpId="1" nodeType="withEffect">
                                  <p:stCondLst>
                                    <p:cond delay="0"/>
                                  </p:stCondLst>
                                  <p:childTnLst>
                                    <p:set>
                                      <p:cBhvr override="childStyle">
                                        <p:cTn id="142" dur="indefinite"/>
                                        <p:tgtEl>
                                          <p:spTgt spid="27"/>
                                        </p:tgtEl>
                                        <p:attrNameLst>
                                          <p:attrName>style.color</p:attrName>
                                        </p:attrNameLst>
                                      </p:cBhvr>
                                      <p:to>
                                        <p:clrVal>
                                          <a:schemeClr val="tx1"/>
                                        </p:clrVal>
                                      </p:to>
                                    </p:set>
                                  </p:childTnLst>
                                </p:cTn>
                              </p:par>
                              <p:par>
                                <p:cTn id="143" presetID="3" presetClass="emph" presetSubtype="1" grpId="1" nodeType="withEffect">
                                  <p:stCondLst>
                                    <p:cond delay="0"/>
                                  </p:stCondLst>
                                  <p:childTnLst>
                                    <p:set>
                                      <p:cBhvr override="childStyle">
                                        <p:cTn id="144" dur="indefinite"/>
                                        <p:tgtEl>
                                          <p:spTgt spid="35"/>
                                        </p:tgtEl>
                                        <p:attrNameLst>
                                          <p:attrName>style.color</p:attrName>
                                        </p:attrNameLst>
                                      </p:cBhvr>
                                      <p:to>
                                        <p:clrVal>
                                          <a:schemeClr val="tx1"/>
                                        </p:clrVal>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9" grpId="0"/>
      <p:bldP spid="29" grpId="1"/>
      <p:bldP spid="31" grpId="0"/>
      <p:bldP spid="31" grpId="1"/>
      <p:bldP spid="33" grpId="0"/>
      <p:bldP spid="33" grpId="1"/>
      <p:bldP spid="35" grpId="0"/>
      <p:bldP spid="3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943265-4F35-4525-ADAF-081A3351856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69490BB-4934-4259-95B9-6D5713D6D6A4}"/>
              </a:ext>
            </a:extLst>
          </p:cNvPr>
          <p:cNvSpPr>
            <a:spLocks noGrp="1"/>
          </p:cNvSpPr>
          <p:nvPr>
            <p:ph type="body" sz="quarter" idx="12"/>
          </p:nvPr>
        </p:nvSpPr>
        <p:spPr/>
        <p:txBody>
          <a:bodyPr/>
          <a:lstStyle/>
          <a:p>
            <a:r>
              <a:rPr lang="en-US" b="1" dirty="0">
                <a:solidFill>
                  <a:schemeClr val="tx1"/>
                </a:solidFill>
              </a:rPr>
              <a:t>Formal Definition - DFA</a:t>
            </a:r>
          </a:p>
        </p:txBody>
      </p:sp>
      <p:sp>
        <p:nvSpPr>
          <p:cNvPr id="4" name="Text Placeholder 3">
            <a:extLst>
              <a:ext uri="{FF2B5EF4-FFF2-40B4-BE49-F238E27FC236}">
                <a16:creationId xmlns:a16="http://schemas.microsoft.com/office/drawing/2014/main" id="{CE73DEE7-F46F-4AAB-BA2D-7F042389FC0E}"/>
              </a:ext>
            </a:extLst>
          </p:cNvPr>
          <p:cNvSpPr>
            <a:spLocks noGrp="1"/>
          </p:cNvSpPr>
          <p:nvPr>
            <p:ph type="body" sz="quarter" idx="13"/>
          </p:nvPr>
        </p:nvSpPr>
        <p:spPr/>
        <p:txBody>
          <a:bodyPr/>
          <a:lstStyle/>
          <a:p>
            <a:r>
              <a:rPr lang="en-US" altLang="en-US" sz="2800" dirty="0"/>
              <a:t>A Deterministic Finite Automaton (DFA) is a </a:t>
            </a:r>
            <a:br>
              <a:rPr lang="en-US" altLang="en-US" sz="2800" dirty="0"/>
            </a:br>
            <a:r>
              <a:rPr lang="en-US" altLang="en-US" sz="2800" dirty="0"/>
              <a:t>5-tuple (</a:t>
            </a:r>
            <a:r>
              <a:rPr lang="en-US" altLang="en-US" sz="2800" i="1" dirty="0"/>
              <a:t>Q</a:t>
            </a:r>
            <a:r>
              <a:rPr lang="en-US" altLang="en-US" sz="2800" dirty="0"/>
              <a:t>, </a:t>
            </a:r>
            <a:r>
              <a:rPr lang="el-GR" altLang="en-US" sz="2800" dirty="0">
                <a:cs typeface="Arial" panose="020B0604020202020204" pitchFamily="34" charset="0"/>
              </a:rPr>
              <a:t>Σ</a:t>
            </a:r>
            <a:r>
              <a:rPr lang="en-US" altLang="en-US" sz="2800" dirty="0">
                <a:cs typeface="Arial" panose="020B0604020202020204" pitchFamily="34" charset="0"/>
              </a:rPr>
              <a: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dirty="0"/>
              <a:t>), where </a:t>
            </a:r>
          </a:p>
          <a:p>
            <a:pPr marL="914400" lvl="1" indent="-457200"/>
            <a:r>
              <a:rPr lang="en-US" altLang="en-US" sz="2600" i="1" dirty="0"/>
              <a:t>Q</a:t>
            </a:r>
            <a:r>
              <a:rPr lang="en-US" altLang="en-US" sz="2600" dirty="0"/>
              <a:t> is a finite set called the </a:t>
            </a:r>
            <a:r>
              <a:rPr lang="en-US" altLang="en-US" sz="2600" b="1" i="1" dirty="0"/>
              <a:t>states</a:t>
            </a:r>
            <a:r>
              <a:rPr lang="en-US" altLang="en-US" sz="2600" dirty="0"/>
              <a:t>,</a:t>
            </a:r>
          </a:p>
          <a:p>
            <a:pPr marL="914400" lvl="1" indent="-457200"/>
            <a:r>
              <a:rPr lang="el-GR" altLang="en-US" sz="2600" dirty="0">
                <a:cs typeface="Arial" panose="020B0604020202020204" pitchFamily="34" charset="0"/>
              </a:rPr>
              <a:t>Σ</a:t>
            </a:r>
            <a:r>
              <a:rPr lang="en-US" altLang="en-US" sz="2600" dirty="0">
                <a:cs typeface="Arial" panose="020B0604020202020204" pitchFamily="34" charset="0"/>
              </a:rPr>
              <a:t> is a finite set called the </a:t>
            </a:r>
            <a:r>
              <a:rPr lang="en-US" altLang="en-US" sz="2600" b="1" i="1" dirty="0">
                <a:cs typeface="Arial" panose="020B0604020202020204" pitchFamily="34" charset="0"/>
              </a:rPr>
              <a:t>alphabet</a:t>
            </a:r>
            <a:r>
              <a:rPr lang="en-US" altLang="en-US" sz="2600" dirty="0">
                <a:cs typeface="Arial" panose="020B0604020202020204" pitchFamily="34" charset="0"/>
              </a:rPr>
              <a:t>,</a:t>
            </a:r>
          </a:p>
          <a:p>
            <a:pPr marL="914400" lvl="1" indent="-457200"/>
            <a:r>
              <a:rPr lang="en-US" altLang="en-US" sz="2600" i="1" dirty="0">
                <a:cs typeface="Arial" panose="020B0604020202020204" pitchFamily="34" charset="0"/>
                <a:sym typeface="Symbol" panose="05050102010706020507" pitchFamily="18" charset="2"/>
              </a:rPr>
              <a:t> </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 </a:t>
            </a:r>
            <a:r>
              <a:rPr lang="el-GR" altLang="en-US" sz="2600" dirty="0">
                <a:cs typeface="Arial" panose="020B0604020202020204" pitchFamily="34" charset="0"/>
              </a:rPr>
              <a:t>Σ</a:t>
            </a:r>
            <a:r>
              <a:rPr lang="en-US" altLang="en-US" sz="2600" dirty="0">
                <a:cs typeface="Arial" panose="020B0604020202020204" pitchFamily="34" charset="0"/>
              </a:rPr>
              <a:t> </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is the </a:t>
            </a:r>
            <a:r>
              <a:rPr lang="en-US" altLang="en-US" sz="2600" b="1" i="1" dirty="0">
                <a:cs typeface="Arial" panose="020B0604020202020204" pitchFamily="34" charset="0"/>
                <a:sym typeface="Symbol" panose="05050102010706020507" pitchFamily="18" charset="2"/>
              </a:rPr>
              <a:t>transition function</a:t>
            </a:r>
            <a:r>
              <a:rPr lang="en-US" altLang="en-US" sz="2600" dirty="0">
                <a:cs typeface="Arial" panose="020B0604020202020204" pitchFamily="34" charset="0"/>
                <a:sym typeface="Symbol" panose="05050102010706020507" pitchFamily="18" charset="2"/>
              </a:rPr>
              <a:t>,</a:t>
            </a:r>
          </a:p>
          <a:p>
            <a:pPr marL="914400" lvl="1" indent="-457200"/>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0</a:t>
            </a:r>
            <a:r>
              <a:rPr lang="en-US" altLang="en-US" sz="2600" i="1" dirty="0">
                <a:cs typeface="Arial" panose="020B0604020202020204" pitchFamily="34" charset="0"/>
                <a:sym typeface="Symbol" panose="05050102010706020507" pitchFamily="18" charset="2"/>
              </a:rPr>
              <a:t> </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is the </a:t>
            </a:r>
            <a:r>
              <a:rPr lang="en-US" altLang="en-US" sz="2600" b="1" i="1" dirty="0">
                <a:cs typeface="Arial" panose="020B0604020202020204" pitchFamily="34" charset="0"/>
                <a:sym typeface="Symbol" panose="05050102010706020507" pitchFamily="18" charset="2"/>
              </a:rPr>
              <a:t>start state</a:t>
            </a:r>
            <a:r>
              <a:rPr lang="en-US" altLang="en-US" sz="2600" dirty="0">
                <a:cs typeface="Arial" panose="020B0604020202020204" pitchFamily="34" charset="0"/>
                <a:sym typeface="Symbol" panose="05050102010706020507" pitchFamily="18" charset="2"/>
              </a:rPr>
              <a:t>,</a:t>
            </a:r>
          </a:p>
          <a:p>
            <a:pPr marL="914400" lvl="1" indent="-457200"/>
            <a:r>
              <a:rPr lang="en-US" altLang="en-US" sz="2600" i="1" dirty="0">
                <a:cs typeface="Arial" panose="020B0604020202020204" pitchFamily="34" charset="0"/>
                <a:sym typeface="Symbol" panose="05050102010706020507" pitchFamily="18" charset="2"/>
              </a:rPr>
              <a:t>F</a:t>
            </a:r>
            <a:r>
              <a:rPr lang="en-US" altLang="en-US" sz="2600" dirty="0">
                <a:cs typeface="Arial" panose="020B0604020202020204" pitchFamily="34" charset="0"/>
                <a:sym typeface="Symbol" panose="05050102010706020507" pitchFamily="18" charset="2"/>
              </a:rPr>
              <a:t> 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is the set of </a:t>
            </a:r>
            <a:r>
              <a:rPr lang="en-US" altLang="en-US" sz="2600" b="1" i="1" dirty="0">
                <a:cs typeface="Arial" panose="020B0604020202020204" pitchFamily="34" charset="0"/>
                <a:sym typeface="Symbol" panose="05050102010706020507" pitchFamily="18" charset="2"/>
              </a:rPr>
              <a:t>accept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final</a:t>
            </a:r>
            <a:r>
              <a:rPr lang="en-US" altLang="en-US" sz="2600" dirty="0">
                <a:cs typeface="Arial" panose="020B0604020202020204" pitchFamily="34" charset="0"/>
                <a:sym typeface="Symbol" panose="05050102010706020507" pitchFamily="18" charset="2"/>
              </a:rPr>
              <a:t>) </a:t>
            </a:r>
            <a:r>
              <a:rPr lang="en-US" altLang="en-US" sz="2600" b="1" i="1" dirty="0">
                <a:cs typeface="Arial" panose="020B0604020202020204" pitchFamily="34" charset="0"/>
                <a:sym typeface="Symbol" panose="05050102010706020507" pitchFamily="18" charset="2"/>
              </a:rPr>
              <a:t>states</a:t>
            </a:r>
            <a:r>
              <a:rPr lang="en-US" altLang="en-US" sz="2600" dirty="0">
                <a:cs typeface="Arial" panose="020B0604020202020204" pitchFamily="34" charset="0"/>
                <a:sym typeface="Symbol" panose="05050102010706020507" pitchFamily="18" charset="2"/>
              </a:rPr>
              <a:t>.</a:t>
            </a:r>
          </a:p>
          <a:p>
            <a:r>
              <a:rPr lang="en-US" altLang="en-US" sz="2800" dirty="0">
                <a:cs typeface="Arial" panose="020B0604020202020204" pitchFamily="34" charset="0"/>
                <a:sym typeface="Symbol" panose="05050102010706020507" pitchFamily="18" charset="2"/>
              </a:rPr>
              <a:t>If A is the set of all strings that a machine </a:t>
            </a:r>
            <a:r>
              <a:rPr lang="en-US" altLang="en-US" sz="2800" i="1" dirty="0">
                <a:cs typeface="Arial" panose="020B0604020202020204" pitchFamily="34" charset="0"/>
                <a:sym typeface="Symbol" panose="05050102010706020507" pitchFamily="18" charset="2"/>
              </a:rPr>
              <a:t>M</a:t>
            </a:r>
            <a:r>
              <a:rPr lang="en-US" altLang="en-US" sz="2800" dirty="0">
                <a:cs typeface="Arial" panose="020B0604020202020204" pitchFamily="34" charset="0"/>
                <a:sym typeface="Symbol" panose="05050102010706020507" pitchFamily="18" charset="2"/>
              </a:rPr>
              <a:t> accepts, we say that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is the </a:t>
            </a:r>
            <a:r>
              <a:rPr lang="en-US" altLang="en-US" sz="2800" b="1" i="1" dirty="0">
                <a:cs typeface="Arial" panose="020B0604020202020204" pitchFamily="34" charset="0"/>
                <a:sym typeface="Symbol" panose="05050102010706020507" pitchFamily="18" charset="2"/>
              </a:rPr>
              <a:t>language of machine</a:t>
            </a:r>
            <a:r>
              <a:rPr lang="en-US" altLang="en-US" sz="2800" b="1" dirty="0">
                <a:cs typeface="Arial" panose="020B0604020202020204" pitchFamily="34" charset="0"/>
                <a:sym typeface="Symbol" panose="05050102010706020507" pitchFamily="18" charset="2"/>
              </a:rPr>
              <a:t> </a:t>
            </a:r>
            <a:r>
              <a:rPr lang="en-US" altLang="en-US" sz="2800" b="1" i="1" dirty="0">
                <a:cs typeface="Arial" panose="020B0604020202020204" pitchFamily="34" charset="0"/>
                <a:sym typeface="Symbol" panose="05050102010706020507" pitchFamily="18" charset="2"/>
              </a:rPr>
              <a:t>M</a:t>
            </a:r>
            <a:r>
              <a:rPr lang="en-US" altLang="en-US" sz="2800" dirty="0">
                <a:cs typeface="Arial" panose="020B0604020202020204" pitchFamily="34" charset="0"/>
                <a:sym typeface="Symbol" panose="05050102010706020507" pitchFamily="18" charset="2"/>
              </a:rPr>
              <a:t> and write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M</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r>
              <a:rPr lang="en-US" altLang="en-US" sz="2800" b="1" i="1" dirty="0">
                <a:cs typeface="Arial" panose="020B0604020202020204" pitchFamily="34" charset="0"/>
                <a:sym typeface="Symbol" panose="05050102010706020507" pitchFamily="18" charset="2"/>
              </a:rPr>
              <a:t>M recognizes A</a:t>
            </a:r>
            <a:r>
              <a:rPr lang="en-US" altLang="en-US" sz="2800" dirty="0">
                <a:cs typeface="Arial" panose="020B0604020202020204" pitchFamily="34" charset="0"/>
                <a:sym typeface="Symbol" panose="05050102010706020507" pitchFamily="18" charset="2"/>
              </a:rPr>
              <a:t> or </a:t>
            </a:r>
            <a:r>
              <a:rPr lang="en-US" altLang="en-US" sz="2800" b="1" i="1" dirty="0">
                <a:cs typeface="Arial" panose="020B0604020202020204" pitchFamily="34" charset="0"/>
                <a:sym typeface="Symbol" panose="05050102010706020507" pitchFamily="18" charset="2"/>
              </a:rPr>
              <a:t>M accepts A</a:t>
            </a:r>
            <a:r>
              <a:rPr lang="en-US" altLang="en-US" sz="2800" dirty="0">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3269957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2866806-7C3D-4E76-A1DE-EDC031763ABA}"/>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903EC054-883E-449E-A373-965E3EB763A4}"/>
              </a:ext>
            </a:extLst>
          </p:cNvPr>
          <p:cNvSpPr>
            <a:spLocks noGrp="1"/>
          </p:cNvSpPr>
          <p:nvPr>
            <p:ph type="body" sz="half" idx="2"/>
          </p:nvPr>
        </p:nvSpPr>
        <p:spPr>
          <a:xfrm>
            <a:off x="10012" y="2209800"/>
            <a:ext cx="3027361" cy="660765"/>
          </a:xfrm>
        </p:spPr>
        <p:txBody>
          <a:bodyPr/>
          <a:lstStyle/>
          <a:p>
            <a:r>
              <a:rPr lang="en-US" b="1" dirty="0"/>
              <a:t>Example</a:t>
            </a:r>
            <a:endParaRPr lang="en-US" dirty="0"/>
          </a:p>
        </p:txBody>
      </p:sp>
      <p:sp>
        <p:nvSpPr>
          <p:cNvPr id="5" name="Title 4">
            <a:extLst>
              <a:ext uri="{FF2B5EF4-FFF2-40B4-BE49-F238E27FC236}">
                <a16:creationId xmlns:a16="http://schemas.microsoft.com/office/drawing/2014/main" id="{7B6557A4-CDBD-4194-B972-EBF354F8B84B}"/>
              </a:ext>
            </a:extLst>
          </p:cNvPr>
          <p:cNvSpPr>
            <a:spLocks noGrp="1"/>
          </p:cNvSpPr>
          <p:nvPr>
            <p:ph type="title"/>
          </p:nvPr>
        </p:nvSpPr>
        <p:spPr>
          <a:xfrm>
            <a:off x="10012" y="825141"/>
            <a:ext cx="3027361" cy="1383277"/>
          </a:xfrm>
        </p:spPr>
        <p:txBody>
          <a:bodyPr/>
          <a:lstStyle/>
          <a:p>
            <a:r>
              <a:rPr lang="en-US" dirty="0"/>
              <a:t>Formal Definition for Machine M</a:t>
            </a:r>
            <a:r>
              <a:rPr lang="en-US" baseline="-25000" dirty="0"/>
              <a:t>1</a:t>
            </a:r>
            <a:endParaRPr lang="en-US" dirty="0"/>
          </a:p>
        </p:txBody>
      </p:sp>
      <p:pic>
        <p:nvPicPr>
          <p:cNvPr id="8" name="Picture Placeholder 7" descr="A drawing of a person&#10;&#10;Description automatically generated">
            <a:extLst>
              <a:ext uri="{FF2B5EF4-FFF2-40B4-BE49-F238E27FC236}">
                <a16:creationId xmlns:a16="http://schemas.microsoft.com/office/drawing/2014/main" id="{FEF304C5-8CA5-4737-9A3C-D2D493103EDE}"/>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178409" y="320040"/>
            <a:ext cx="5976673" cy="2194560"/>
          </a:xfrm>
        </p:spPr>
      </p:pic>
      <p:sp>
        <p:nvSpPr>
          <p:cNvPr id="2" name="Content Placeholder 1">
            <a:extLst>
              <a:ext uri="{FF2B5EF4-FFF2-40B4-BE49-F238E27FC236}">
                <a16:creationId xmlns:a16="http://schemas.microsoft.com/office/drawing/2014/main" id="{ADCA98E4-A85F-4242-83BB-1E092E156301}"/>
              </a:ext>
            </a:extLst>
          </p:cNvPr>
          <p:cNvSpPr>
            <a:spLocks noGrp="1"/>
          </p:cNvSpPr>
          <p:nvPr>
            <p:ph sz="quarter" idx="14"/>
          </p:nvPr>
        </p:nvSpPr>
        <p:spPr/>
        <p:txBody>
          <a:bodyPr/>
          <a:lstStyle/>
          <a:p>
            <a:pPr>
              <a:lnSpc>
                <a:spcPct val="90000"/>
              </a:lnSpc>
            </a:pPr>
            <a:r>
              <a:rPr lang="en-US" altLang="en-US" i="1" dirty="0"/>
              <a:t>M</a:t>
            </a:r>
            <a:r>
              <a:rPr lang="en-US" altLang="en-US" baseline="-25000" dirty="0"/>
              <a:t>1</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where – </a:t>
            </a:r>
          </a:p>
          <a:p>
            <a:pPr lvl="1">
              <a:lnSpc>
                <a:spcPct val="90000"/>
              </a:lnSpc>
            </a:pPr>
            <a:r>
              <a:rPr lang="en-US" altLang="en-US" i="1" dirty="0"/>
              <a:t>Q</a:t>
            </a:r>
            <a:r>
              <a:rPr lang="en-US" altLang="en-US" dirty="0"/>
              <a:t> =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1 </a:t>
            </a:r>
            <a:r>
              <a:rPr lang="en-US" altLang="en-US" i="1" dirty="0">
                <a:cs typeface="Arial" panose="020B0604020202020204" pitchFamily="34" charset="0"/>
                <a:sym typeface="Symbol" panose="05050102010706020507" pitchFamily="18" charset="2"/>
              </a:rPr>
              <a:t>, q</a:t>
            </a:r>
            <a:r>
              <a:rPr lang="en-US" altLang="en-US" baseline="-25000" dirty="0">
                <a:cs typeface="Arial" panose="020B0604020202020204" pitchFamily="34" charset="0"/>
                <a:sym typeface="Symbol" panose="05050102010706020507" pitchFamily="18" charset="2"/>
              </a:rPr>
              <a:t>2 </a:t>
            </a:r>
            <a:r>
              <a:rPr lang="en-US" altLang="en-US" i="1" dirty="0">
                <a:cs typeface="Arial" panose="020B0604020202020204" pitchFamily="34" charset="0"/>
                <a:sym typeface="Symbol" panose="05050102010706020507" pitchFamily="18" charset="2"/>
              </a:rPr>
              <a:t>, q</a:t>
            </a:r>
            <a:r>
              <a:rPr lang="en-US" altLang="en-US" baseline="-25000" dirty="0">
                <a:cs typeface="Arial" panose="020B0604020202020204" pitchFamily="34" charset="0"/>
                <a:sym typeface="Symbol" panose="05050102010706020507" pitchFamily="18" charset="2"/>
              </a:rPr>
              <a:t>3</a:t>
            </a:r>
            <a:r>
              <a:rPr lang="en-US" altLang="en-US" dirty="0"/>
              <a:t>} ,</a:t>
            </a:r>
          </a:p>
          <a:p>
            <a:pPr lvl="1">
              <a:lnSpc>
                <a:spcPct val="90000"/>
              </a:lnSpc>
            </a:pPr>
            <a:r>
              <a:rPr lang="el-GR" altLang="en-US" dirty="0">
                <a:cs typeface="Arial" panose="020B0604020202020204" pitchFamily="34" charset="0"/>
              </a:rPr>
              <a:t>Σ</a:t>
            </a:r>
            <a:r>
              <a:rPr lang="en-US" altLang="en-US" dirty="0">
                <a:cs typeface="Arial" panose="020B0604020202020204" pitchFamily="34" charset="0"/>
              </a:rPr>
              <a:t> = {0, 1},</a:t>
            </a:r>
          </a:p>
          <a:p>
            <a:pPr lvl="1">
              <a:lnSpc>
                <a:spcPct val="90000"/>
              </a:lnSpc>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i="1" dirty="0">
                <a:cs typeface="Arial" panose="020B0604020202020204" pitchFamily="34" charset="0"/>
                <a:sym typeface="Symbol" panose="05050102010706020507" pitchFamily="18" charset="2"/>
              </a:rPr>
              <a:t> = q</a:t>
            </a:r>
            <a:r>
              <a:rPr lang="en-US" altLang="en-US" baseline="-25000" dirty="0">
                <a:cs typeface="Arial" panose="020B0604020202020204" pitchFamily="34" charset="0"/>
                <a:sym typeface="Symbol" panose="05050102010706020507" pitchFamily="18" charset="2"/>
              </a:rPr>
              <a:t>1 </a:t>
            </a:r>
            <a:r>
              <a:rPr lang="en-US" altLang="en-US" i="1" dirty="0">
                <a:cs typeface="Arial" panose="020B0604020202020204" pitchFamily="34" charset="0"/>
                <a:sym typeface="Symbol" panose="05050102010706020507" pitchFamily="18" charset="2"/>
              </a:rPr>
              <a:t>,</a:t>
            </a:r>
          </a:p>
          <a:p>
            <a:pPr lvl="1">
              <a:lnSpc>
                <a:spcPct val="90000"/>
              </a:lnSpc>
            </a:pPr>
            <a:r>
              <a:rPr lang="en-US" altLang="en-US" i="1" dirty="0">
                <a:cs typeface="Arial" panose="020B0604020202020204" pitchFamily="34" charset="0"/>
                <a:sym typeface="Symbol" panose="05050102010706020507" pitchFamily="18" charset="2"/>
              </a:rPr>
              <a:t>F =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t>
            </a:r>
          </a:p>
          <a:p>
            <a:pPr lvl="1">
              <a:lnSpc>
                <a:spcPct val="90000"/>
              </a:lnSpc>
            </a:pPr>
            <a:r>
              <a:rPr lang="en-US" altLang="en-US" i="1" dirty="0">
                <a:cs typeface="Arial" panose="020B0604020202020204" pitchFamily="34" charset="0"/>
                <a:sym typeface="Symbol" panose="05050102010706020507" pitchFamily="18" charset="2"/>
              </a:rPr>
              <a:t> is describe as – </a:t>
            </a:r>
          </a:p>
          <a:p>
            <a:pPr marL="257175" lvl="1" indent="0">
              <a:lnSpc>
                <a:spcPct val="90000"/>
              </a:lnSpc>
              <a:buNone/>
            </a:pPr>
            <a:endParaRPr lang="en-US" altLang="en-US" i="1" dirty="0">
              <a:cs typeface="Arial" panose="020B0604020202020204" pitchFamily="34" charset="0"/>
              <a:sym typeface="Symbol" panose="05050102010706020507" pitchFamily="18" charset="2"/>
            </a:endParaRPr>
          </a:p>
          <a:p>
            <a:pPr marL="257175" lvl="1" indent="0">
              <a:lnSpc>
                <a:spcPct val="90000"/>
              </a:lnSpc>
              <a:buNone/>
            </a:pPr>
            <a:endParaRPr lang="en-US" altLang="en-US" dirty="0">
              <a:cs typeface="Arial" panose="020B0604020202020204" pitchFamily="34" charset="0"/>
            </a:endParaRPr>
          </a:p>
          <a:p>
            <a:endParaRPr lang="en-US" dirty="0"/>
          </a:p>
        </p:txBody>
      </p:sp>
      <p:sp>
        <p:nvSpPr>
          <p:cNvPr id="9" name="Text Box 270">
            <a:extLst>
              <a:ext uri="{FF2B5EF4-FFF2-40B4-BE49-F238E27FC236}">
                <a16:creationId xmlns:a16="http://schemas.microsoft.com/office/drawing/2014/main" id="{E7FC96EC-2384-474B-BB20-5C73D34C0114}"/>
              </a:ext>
            </a:extLst>
          </p:cNvPr>
          <p:cNvSpPr txBox="1">
            <a:spLocks noChangeArrowheads="1"/>
          </p:cNvSpPr>
          <p:nvPr/>
        </p:nvSpPr>
        <p:spPr bwMode="auto">
          <a:xfrm>
            <a:off x="2525202" y="4749531"/>
            <a:ext cx="3248025" cy="1339850"/>
          </a:xfrm>
          <a:prstGeom prst="rect">
            <a:avLst/>
          </a:prstGeom>
          <a:noFill/>
          <a:ln w="28575" algn="ctr">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baseline="-25000" dirty="0">
                <a:sym typeface="Symbol" panose="05050102010706020507" pitchFamily="18" charset="2"/>
              </a:rPr>
              <a:t>2</a:t>
            </a:r>
            <a:r>
              <a:rPr lang="en-US" altLang="en-US" sz="2000" dirty="0">
                <a:sym typeface="Symbol" panose="05050102010706020507" pitchFamily="18" charset="2"/>
              </a:rPr>
              <a:t>, </a:t>
            </a:r>
          </a:p>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baseline="-25000" dirty="0">
                <a:sym typeface="Symbol" panose="05050102010706020507" pitchFamily="18" charset="2"/>
              </a:rPr>
              <a:t>3</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 </a:t>
            </a:r>
          </a:p>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3</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3</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i="1" dirty="0">
                <a:sym typeface="Symbol" panose="05050102010706020507" pitchFamily="18" charset="2"/>
              </a:rPr>
              <a:t>.</a:t>
            </a:r>
            <a:endParaRPr lang="en-US" altLang="en-US" sz="2000" dirty="0">
              <a:sym typeface="Symbol" panose="05050102010706020507" pitchFamily="18" charset="2"/>
            </a:endParaRPr>
          </a:p>
        </p:txBody>
      </p:sp>
      <p:graphicFrame>
        <p:nvGraphicFramePr>
          <p:cNvPr id="10" name="Group 286">
            <a:extLst>
              <a:ext uri="{FF2B5EF4-FFF2-40B4-BE49-F238E27FC236}">
                <a16:creationId xmlns:a16="http://schemas.microsoft.com/office/drawing/2014/main" id="{FAF8C1D3-D9BD-49FF-84E1-E000A6E5DA2F}"/>
              </a:ext>
            </a:extLst>
          </p:cNvPr>
          <p:cNvGraphicFramePr>
            <a:graphicFrameLocks/>
          </p:cNvGraphicFramePr>
          <p:nvPr>
            <p:extLst>
              <p:ext uri="{D42A27DB-BD31-4B8C-83A1-F6EECF244321}">
                <p14:modId xmlns:p14="http://schemas.microsoft.com/office/powerpoint/2010/main" val="716501021"/>
              </p:ext>
            </p:extLst>
          </p:nvPr>
        </p:nvGraphicFramePr>
        <p:xfrm>
          <a:off x="7272575" y="4480632"/>
          <a:ext cx="1328737" cy="1584816"/>
        </p:xfrm>
        <a:graphic>
          <a:graphicData uri="http://schemas.openxmlformats.org/drawingml/2006/table">
            <a:tbl>
              <a:tblPr/>
              <a:tblGrid>
                <a:gridCol w="442912">
                  <a:extLst>
                    <a:ext uri="{9D8B030D-6E8A-4147-A177-3AD203B41FA5}">
                      <a16:colId xmlns:a16="http://schemas.microsoft.com/office/drawing/2014/main" val="20000"/>
                    </a:ext>
                  </a:extLst>
                </a:gridCol>
                <a:gridCol w="442913">
                  <a:extLst>
                    <a:ext uri="{9D8B030D-6E8A-4147-A177-3AD203B41FA5}">
                      <a16:colId xmlns:a16="http://schemas.microsoft.com/office/drawing/2014/main" val="20001"/>
                    </a:ext>
                  </a:extLst>
                </a:gridCol>
                <a:gridCol w="442912">
                  <a:extLst>
                    <a:ext uri="{9D8B030D-6E8A-4147-A177-3AD203B41FA5}">
                      <a16:colId xmlns:a16="http://schemas.microsoft.com/office/drawing/2014/main" val="20002"/>
                    </a:ext>
                  </a:extLst>
                </a:gridCol>
              </a:tblGrid>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0</a:t>
                      </a:r>
                    </a:p>
                  </a:txBody>
                  <a:tcPr marT="45702" marB="45702" horzOverflow="overflow">
                    <a:lnL w="12700" cap="flat" cmpd="sng" algn="ctr">
                      <a:solidFill>
                        <a:schemeClr val="tx1"/>
                      </a:solidFill>
                      <a:prstDash val="solid"/>
                      <a:round/>
                      <a:headEnd type="none" w="med" len="med"/>
                      <a:tailEnd type="none" w="lg" len="lg"/>
                    </a:lnL>
                    <a:lnR>
                      <a:noFill/>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1</a:t>
                      </a:r>
                    </a:p>
                  </a:txBody>
                  <a:tcPr marT="45702" marB="45702" horzOverflow="overflow">
                    <a:lnL>
                      <a:noFill/>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1</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1</a:t>
                      </a:r>
                    </a:p>
                  </a:txBody>
                  <a:tcPr marT="45702" marB="45702" horzOverflow="overflow">
                    <a:lnL w="12700"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3</a:t>
                      </a:r>
                    </a:p>
                  </a:txBody>
                  <a:tcPr marT="45702" marB="45702" horzOverflow="overflow">
                    <a:lnL w="12700" cap="flat" cmpd="sng" algn="ctr">
                      <a:solidFill>
                        <a:schemeClr val="tx1"/>
                      </a:solidFill>
                      <a:prstDash val="solid"/>
                      <a:round/>
                      <a:headEnd type="none" w="med" len="med"/>
                      <a:tailEnd type="none" w="lg" len="lg"/>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3</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2</a:t>
                      </a:r>
                    </a:p>
                  </a:txBody>
                  <a:tcPr marT="45702" marB="45702" horzOverflow="overflow">
                    <a:lnL w="12700" cap="flat" cmpd="sng" algn="ctr">
                      <a:solidFill>
                        <a:schemeClr val="tx1"/>
                      </a:solidFill>
                      <a:prstDash val="solid"/>
                      <a:round/>
                      <a:headEnd type="none" w="med" len="med"/>
                      <a:tailEnd type="none" w="lg" len="lg"/>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 name="TextBox 10">
            <a:extLst>
              <a:ext uri="{FF2B5EF4-FFF2-40B4-BE49-F238E27FC236}">
                <a16:creationId xmlns:a16="http://schemas.microsoft.com/office/drawing/2014/main" id="{373B9E70-9282-414A-9F9D-4B25CCD9C5EE}"/>
              </a:ext>
            </a:extLst>
          </p:cNvPr>
          <p:cNvSpPr txBox="1"/>
          <p:nvPr/>
        </p:nvSpPr>
        <p:spPr>
          <a:xfrm>
            <a:off x="6187802" y="5273040"/>
            <a:ext cx="670198" cy="369332"/>
          </a:xfrm>
          <a:prstGeom prst="rect">
            <a:avLst/>
          </a:prstGeom>
          <a:noFill/>
        </p:spPr>
        <p:txBody>
          <a:bodyPr wrap="square" rtlCol="0">
            <a:spAutoFit/>
          </a:bodyPr>
          <a:lstStyle/>
          <a:p>
            <a:r>
              <a:rPr lang="en-US" dirty="0"/>
              <a:t>OR</a:t>
            </a:r>
          </a:p>
        </p:txBody>
      </p:sp>
      <p:sp>
        <p:nvSpPr>
          <p:cNvPr id="12" name="TextBox 11">
            <a:extLst>
              <a:ext uri="{FF2B5EF4-FFF2-40B4-BE49-F238E27FC236}">
                <a16:creationId xmlns:a16="http://schemas.microsoft.com/office/drawing/2014/main" id="{96BE3E56-0BE2-4F74-9782-FC9DC11E91B5}"/>
              </a:ext>
            </a:extLst>
          </p:cNvPr>
          <p:cNvSpPr txBox="1"/>
          <p:nvPr/>
        </p:nvSpPr>
        <p:spPr>
          <a:xfrm>
            <a:off x="3037371" y="6090762"/>
            <a:ext cx="2011680" cy="369332"/>
          </a:xfrm>
          <a:prstGeom prst="rect">
            <a:avLst/>
          </a:prstGeom>
          <a:noFill/>
        </p:spPr>
        <p:txBody>
          <a:bodyPr wrap="square" rtlCol="0">
            <a:spAutoFit/>
          </a:bodyPr>
          <a:lstStyle/>
          <a:p>
            <a:r>
              <a:rPr lang="en-US" b="1" dirty="0"/>
              <a:t>Transition Function</a:t>
            </a:r>
          </a:p>
        </p:txBody>
      </p:sp>
      <p:sp>
        <p:nvSpPr>
          <p:cNvPr id="13" name="TextBox 12">
            <a:extLst>
              <a:ext uri="{FF2B5EF4-FFF2-40B4-BE49-F238E27FC236}">
                <a16:creationId xmlns:a16="http://schemas.microsoft.com/office/drawing/2014/main" id="{27152696-31DE-4B60-B0C4-C6F2BBA847A4}"/>
              </a:ext>
            </a:extLst>
          </p:cNvPr>
          <p:cNvSpPr txBox="1"/>
          <p:nvPr/>
        </p:nvSpPr>
        <p:spPr>
          <a:xfrm>
            <a:off x="7110697" y="6095230"/>
            <a:ext cx="1859909" cy="369332"/>
          </a:xfrm>
          <a:prstGeom prst="rect">
            <a:avLst/>
          </a:prstGeom>
          <a:noFill/>
        </p:spPr>
        <p:txBody>
          <a:bodyPr wrap="square" rtlCol="0">
            <a:spAutoFit/>
          </a:bodyPr>
          <a:lstStyle/>
          <a:p>
            <a:r>
              <a:rPr lang="en-US" b="1" dirty="0"/>
              <a:t>Transition Table</a:t>
            </a:r>
          </a:p>
        </p:txBody>
      </p:sp>
    </p:spTree>
    <p:extLst>
      <p:ext uri="{BB962C8B-B14F-4D97-AF65-F5344CB8AC3E}">
        <p14:creationId xmlns:p14="http://schemas.microsoft.com/office/powerpoint/2010/main" val="530941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2E30A2-5C5B-41D8-95D8-0DCDC89CAF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D0886BE-7966-4E60-8A86-CC6E0668A311}"/>
              </a:ext>
            </a:extLst>
          </p:cNvPr>
          <p:cNvSpPr>
            <a:spLocks noGrp="1"/>
          </p:cNvSpPr>
          <p:nvPr>
            <p:ph type="body" sz="quarter" idx="12"/>
          </p:nvPr>
        </p:nvSpPr>
        <p:spPr/>
        <p:txBody>
          <a:bodyPr/>
          <a:lstStyle/>
          <a:p>
            <a:r>
              <a:rPr lang="en-US" sz="3600" b="1" dirty="0"/>
              <a:t>Formal Definition of DFA Computation</a:t>
            </a:r>
            <a:endParaRPr lang="en-US" sz="3200" b="1" dirty="0">
              <a:solidFill>
                <a:schemeClr val="tx1"/>
              </a:solidFill>
            </a:endParaRPr>
          </a:p>
        </p:txBody>
      </p:sp>
      <p:sp>
        <p:nvSpPr>
          <p:cNvPr id="4" name="Text Placeholder 3">
            <a:extLst>
              <a:ext uri="{FF2B5EF4-FFF2-40B4-BE49-F238E27FC236}">
                <a16:creationId xmlns:a16="http://schemas.microsoft.com/office/drawing/2014/main" id="{1A7AF6B4-32CB-4D8A-8635-A1C4319EF89D}"/>
              </a:ext>
            </a:extLst>
          </p:cNvPr>
          <p:cNvSpPr>
            <a:spLocks noGrp="1"/>
          </p:cNvSpPr>
          <p:nvPr>
            <p:ph type="body" sz="quarter" idx="13"/>
          </p:nvPr>
        </p:nvSpPr>
        <p:spPr/>
        <p:txBody>
          <a:bodyPr/>
          <a:lstStyle/>
          <a:p>
            <a:pPr algn="just">
              <a:lnSpc>
                <a:spcPct val="80000"/>
              </a:lnSpc>
            </a:pPr>
            <a:r>
              <a:rPr lang="en-US" altLang="en-US" sz="2800" dirty="0"/>
              <a:t>Now we formalize the Deterministic Finite Automaton’s computation, mathematically.</a:t>
            </a:r>
          </a:p>
          <a:p>
            <a:pPr algn="just">
              <a:lnSpc>
                <a:spcPct val="80000"/>
              </a:lnSpc>
            </a:pPr>
            <a:r>
              <a:rPr lang="en-US" altLang="en-US" sz="2800" dirty="0"/>
              <a:t>Let, </a:t>
            </a:r>
          </a:p>
          <a:p>
            <a:pPr marL="685800" lvl="1" indent="-428625" algn="just">
              <a:lnSpc>
                <a:spcPct val="80000"/>
              </a:lnSpc>
            </a:pPr>
            <a:r>
              <a:rPr lang="en-US" altLang="en-US" sz="2600" i="1" dirty="0"/>
              <a:t>M </a:t>
            </a:r>
            <a:r>
              <a:rPr lang="en-US" altLang="en-US" sz="2600" dirty="0"/>
              <a:t>= (</a:t>
            </a:r>
            <a:r>
              <a:rPr lang="en-US" altLang="en-US" sz="2600" i="1" dirty="0"/>
              <a:t>Q</a:t>
            </a:r>
            <a:r>
              <a:rPr lang="en-US" altLang="en-US" sz="2600" dirty="0"/>
              <a:t>, </a:t>
            </a:r>
            <a:r>
              <a:rPr lang="el-GR" altLang="en-US" sz="2600" dirty="0">
                <a:cs typeface="Arial" panose="020B0604020202020204" pitchFamily="34" charset="0"/>
              </a:rPr>
              <a:t>Σ</a:t>
            </a:r>
            <a:r>
              <a:rPr lang="en-US" altLang="en-US" sz="2600" dirty="0">
                <a:cs typeface="Arial" panose="020B0604020202020204" pitchFamily="34" charset="0"/>
              </a:rPr>
              <a:t>, </a:t>
            </a: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0</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F</a:t>
            </a:r>
            <a:r>
              <a:rPr lang="en-US" altLang="en-US" sz="2600" dirty="0"/>
              <a:t>) be a DFA,</a:t>
            </a:r>
          </a:p>
          <a:p>
            <a:pPr marL="685800" lvl="1" indent="-428625" algn="just">
              <a:lnSpc>
                <a:spcPct val="80000"/>
              </a:lnSpc>
            </a:pPr>
            <a:r>
              <a:rPr lang="en-US" altLang="en-US" sz="2600" i="1" dirty="0"/>
              <a:t>w</a:t>
            </a:r>
            <a:r>
              <a:rPr lang="en-US" altLang="en-US" sz="2600" dirty="0"/>
              <a:t> = </a:t>
            </a:r>
            <a:r>
              <a:rPr lang="en-US" altLang="en-US" sz="2600" i="1" dirty="0"/>
              <a:t>w</a:t>
            </a:r>
            <a:r>
              <a:rPr lang="en-US" altLang="en-US" sz="2600" baseline="-25000" dirty="0"/>
              <a:t>1</a:t>
            </a:r>
            <a:r>
              <a:rPr lang="en-US" altLang="en-US" sz="2600" i="1" dirty="0"/>
              <a:t>w</a:t>
            </a:r>
            <a:r>
              <a:rPr lang="en-US" altLang="en-US" sz="2600" baseline="-25000" dirty="0"/>
              <a:t>2</a:t>
            </a:r>
            <a:r>
              <a:rPr lang="en-US" altLang="en-US" sz="2600" dirty="0"/>
              <a:t>…</a:t>
            </a:r>
            <a:r>
              <a:rPr lang="en-US" altLang="en-US" sz="2600" i="1" dirty="0" err="1"/>
              <a:t>w</a:t>
            </a:r>
            <a:r>
              <a:rPr lang="en-US" altLang="en-US" sz="2600" baseline="-25000" dirty="0" err="1"/>
              <a:t>n</a:t>
            </a:r>
            <a:r>
              <a:rPr lang="en-US" altLang="en-US" sz="2600" dirty="0"/>
              <a:t> </a:t>
            </a:r>
            <a:r>
              <a:rPr lang="en-US" altLang="en-US" sz="2600" dirty="0">
                <a:sym typeface="Symbol" panose="05050102010706020507" pitchFamily="18" charset="2"/>
              </a:rPr>
              <a:t> </a:t>
            </a:r>
            <a:r>
              <a:rPr lang="el-GR" altLang="en-US" sz="2600" dirty="0">
                <a:cs typeface="Arial" panose="020B0604020202020204" pitchFamily="34" charset="0"/>
              </a:rPr>
              <a:t>Σ</a:t>
            </a:r>
            <a:r>
              <a:rPr lang="en-US" altLang="en-US" sz="2800" baseline="30000" dirty="0">
                <a:cs typeface="Arial" panose="020B0604020202020204" pitchFamily="34" charset="0"/>
              </a:rPr>
              <a:t>*</a:t>
            </a:r>
            <a:r>
              <a:rPr lang="el-GR" altLang="en-US" sz="2600" dirty="0">
                <a:cs typeface="Arial" panose="020B0604020202020204" pitchFamily="34" charset="0"/>
              </a:rPr>
              <a:t> </a:t>
            </a:r>
            <a:r>
              <a:rPr lang="en-US" altLang="en-US" sz="2600" dirty="0">
                <a:cs typeface="Arial" panose="020B0604020202020204" pitchFamily="34" charset="0"/>
              </a:rPr>
              <a:t>(</a:t>
            </a:r>
            <a:r>
              <a:rPr lang="en-US" altLang="en-US" sz="2600" dirty="0"/>
              <a:t>a string over the alphabet </a:t>
            </a:r>
            <a:r>
              <a:rPr lang="el-GR" altLang="en-US" sz="2600" dirty="0">
                <a:cs typeface="Arial" panose="020B0604020202020204" pitchFamily="34" charset="0"/>
              </a:rPr>
              <a:t>Σ</a:t>
            </a:r>
            <a:r>
              <a:rPr lang="en-US" altLang="en-US" sz="2600" dirty="0">
                <a:cs typeface="Arial" panose="020B0604020202020204" pitchFamily="34" charset="0"/>
              </a:rPr>
              <a:t>), where each </a:t>
            </a:r>
            <a:r>
              <a:rPr lang="en-US" altLang="en-US" sz="2600" i="1" dirty="0" err="1">
                <a:cs typeface="Arial" panose="020B0604020202020204" pitchFamily="34" charset="0"/>
              </a:rPr>
              <a:t>w</a:t>
            </a:r>
            <a:r>
              <a:rPr lang="en-US" altLang="en-US" sz="2600" baseline="-25000" dirty="0" err="1">
                <a:cs typeface="Arial" panose="020B0604020202020204" pitchFamily="34" charset="0"/>
              </a:rPr>
              <a:t>i</a:t>
            </a:r>
            <a:r>
              <a:rPr lang="en-US" altLang="en-US" sz="2600" dirty="0">
                <a:cs typeface="Arial" panose="020B0604020202020204" pitchFamily="34" charset="0"/>
              </a:rPr>
              <a:t> </a:t>
            </a:r>
            <a:r>
              <a:rPr lang="en-US" altLang="en-US" sz="2600" dirty="0">
                <a:sym typeface="Symbol" panose="05050102010706020507" pitchFamily="18" charset="2"/>
              </a:rPr>
              <a:t> </a:t>
            </a:r>
            <a:r>
              <a:rPr lang="el-GR" altLang="en-US" sz="2600" dirty="0">
                <a:cs typeface="Arial" panose="020B0604020202020204" pitchFamily="34" charset="0"/>
              </a:rPr>
              <a:t>Σ</a:t>
            </a:r>
            <a:r>
              <a:rPr lang="en-US" altLang="en-US" sz="2600" dirty="0">
                <a:cs typeface="Arial" panose="020B0604020202020204" pitchFamily="34" charset="0"/>
              </a:rPr>
              <a:t>.</a:t>
            </a:r>
          </a:p>
          <a:p>
            <a:pPr algn="just">
              <a:lnSpc>
                <a:spcPct val="80000"/>
              </a:lnSpc>
            </a:pPr>
            <a:r>
              <a:rPr lang="en-US" altLang="en-US" sz="2800" dirty="0">
                <a:cs typeface="Arial" panose="020B0604020202020204" pitchFamily="34" charset="0"/>
              </a:rPr>
              <a:t>Then </a:t>
            </a:r>
            <a:r>
              <a:rPr lang="en-US" altLang="en-US" sz="2800" i="1" dirty="0">
                <a:cs typeface="Arial" panose="020B0604020202020204" pitchFamily="34" charset="0"/>
              </a:rPr>
              <a:t>M</a:t>
            </a:r>
            <a:r>
              <a:rPr lang="en-US" altLang="en-US" sz="2800" dirty="0">
                <a:cs typeface="Arial" panose="020B0604020202020204" pitchFamily="34" charset="0"/>
              </a:rPr>
              <a:t> </a:t>
            </a:r>
            <a:r>
              <a:rPr lang="en-US" altLang="en-US" sz="2800" b="1" i="1" dirty="0">
                <a:cs typeface="Arial" panose="020B0604020202020204" pitchFamily="34" charset="0"/>
              </a:rPr>
              <a:t>accepts</a:t>
            </a:r>
            <a:r>
              <a:rPr lang="en-US" altLang="en-US" sz="2800" dirty="0">
                <a:cs typeface="Arial" panose="020B0604020202020204" pitchFamily="34" charset="0"/>
              </a:rPr>
              <a:t> </a:t>
            </a:r>
            <a:r>
              <a:rPr lang="en-US" altLang="en-US" sz="2800" i="1" dirty="0">
                <a:cs typeface="Arial" panose="020B0604020202020204" pitchFamily="34" charset="0"/>
              </a:rPr>
              <a:t>w</a:t>
            </a:r>
            <a:r>
              <a:rPr lang="en-US" altLang="en-US" sz="2800" dirty="0">
                <a:cs typeface="Arial" panose="020B0604020202020204" pitchFamily="34" charset="0"/>
              </a:rPr>
              <a:t> if a sequence of states </a:t>
            </a:r>
            <a:r>
              <a:rPr lang="en-US" altLang="en-US" sz="2800" i="1" dirty="0"/>
              <a:t>r</a:t>
            </a:r>
            <a:r>
              <a:rPr lang="en-US" altLang="en-US" sz="2800" baseline="-25000" dirty="0"/>
              <a:t>0</a:t>
            </a:r>
            <a:r>
              <a:rPr lang="en-US" altLang="en-US" sz="2800" dirty="0"/>
              <a:t>,</a:t>
            </a:r>
            <a:r>
              <a:rPr lang="en-US" altLang="en-US" sz="2800" i="1" dirty="0"/>
              <a:t>r</a:t>
            </a:r>
            <a:r>
              <a:rPr lang="en-US" altLang="en-US" sz="2800" baseline="-25000" dirty="0"/>
              <a:t>1</a:t>
            </a:r>
            <a:r>
              <a:rPr lang="en-US" altLang="en-US" sz="2800" dirty="0"/>
              <a:t>,…,</a:t>
            </a:r>
            <a:r>
              <a:rPr lang="en-US" altLang="en-US" sz="2800" i="1" dirty="0" err="1"/>
              <a:t>r</a:t>
            </a:r>
            <a:r>
              <a:rPr lang="en-US" altLang="en-US" sz="2800" baseline="-25000" dirty="0" err="1"/>
              <a:t>n</a:t>
            </a:r>
            <a:r>
              <a:rPr lang="en-US" altLang="en-US" sz="2800" dirty="0"/>
              <a:t> exists in </a:t>
            </a:r>
            <a:r>
              <a:rPr lang="en-US" altLang="en-US" sz="2800" i="1" dirty="0"/>
              <a:t>Q</a:t>
            </a:r>
            <a:r>
              <a:rPr lang="en-US" altLang="en-US" sz="2800" dirty="0"/>
              <a:t> with the following three conditions – </a:t>
            </a:r>
          </a:p>
          <a:p>
            <a:pPr marL="685800" lvl="1" indent="-428625" algn="just">
              <a:lnSpc>
                <a:spcPct val="80000"/>
              </a:lnSpc>
            </a:pPr>
            <a:r>
              <a:rPr lang="en-US" altLang="en-US" sz="2600" i="1" dirty="0"/>
              <a:t>r</a:t>
            </a:r>
            <a:r>
              <a:rPr lang="en-US" altLang="en-US" sz="2600" baseline="-25000" dirty="0"/>
              <a:t>0</a:t>
            </a:r>
            <a:r>
              <a:rPr lang="en-US" altLang="en-US" sz="2600" dirty="0"/>
              <a:t>=</a:t>
            </a:r>
            <a:r>
              <a:rPr lang="en-US" altLang="en-US" sz="2600" i="1" dirty="0"/>
              <a:t>q</a:t>
            </a:r>
            <a:r>
              <a:rPr lang="en-US" altLang="en-US" sz="2600" baseline="-25000" dirty="0"/>
              <a:t>0</a:t>
            </a:r>
            <a:r>
              <a:rPr lang="en-US" altLang="en-US" sz="2600" dirty="0"/>
              <a:t>,</a:t>
            </a:r>
          </a:p>
          <a:p>
            <a:pPr marL="685800" lvl="1" indent="-428625" algn="just">
              <a:lnSpc>
                <a:spcPct val="80000"/>
              </a:lnSpc>
            </a:pP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a:t>
            </a:r>
            <a:r>
              <a:rPr lang="en-US" altLang="en-US" sz="2600" i="1" dirty="0" err="1"/>
              <a:t>r</a:t>
            </a:r>
            <a:r>
              <a:rPr lang="en-US" altLang="en-US" sz="2600" baseline="-25000" dirty="0" err="1"/>
              <a:t>i</a:t>
            </a:r>
            <a:r>
              <a:rPr lang="en-US" altLang="en-US" sz="2600" dirty="0">
                <a:cs typeface="Arial" panose="020B0604020202020204" pitchFamily="34" charset="0"/>
                <a:sym typeface="Symbol" panose="05050102010706020507" pitchFamily="18" charset="2"/>
              </a:rPr>
              <a:t>, </a:t>
            </a:r>
            <a:r>
              <a:rPr lang="en-US" altLang="en-US" sz="2600" i="1" dirty="0"/>
              <a:t>w</a:t>
            </a:r>
            <a:r>
              <a:rPr lang="en-US" altLang="en-US" sz="2600" baseline="-25000" dirty="0"/>
              <a:t>i+1</a:t>
            </a:r>
            <a:r>
              <a:rPr lang="en-US" altLang="en-US" sz="2600" dirty="0">
                <a:cs typeface="Arial" panose="020B0604020202020204" pitchFamily="34" charset="0"/>
                <a:sym typeface="Symbol" panose="05050102010706020507" pitchFamily="18" charset="2"/>
              </a:rPr>
              <a:t>) = </a:t>
            </a:r>
            <a:r>
              <a:rPr lang="en-US" altLang="en-US" sz="2600" i="1" dirty="0"/>
              <a:t>r</a:t>
            </a:r>
            <a:r>
              <a:rPr lang="en-US" altLang="en-US" sz="2600" baseline="-25000" dirty="0"/>
              <a:t>i+1</a:t>
            </a:r>
            <a:r>
              <a:rPr lang="en-US" altLang="en-US" sz="2600" dirty="0">
                <a:cs typeface="Arial" panose="020B0604020202020204" pitchFamily="34" charset="0"/>
                <a:sym typeface="Symbol" panose="05050102010706020507" pitchFamily="18" charset="2"/>
              </a:rPr>
              <a:t>, for </a:t>
            </a:r>
            <a:r>
              <a:rPr lang="en-US" altLang="en-US" sz="2600" dirty="0" err="1">
                <a:cs typeface="Arial" panose="020B0604020202020204" pitchFamily="34" charset="0"/>
                <a:sym typeface="Symbol" panose="05050102010706020507" pitchFamily="18" charset="2"/>
              </a:rPr>
              <a:t>i</a:t>
            </a:r>
            <a:r>
              <a:rPr lang="en-US" altLang="en-US" sz="2600" dirty="0">
                <a:cs typeface="Arial" panose="020B0604020202020204" pitchFamily="34" charset="0"/>
                <a:sym typeface="Symbol" panose="05050102010706020507" pitchFamily="18" charset="2"/>
              </a:rPr>
              <a:t> = 0, 1, 2, … , </a:t>
            </a:r>
            <a:r>
              <a:rPr lang="en-US" altLang="en-US" sz="2600" i="1" dirty="0">
                <a:cs typeface="Arial" panose="020B0604020202020204" pitchFamily="34" charset="0"/>
                <a:sym typeface="Symbol" panose="05050102010706020507" pitchFamily="18" charset="2"/>
              </a:rPr>
              <a:t>n</a:t>
            </a:r>
            <a:r>
              <a:rPr lang="en-US" altLang="en-US" sz="2600" dirty="0">
                <a:cs typeface="Arial" panose="020B0604020202020204" pitchFamily="34" charset="0"/>
                <a:sym typeface="Symbol" panose="05050102010706020507" pitchFamily="18" charset="2"/>
              </a:rPr>
              <a:t>-1, and</a:t>
            </a:r>
          </a:p>
          <a:p>
            <a:pPr marL="685800" lvl="1" indent="-428625" algn="just">
              <a:lnSpc>
                <a:spcPct val="80000"/>
              </a:lnSpc>
            </a:pPr>
            <a:r>
              <a:rPr lang="en-US" altLang="en-US" sz="2600" i="1" dirty="0" err="1"/>
              <a:t>r</a:t>
            </a:r>
            <a:r>
              <a:rPr lang="en-US" altLang="en-US" sz="2600" baseline="-25000" dirty="0" err="1"/>
              <a:t>n</a:t>
            </a:r>
            <a:r>
              <a:rPr lang="en-US" altLang="en-US" sz="2600" baseline="-25000" dirty="0"/>
              <a:t> </a:t>
            </a:r>
            <a:r>
              <a:rPr lang="en-US" altLang="en-US" sz="2600" dirty="0">
                <a:sym typeface="Symbol" panose="05050102010706020507" pitchFamily="18" charset="2"/>
              </a:rPr>
              <a:t></a:t>
            </a:r>
            <a:r>
              <a:rPr lang="en-US" altLang="en-US" sz="2600" i="1" dirty="0">
                <a:sym typeface="Symbol" panose="05050102010706020507" pitchFamily="18" charset="2"/>
              </a:rPr>
              <a:t>F</a:t>
            </a:r>
            <a:r>
              <a:rPr lang="en-US" altLang="en-US" sz="2600" dirty="0">
                <a:sym typeface="Symbol" panose="05050102010706020507" pitchFamily="18" charset="2"/>
              </a:rPr>
              <a:t>.</a:t>
            </a:r>
          </a:p>
          <a:p>
            <a:pPr algn="just">
              <a:lnSpc>
                <a:spcPct val="80000"/>
              </a:lnSpc>
            </a:pPr>
            <a:r>
              <a:rPr lang="en-US" altLang="en-US" sz="2800" i="1" dirty="0">
                <a:sym typeface="Symbol" panose="05050102010706020507" pitchFamily="18" charset="2"/>
              </a:rPr>
              <a:t>M</a:t>
            </a:r>
            <a:r>
              <a:rPr lang="en-US" altLang="en-US" sz="2800" dirty="0">
                <a:sym typeface="Symbol" panose="05050102010706020507" pitchFamily="18" charset="2"/>
              </a:rPr>
              <a:t> </a:t>
            </a:r>
            <a:r>
              <a:rPr lang="en-US" altLang="en-US" sz="2800" b="1" dirty="0">
                <a:sym typeface="Symbol" panose="05050102010706020507" pitchFamily="18" charset="2"/>
              </a:rPr>
              <a:t>recognizes language</a:t>
            </a:r>
            <a:r>
              <a:rPr lang="en-US" altLang="en-US" sz="2800" dirty="0">
                <a:sym typeface="Symbol" panose="05050102010706020507" pitchFamily="18" charset="2"/>
              </a:rPr>
              <a:t> </a:t>
            </a:r>
            <a:r>
              <a:rPr lang="en-US" altLang="en-US" sz="2800" i="1" dirty="0">
                <a:sym typeface="Symbol" panose="05050102010706020507" pitchFamily="18" charset="2"/>
              </a:rPr>
              <a:t>L</a:t>
            </a:r>
            <a:r>
              <a:rPr lang="en-US" altLang="en-US" sz="2800" dirty="0">
                <a:sym typeface="Symbol" panose="05050102010706020507" pitchFamily="18" charset="2"/>
              </a:rPr>
              <a:t> if </a:t>
            </a:r>
            <a:r>
              <a:rPr lang="en-US" altLang="en-US" sz="2800" i="1" dirty="0">
                <a:sym typeface="Symbol" panose="05050102010706020507" pitchFamily="18" charset="2"/>
              </a:rPr>
              <a:t>L</a:t>
            </a:r>
            <a:r>
              <a:rPr lang="en-US" altLang="en-US" sz="2800" dirty="0">
                <a:sym typeface="Symbol" panose="05050102010706020507" pitchFamily="18" charset="2"/>
              </a:rPr>
              <a:t> = {</a:t>
            </a:r>
            <a:r>
              <a:rPr lang="en-US" altLang="en-US" sz="2800" i="1" dirty="0">
                <a:sym typeface="Symbol" panose="05050102010706020507" pitchFamily="18" charset="2"/>
              </a:rPr>
              <a:t>w</a:t>
            </a:r>
            <a:r>
              <a:rPr lang="en-US" altLang="en-US" sz="2800" dirty="0">
                <a:sym typeface="Symbol" panose="05050102010706020507" pitchFamily="18" charset="2"/>
              </a:rPr>
              <a:t> : </a:t>
            </a:r>
            <a:r>
              <a:rPr lang="en-US" altLang="en-US" sz="2800" i="1" dirty="0">
                <a:sym typeface="Symbol" panose="05050102010706020507" pitchFamily="18" charset="2"/>
              </a:rPr>
              <a:t>M</a:t>
            </a:r>
            <a:r>
              <a:rPr lang="en-US" altLang="en-US" sz="2800" dirty="0">
                <a:sym typeface="Symbol" panose="05050102010706020507" pitchFamily="18" charset="2"/>
              </a:rPr>
              <a:t> </a:t>
            </a:r>
            <a:r>
              <a:rPr lang="en-US" altLang="en-US" sz="2800" b="1" i="1" dirty="0">
                <a:sym typeface="Symbol" panose="05050102010706020507" pitchFamily="18" charset="2"/>
              </a:rPr>
              <a:t>accepts</a:t>
            </a:r>
            <a:r>
              <a:rPr lang="en-US" altLang="en-US" sz="2800" dirty="0">
                <a:sym typeface="Symbol" panose="05050102010706020507" pitchFamily="18" charset="2"/>
              </a:rPr>
              <a:t> </a:t>
            </a:r>
            <a:r>
              <a:rPr lang="en-US" altLang="en-US" sz="2800" i="1" dirty="0">
                <a:sym typeface="Symbol" panose="05050102010706020507" pitchFamily="18" charset="2"/>
              </a:rPr>
              <a:t>w</a:t>
            </a:r>
            <a:r>
              <a:rPr lang="en-US" altLang="en-US" sz="2800" dirty="0">
                <a:sym typeface="Symbol" panose="05050102010706020507" pitchFamily="18" charset="2"/>
              </a:rPr>
              <a:t>}.</a:t>
            </a:r>
            <a:endParaRPr lang="en-US" altLang="en-US" sz="2800" baseline="-25000" dirty="0"/>
          </a:p>
          <a:p>
            <a:pPr algn="just"/>
            <a:endParaRPr lang="en-US" dirty="0"/>
          </a:p>
        </p:txBody>
      </p:sp>
    </p:spTree>
    <p:extLst>
      <p:ext uri="{BB962C8B-B14F-4D97-AF65-F5344CB8AC3E}">
        <p14:creationId xmlns:p14="http://schemas.microsoft.com/office/powerpoint/2010/main" val="2072551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F1D0EE-BD04-45B1-8CC4-CF73E0372AE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5E42696-1086-4BE7-B36C-92611B6577B6}"/>
              </a:ext>
            </a:extLst>
          </p:cNvPr>
          <p:cNvSpPr>
            <a:spLocks noGrp="1"/>
          </p:cNvSpPr>
          <p:nvPr>
            <p:ph type="body" sz="quarter" idx="12"/>
          </p:nvPr>
        </p:nvSpPr>
        <p:spPr/>
        <p:txBody>
          <a:bodyPr/>
          <a:lstStyle/>
          <a:p>
            <a:r>
              <a:rPr lang="en-US" dirty="0"/>
              <a:t>Simulation – DFA Computation</a:t>
            </a:r>
          </a:p>
        </p:txBody>
      </p:sp>
      <p:sp>
        <p:nvSpPr>
          <p:cNvPr id="4" name="Rectangle 3">
            <a:extLst>
              <a:ext uri="{FF2B5EF4-FFF2-40B4-BE49-F238E27FC236}">
                <a16:creationId xmlns:a16="http://schemas.microsoft.com/office/drawing/2014/main" id="{95A31118-D5BB-4E0F-B4EF-09CD19F7C771}"/>
              </a:ext>
            </a:extLst>
          </p:cNvPr>
          <p:cNvSpPr txBox="1">
            <a:spLocks noChangeArrowheads="1"/>
          </p:cNvSpPr>
          <p:nvPr/>
        </p:nvSpPr>
        <p:spPr>
          <a:xfrm>
            <a:off x="136775" y="3003891"/>
            <a:ext cx="8839200" cy="3441378"/>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spcBef>
                <a:spcPts val="0"/>
              </a:spcBef>
            </a:pPr>
            <a:r>
              <a:rPr lang="en-US" altLang="en-US" dirty="0"/>
              <a:t>M=(</a:t>
            </a:r>
            <a:r>
              <a:rPr lang="en-US" altLang="en-US" i="1" dirty="0">
                <a:solidFill>
                  <a:schemeClr val="bg2">
                    <a:lumMod val="50000"/>
                  </a:schemeClr>
                </a:solidFill>
              </a:rPr>
              <a:t>Q</a:t>
            </a:r>
            <a:r>
              <a:rPr lang="en-US" altLang="en-US" dirty="0"/>
              <a:t>, </a:t>
            </a:r>
            <a:r>
              <a:rPr lang="el-GR" altLang="en-US" dirty="0">
                <a:solidFill>
                  <a:srgbClr val="7030A0"/>
                </a:solidFill>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solidFill>
                  <a:srgbClr val="E68900"/>
                </a:solidFill>
                <a:cs typeface="Arial" panose="020B0604020202020204" pitchFamily="34" charset="0"/>
                <a:sym typeface="Symbol" panose="05050102010706020507" pitchFamily="18" charset="2"/>
              </a:rPr>
              <a:t>q</a:t>
            </a:r>
            <a:r>
              <a:rPr lang="en-US" altLang="en-US" baseline="-25000" dirty="0">
                <a:solidFill>
                  <a:srgbClr val="E68900"/>
                </a:solidFill>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solidFill>
                  <a:srgbClr val="FF0000"/>
                </a:solidFill>
                <a:cs typeface="Arial" panose="020B0604020202020204" pitchFamily="34" charset="0"/>
                <a:sym typeface="Symbol" panose="05050102010706020507" pitchFamily="18" charset="2"/>
              </a:rPr>
              <a:t>F</a:t>
            </a:r>
            <a:r>
              <a:rPr lang="en-US" altLang="en-US" dirty="0"/>
              <a:t>)=(</a:t>
            </a:r>
            <a:r>
              <a:rPr lang="en-US" altLang="en-US" dirty="0">
                <a:solidFill>
                  <a:schemeClr val="bg2">
                    <a:lumMod val="50000"/>
                  </a:schemeClr>
                </a:solidFill>
              </a:rPr>
              <a:t>{</a:t>
            </a:r>
            <a:r>
              <a:rPr lang="en-US" altLang="en-US" i="1" dirty="0">
                <a:solidFill>
                  <a:schemeClr val="bg2">
                    <a:lumMod val="50000"/>
                  </a:schemeClr>
                </a:solidFill>
                <a:cs typeface="Arial" panose="020B0604020202020204" pitchFamily="34" charset="0"/>
                <a:sym typeface="Symbol" panose="05050102010706020507" pitchFamily="18" charset="2"/>
              </a:rPr>
              <a:t>q</a:t>
            </a:r>
            <a:r>
              <a:rPr lang="en-US" altLang="en-US" baseline="-25000" dirty="0">
                <a:solidFill>
                  <a:schemeClr val="bg2">
                    <a:lumMod val="50000"/>
                  </a:schemeClr>
                </a:solidFill>
                <a:cs typeface="Arial" panose="020B0604020202020204" pitchFamily="34" charset="0"/>
                <a:sym typeface="Symbol" panose="05050102010706020507" pitchFamily="18" charset="2"/>
              </a:rPr>
              <a:t>1 </a:t>
            </a:r>
            <a:r>
              <a:rPr lang="en-US" altLang="en-US" i="1" dirty="0">
                <a:solidFill>
                  <a:schemeClr val="bg2">
                    <a:lumMod val="50000"/>
                  </a:schemeClr>
                </a:solidFill>
                <a:cs typeface="Arial" panose="020B0604020202020204" pitchFamily="34" charset="0"/>
                <a:sym typeface="Symbol" panose="05050102010706020507" pitchFamily="18" charset="2"/>
              </a:rPr>
              <a:t>, q</a:t>
            </a:r>
            <a:r>
              <a:rPr lang="en-US" altLang="en-US" baseline="-25000" dirty="0">
                <a:solidFill>
                  <a:schemeClr val="bg2">
                    <a:lumMod val="50000"/>
                  </a:schemeClr>
                </a:solidFill>
                <a:cs typeface="Arial" panose="020B0604020202020204" pitchFamily="34" charset="0"/>
                <a:sym typeface="Symbol" panose="05050102010706020507" pitchFamily="18" charset="2"/>
              </a:rPr>
              <a:t>2 </a:t>
            </a:r>
            <a:r>
              <a:rPr lang="en-US" altLang="en-US" i="1" dirty="0">
                <a:solidFill>
                  <a:schemeClr val="bg2">
                    <a:lumMod val="50000"/>
                  </a:schemeClr>
                </a:solidFill>
                <a:cs typeface="Arial" panose="020B0604020202020204" pitchFamily="34" charset="0"/>
                <a:sym typeface="Symbol" panose="05050102010706020507" pitchFamily="18" charset="2"/>
              </a:rPr>
              <a:t>, q</a:t>
            </a:r>
            <a:r>
              <a:rPr lang="en-US" altLang="en-US" baseline="-25000" dirty="0">
                <a:solidFill>
                  <a:schemeClr val="bg2">
                    <a:lumMod val="50000"/>
                  </a:schemeClr>
                </a:solidFill>
                <a:cs typeface="Arial" panose="020B0604020202020204" pitchFamily="34" charset="0"/>
                <a:sym typeface="Symbol" panose="05050102010706020507" pitchFamily="18" charset="2"/>
              </a:rPr>
              <a:t>3</a:t>
            </a:r>
            <a:r>
              <a:rPr lang="en-US" altLang="en-US" dirty="0">
                <a:solidFill>
                  <a:schemeClr val="bg2">
                    <a:lumMod val="50000"/>
                  </a:schemeClr>
                </a:solidFill>
              </a:rPr>
              <a:t>}</a:t>
            </a:r>
            <a:r>
              <a:rPr lang="en-US" altLang="en-US" dirty="0"/>
              <a:t>, </a:t>
            </a:r>
            <a:r>
              <a:rPr lang="en-US" altLang="en-US" dirty="0">
                <a:solidFill>
                  <a:srgbClr val="7030A0"/>
                </a:solidFill>
                <a:cs typeface="Arial" panose="020B0604020202020204" pitchFamily="34" charset="0"/>
              </a:rPr>
              <a:t>{0, 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t> , </a:t>
            </a:r>
            <a:r>
              <a:rPr lang="en-US" altLang="en-US" i="1" dirty="0">
                <a:solidFill>
                  <a:srgbClr val="E68900"/>
                </a:solidFill>
                <a:cs typeface="Arial" panose="020B0604020202020204" pitchFamily="34" charset="0"/>
                <a:sym typeface="Symbol" panose="05050102010706020507" pitchFamily="18" charset="2"/>
              </a:rPr>
              <a:t>q</a:t>
            </a:r>
            <a:r>
              <a:rPr lang="en-US" altLang="en-US" baseline="-25000" dirty="0">
                <a:solidFill>
                  <a:srgbClr val="E68900"/>
                </a:solidFill>
                <a:cs typeface="Arial" panose="020B0604020202020204" pitchFamily="34" charset="0"/>
                <a:sym typeface="Symbol" panose="05050102010706020507" pitchFamily="18" charset="2"/>
              </a:rPr>
              <a:t>1</a:t>
            </a:r>
            <a:r>
              <a:rPr lang="en-US" altLang="en-US" dirty="0"/>
              <a:t>, </a:t>
            </a:r>
            <a:r>
              <a:rPr lang="en-US" altLang="en-US" dirty="0">
                <a:solidFill>
                  <a:srgbClr val="FF0000"/>
                </a:solidFill>
                <a:cs typeface="Arial" panose="020B0604020202020204" pitchFamily="34" charset="0"/>
                <a:sym typeface="Symbol" panose="05050102010706020507" pitchFamily="18" charset="2"/>
              </a:rPr>
              <a:t>{</a:t>
            </a:r>
            <a:r>
              <a:rPr lang="en-US" altLang="en-US" i="1" dirty="0">
                <a:solidFill>
                  <a:srgbClr val="FF0000"/>
                </a:solidFill>
                <a:cs typeface="Arial" panose="020B0604020202020204" pitchFamily="34" charset="0"/>
                <a:sym typeface="Symbol" panose="05050102010706020507" pitchFamily="18" charset="2"/>
              </a:rPr>
              <a:t>q</a:t>
            </a:r>
            <a:r>
              <a:rPr lang="en-US" altLang="en-US" baseline="-25000" dirty="0">
                <a:solidFill>
                  <a:srgbClr val="FF0000"/>
                </a:solidFill>
                <a:cs typeface="Arial" panose="020B0604020202020204" pitchFamily="34" charset="0"/>
                <a:sym typeface="Symbol" panose="05050102010706020507" pitchFamily="18" charset="2"/>
              </a:rPr>
              <a:t>2</a:t>
            </a:r>
            <a:r>
              <a:rPr lang="en-US" altLang="en-US" dirty="0">
                <a:solidFill>
                  <a:srgbClr val="FF0000"/>
                </a:solidFill>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and </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 = </a:t>
            </a:r>
            <a:r>
              <a:rPr lang="en-US" altLang="en-US" sz="2200" dirty="0">
                <a:cs typeface="Arial" panose="020B0604020202020204" pitchFamily="34" charset="0"/>
                <a:sym typeface="Symbol" panose="05050102010706020507" pitchFamily="18" charset="2"/>
              </a:rPr>
              <a:t>{</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baseline="-25000" dirty="0">
                <a:sym typeface="Symbol" panose="05050102010706020507" pitchFamily="18" charset="2"/>
              </a:rPr>
              <a:t>3</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3</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3</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cs typeface="Arial" panose="020B0604020202020204" pitchFamily="34" charset="0"/>
                <a:sym typeface="Symbol" panose="05050102010706020507" pitchFamily="18" charset="2"/>
              </a:rPr>
              <a:t>}</a:t>
            </a:r>
            <a:endParaRPr lang="en-US" altLang="en-US" sz="2200" dirty="0"/>
          </a:p>
          <a:p>
            <a:pPr algn="just">
              <a:spcBef>
                <a:spcPts val="0"/>
              </a:spcBef>
            </a:pPr>
            <a:r>
              <a:rPr lang="en-US" altLang="en-US" sz="2000" dirty="0"/>
              <a:t>Input string </a:t>
            </a:r>
            <a:r>
              <a:rPr lang="en-US" altLang="en-US" sz="2000" i="1" dirty="0"/>
              <a:t>w</a:t>
            </a:r>
            <a:r>
              <a:rPr lang="en-US" altLang="en-US" sz="2000" dirty="0"/>
              <a:t> = </a:t>
            </a:r>
            <a:r>
              <a:rPr lang="en-US" altLang="en-US" sz="2000" i="1" dirty="0">
                <a:solidFill>
                  <a:srgbClr val="FF0000"/>
                </a:solidFill>
              </a:rPr>
              <a:t>w</a:t>
            </a:r>
            <a:r>
              <a:rPr lang="en-US" altLang="en-US" sz="2000" baseline="-25000" dirty="0">
                <a:solidFill>
                  <a:srgbClr val="FF0000"/>
                </a:solidFill>
              </a:rPr>
              <a:t>1</a:t>
            </a:r>
            <a:r>
              <a:rPr lang="en-US" altLang="en-US" sz="2000" i="1" dirty="0">
                <a:solidFill>
                  <a:srgbClr val="E68900"/>
                </a:solidFill>
              </a:rPr>
              <a:t>w</a:t>
            </a:r>
            <a:r>
              <a:rPr lang="en-US" altLang="en-US" sz="2000" baseline="-25000" dirty="0">
                <a:solidFill>
                  <a:srgbClr val="E68900"/>
                </a:solidFill>
              </a:rPr>
              <a:t>2</a:t>
            </a:r>
            <a:r>
              <a:rPr lang="en-US" altLang="en-US" sz="2000" i="1" dirty="0">
                <a:solidFill>
                  <a:srgbClr val="00B050"/>
                </a:solidFill>
              </a:rPr>
              <a:t>w</a:t>
            </a:r>
            <a:r>
              <a:rPr lang="en-US" altLang="en-US" sz="2000" baseline="-25000" dirty="0">
                <a:solidFill>
                  <a:srgbClr val="00B050"/>
                </a:solidFill>
              </a:rPr>
              <a:t>3</a:t>
            </a:r>
            <a:r>
              <a:rPr lang="en-US" altLang="en-US" sz="2000" i="1" dirty="0">
                <a:solidFill>
                  <a:srgbClr val="0070C0"/>
                </a:solidFill>
              </a:rPr>
              <a:t>w</a:t>
            </a:r>
            <a:r>
              <a:rPr lang="en-US" altLang="en-US" sz="2000" baseline="-25000" dirty="0">
                <a:solidFill>
                  <a:srgbClr val="0070C0"/>
                </a:solidFill>
              </a:rPr>
              <a:t>4</a:t>
            </a:r>
            <a:r>
              <a:rPr lang="en-US" altLang="en-US" sz="2000" dirty="0"/>
              <a:t> = </a:t>
            </a:r>
            <a:r>
              <a:rPr lang="en-US" altLang="en-US" sz="2000" b="1" dirty="0">
                <a:solidFill>
                  <a:srgbClr val="FF0000"/>
                </a:solidFill>
              </a:rPr>
              <a:t>1</a:t>
            </a:r>
            <a:r>
              <a:rPr lang="en-US" altLang="en-US" sz="2000" b="1" dirty="0">
                <a:solidFill>
                  <a:srgbClr val="E68900"/>
                </a:solidFill>
              </a:rPr>
              <a:t>1</a:t>
            </a:r>
            <a:r>
              <a:rPr lang="en-US" altLang="en-US" sz="2000" b="1" dirty="0">
                <a:solidFill>
                  <a:srgbClr val="00B050"/>
                </a:solidFill>
              </a:rPr>
              <a:t>0</a:t>
            </a:r>
            <a:r>
              <a:rPr lang="en-US" altLang="en-US" sz="2000" b="1" dirty="0">
                <a:solidFill>
                  <a:srgbClr val="0070C0"/>
                </a:solidFill>
              </a:rPr>
              <a:t>1</a:t>
            </a:r>
            <a:r>
              <a:rPr lang="en-US" altLang="en-US" sz="2000" dirty="0"/>
              <a:t> to </a:t>
            </a:r>
            <a:r>
              <a:rPr lang="en-US" altLang="en-US" sz="2000" i="1" dirty="0"/>
              <a:t>M</a:t>
            </a:r>
            <a:r>
              <a:rPr lang="en-US" altLang="en-US" sz="2000" baseline="-25000" dirty="0"/>
              <a:t>1</a:t>
            </a:r>
            <a:r>
              <a:rPr lang="en-US" altLang="en-US" sz="2000" dirty="0"/>
              <a:t> gives a sequence of states </a:t>
            </a:r>
            <a:r>
              <a:rPr lang="en-US" altLang="en-US" sz="2000" i="1" dirty="0"/>
              <a:t>r</a:t>
            </a:r>
            <a:r>
              <a:rPr lang="en-US" altLang="en-US" sz="2000" baseline="-25000" dirty="0"/>
              <a:t>0</a:t>
            </a:r>
            <a:r>
              <a:rPr lang="en-US" altLang="en-US" sz="2000" dirty="0"/>
              <a:t>,</a:t>
            </a:r>
            <a:r>
              <a:rPr lang="en-US" altLang="en-US" sz="2000" i="1" dirty="0"/>
              <a:t>r</a:t>
            </a:r>
            <a:r>
              <a:rPr lang="en-US" altLang="en-US" sz="2000" baseline="-25000" dirty="0"/>
              <a:t>1</a:t>
            </a:r>
            <a:r>
              <a:rPr lang="en-US" altLang="en-US" sz="2000" dirty="0"/>
              <a:t>,</a:t>
            </a:r>
            <a:r>
              <a:rPr lang="en-US" altLang="en-US" sz="2000" i="1" dirty="0"/>
              <a:t>r</a:t>
            </a:r>
            <a:r>
              <a:rPr lang="en-US" altLang="en-US" sz="2000" baseline="-25000" dirty="0"/>
              <a:t>2</a:t>
            </a:r>
            <a:r>
              <a:rPr lang="en-US" altLang="en-US" sz="2000" dirty="0"/>
              <a:t>,</a:t>
            </a:r>
            <a:r>
              <a:rPr lang="en-US" altLang="en-US" sz="2000" i="1" dirty="0"/>
              <a:t>r</a:t>
            </a:r>
            <a:r>
              <a:rPr lang="en-US" altLang="en-US" sz="2000" baseline="-25000" dirty="0"/>
              <a:t>3</a:t>
            </a:r>
            <a:r>
              <a:rPr lang="en-US" altLang="en-US" sz="2000" dirty="0"/>
              <a:t>,</a:t>
            </a:r>
            <a:r>
              <a:rPr lang="en-US" altLang="en-US" sz="2000" i="1" dirty="0"/>
              <a:t>r</a:t>
            </a:r>
            <a:r>
              <a:rPr lang="en-US" altLang="en-US" sz="2000" baseline="-25000" dirty="0"/>
              <a:t>4</a:t>
            </a:r>
            <a:r>
              <a:rPr lang="en-US" altLang="en-US" sz="2000" dirty="0"/>
              <a:t> in the following computation (here </a:t>
            </a:r>
            <a:r>
              <a:rPr lang="en-US" altLang="en-US" sz="2000" i="1" dirty="0"/>
              <a:t>n</a:t>
            </a:r>
            <a:r>
              <a:rPr lang="en-US" altLang="en-US" sz="2000" dirty="0"/>
              <a:t> = 4) – </a:t>
            </a:r>
          </a:p>
          <a:p>
            <a:pPr marL="800100" lvl="1" indent="-342900" algn="just">
              <a:lnSpc>
                <a:spcPct val="80000"/>
              </a:lnSpc>
            </a:pPr>
            <a:r>
              <a:rPr lang="en-US" altLang="en-US" sz="1800" dirty="0"/>
              <a:t>Start in state </a:t>
            </a:r>
            <a:r>
              <a:rPr lang="en-US" altLang="en-US" sz="1800" i="1" dirty="0"/>
              <a:t>r</a:t>
            </a:r>
            <a:r>
              <a:rPr lang="en-US" altLang="en-US" sz="1800" baseline="-25000" dirty="0"/>
              <a:t>0 </a:t>
            </a:r>
            <a:r>
              <a:rPr lang="en-US" altLang="en-US" sz="1800" i="1" dirty="0"/>
              <a:t>= q</a:t>
            </a:r>
            <a:r>
              <a:rPr lang="en-US" altLang="en-US" sz="1800" baseline="-25000" dirty="0"/>
              <a:t>1</a:t>
            </a:r>
            <a:r>
              <a:rPr lang="en-US" altLang="en-US" sz="1800" dirty="0"/>
              <a:t>;               </a:t>
            </a:r>
            <a:r>
              <a:rPr lang="en-US" sz="1800" dirty="0">
                <a:sym typeface="Wingdings" panose="05000000000000000000" pitchFamily="2" charset="2"/>
              </a:rPr>
              <a:t>  </a:t>
            </a:r>
            <a:r>
              <a:rPr lang="en-US" altLang="en-US" sz="1800" i="1" dirty="0"/>
              <a:t>r</a:t>
            </a:r>
            <a:r>
              <a:rPr lang="en-US" altLang="en-US" sz="1800" baseline="-25000" dirty="0"/>
              <a:t>0</a:t>
            </a:r>
            <a:r>
              <a:rPr lang="en-US" altLang="en-US" sz="1800" dirty="0"/>
              <a:t>=</a:t>
            </a:r>
            <a:r>
              <a:rPr lang="en-US" altLang="en-US" sz="1800" i="1" dirty="0"/>
              <a:t>q</a:t>
            </a:r>
            <a:r>
              <a:rPr lang="en-US" altLang="en-US" sz="1800" baseline="-25000" dirty="0"/>
              <a:t>0</a:t>
            </a:r>
            <a:r>
              <a:rPr lang="en-US" altLang="en-US" sz="1800" dirty="0"/>
              <a:t>,</a:t>
            </a:r>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0</a:t>
            </a:r>
            <a:r>
              <a:rPr lang="en-US" altLang="en-US" sz="1800" dirty="0">
                <a:sym typeface="Symbol" panose="05050102010706020507" pitchFamily="18" charset="2"/>
              </a:rPr>
              <a:t>,</a:t>
            </a:r>
            <a:r>
              <a:rPr lang="en-US" altLang="en-US" sz="1800" i="1" dirty="0"/>
              <a:t>w</a:t>
            </a:r>
            <a:r>
              <a:rPr lang="en-US" altLang="en-US" sz="1800" baseline="-25000" dirty="0"/>
              <a:t>1</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1</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1</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 </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1</a:t>
            </a:r>
            <a:r>
              <a:rPr lang="en-US" altLang="en-US" sz="1800" dirty="0">
                <a:sym typeface="Symbol" panose="05050102010706020507" pitchFamily="18" charset="2"/>
              </a:rPr>
              <a:t>,</a:t>
            </a:r>
            <a:r>
              <a:rPr lang="en-US" altLang="en-US" sz="1800" i="1" dirty="0"/>
              <a:t>w</a:t>
            </a:r>
            <a:r>
              <a:rPr lang="en-US" altLang="en-US" sz="1800" baseline="-25000" dirty="0"/>
              <a:t>2</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2</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2</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2</a:t>
            </a:r>
            <a:r>
              <a:rPr lang="en-US" altLang="en-US" sz="1800" dirty="0">
                <a:sym typeface="Symbol" panose="05050102010706020507" pitchFamily="18" charset="2"/>
              </a:rPr>
              <a:t>,</a:t>
            </a:r>
            <a:r>
              <a:rPr lang="en-US" altLang="en-US" sz="1800" i="1" dirty="0"/>
              <a:t>w</a:t>
            </a:r>
            <a:r>
              <a:rPr lang="en-US" altLang="en-US" sz="1800" baseline="-25000" dirty="0"/>
              <a:t>3</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2</a:t>
            </a:r>
            <a:r>
              <a:rPr lang="en-US" altLang="en-US" sz="1800" dirty="0">
                <a:sym typeface="Symbol" panose="05050102010706020507" pitchFamily="18" charset="2"/>
              </a:rPr>
              <a:t>,0) = </a:t>
            </a:r>
            <a:r>
              <a:rPr lang="en-US" altLang="en-US" sz="1800" i="1" dirty="0">
                <a:sym typeface="Symbol" panose="05050102010706020507" pitchFamily="18" charset="2"/>
              </a:rPr>
              <a:t>q</a:t>
            </a:r>
            <a:r>
              <a:rPr lang="en-US" altLang="en-US" sz="1800" baseline="-25000" dirty="0">
                <a:sym typeface="Symbol" panose="05050102010706020507" pitchFamily="18" charset="2"/>
              </a:rPr>
              <a:t>3 </a:t>
            </a:r>
            <a:r>
              <a:rPr lang="en-US" altLang="en-US" sz="1800" dirty="0"/>
              <a:t>= r</a:t>
            </a:r>
            <a:r>
              <a:rPr lang="en-US" altLang="en-US" sz="1800" baseline="-25000" dirty="0"/>
              <a:t>3</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3</a:t>
            </a:r>
            <a:r>
              <a:rPr lang="en-US" altLang="en-US" sz="1800" dirty="0">
                <a:sym typeface="Symbol" panose="05050102010706020507" pitchFamily="18" charset="2"/>
              </a:rPr>
              <a:t>,</a:t>
            </a:r>
            <a:r>
              <a:rPr lang="en-US" altLang="en-US" sz="1800" i="1" dirty="0"/>
              <a:t>w</a:t>
            </a:r>
            <a:r>
              <a:rPr lang="en-US" altLang="en-US" sz="1800" baseline="-25000" dirty="0"/>
              <a:t>4</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3</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4</a:t>
            </a:r>
            <a:r>
              <a:rPr lang="en-US" altLang="en-US" sz="1800" dirty="0"/>
              <a:t>;     </a:t>
            </a:r>
            <a:r>
              <a:rPr lang="en-US" sz="1800" dirty="0">
                <a:sym typeface="Wingdings" panose="05000000000000000000" pitchFamily="2" charset="2"/>
              </a:rPr>
              <a:t> </a:t>
            </a:r>
            <a:r>
              <a:rPr lang="en-US" altLang="en-US" sz="1800" i="1" dirty="0" err="1"/>
              <a:t>r</a:t>
            </a:r>
            <a:r>
              <a:rPr lang="en-US" altLang="en-US" sz="1800" baseline="-25000" dirty="0" err="1"/>
              <a:t>n</a:t>
            </a:r>
            <a:r>
              <a:rPr lang="en-US" altLang="en-US" sz="1800" baseline="-25000" dirty="0"/>
              <a:t> </a:t>
            </a:r>
            <a:r>
              <a:rPr lang="en-US" altLang="en-US" sz="1800" dirty="0">
                <a:sym typeface="Symbol" panose="05050102010706020507" pitchFamily="18" charset="2"/>
              </a:rPr>
              <a:t></a:t>
            </a:r>
            <a:r>
              <a:rPr lang="en-US" altLang="en-US" sz="1800" i="1" dirty="0">
                <a:sym typeface="Symbol" panose="05050102010706020507" pitchFamily="18" charset="2"/>
              </a:rPr>
              <a:t>F</a:t>
            </a:r>
            <a:r>
              <a:rPr lang="en-US" altLang="en-US" sz="1800" dirty="0">
                <a:sym typeface="Symbol" panose="05050102010706020507" pitchFamily="18" charset="2"/>
              </a:rPr>
              <a:t>.</a:t>
            </a:r>
            <a:endParaRPr lang="en-US" altLang="en-US" sz="1800" dirty="0"/>
          </a:p>
          <a:p>
            <a:pPr marL="800100" lvl="1" indent="-342900" algn="just">
              <a:lnSpc>
                <a:spcPct val="80000"/>
              </a:lnSpc>
            </a:pPr>
            <a:r>
              <a:rPr lang="en-US" altLang="en-US" sz="1800" dirty="0"/>
              <a:t>Accept, as the machine </a:t>
            </a:r>
            <a:r>
              <a:rPr lang="en-US" altLang="en-US" sz="1800" i="1" dirty="0"/>
              <a:t>M</a:t>
            </a:r>
            <a:r>
              <a:rPr lang="en-US" altLang="en-US" sz="1800" baseline="-25000" dirty="0"/>
              <a:t>1</a:t>
            </a:r>
            <a:r>
              <a:rPr lang="en-US" altLang="en-US" sz="1800" dirty="0"/>
              <a:t> is in an accept state </a:t>
            </a:r>
            <a:r>
              <a:rPr lang="en-US" altLang="en-US" sz="1800" i="1" dirty="0"/>
              <a:t>q</a:t>
            </a:r>
            <a:r>
              <a:rPr lang="en-US" altLang="en-US" sz="1800" baseline="-25000" dirty="0"/>
              <a:t>2</a:t>
            </a:r>
            <a:r>
              <a:rPr lang="en-US" altLang="en-US" sz="1800" dirty="0"/>
              <a:t> at the end of the input string.</a:t>
            </a:r>
          </a:p>
          <a:p>
            <a:pPr marL="800100" lvl="1" indent="-342900" algn="just">
              <a:lnSpc>
                <a:spcPct val="80000"/>
              </a:lnSpc>
            </a:pPr>
            <a:r>
              <a:rPr lang="en-US" altLang="en-US" sz="1800" i="1" dirty="0"/>
              <a:t>M</a:t>
            </a:r>
            <a:r>
              <a:rPr lang="en-US" altLang="en-US" sz="1800" baseline="-25000" dirty="0"/>
              <a:t>1</a:t>
            </a:r>
            <a:r>
              <a:rPr lang="en-US" altLang="en-US" sz="1800" dirty="0">
                <a:sym typeface="Symbol" panose="05050102010706020507" pitchFamily="18" charset="2"/>
              </a:rPr>
              <a:t> </a:t>
            </a:r>
            <a:r>
              <a:rPr lang="en-US" altLang="en-US" sz="1800" b="1" dirty="0">
                <a:sym typeface="Symbol" panose="05050102010706020507" pitchFamily="18" charset="2"/>
              </a:rPr>
              <a:t>recognizes language</a:t>
            </a:r>
            <a:r>
              <a:rPr lang="en-US" altLang="en-US" sz="1800" dirty="0">
                <a:sym typeface="Symbol" panose="05050102010706020507" pitchFamily="18" charset="2"/>
              </a:rPr>
              <a:t> </a:t>
            </a:r>
            <a:r>
              <a:rPr lang="en-US" altLang="en-US" sz="1800" i="1" dirty="0">
                <a:sym typeface="Symbol" panose="05050102010706020507" pitchFamily="18" charset="2"/>
              </a:rPr>
              <a:t>L</a:t>
            </a:r>
            <a:r>
              <a:rPr lang="en-US" altLang="en-US" sz="1800" dirty="0">
                <a:sym typeface="Symbol" panose="05050102010706020507" pitchFamily="18" charset="2"/>
              </a:rPr>
              <a:t> if </a:t>
            </a:r>
            <a:r>
              <a:rPr lang="en-US" altLang="en-US" sz="1800" i="1" dirty="0">
                <a:sym typeface="Symbol" panose="05050102010706020507" pitchFamily="18" charset="2"/>
              </a:rPr>
              <a:t>L</a:t>
            </a:r>
            <a:r>
              <a:rPr lang="en-US" altLang="en-US" sz="1800" dirty="0">
                <a:sym typeface="Symbol" panose="05050102010706020507" pitchFamily="18" charset="2"/>
              </a:rPr>
              <a:t> = {</a:t>
            </a:r>
            <a:r>
              <a:rPr lang="en-US" altLang="en-US" sz="1800" i="1" dirty="0">
                <a:sym typeface="Symbol" panose="05050102010706020507" pitchFamily="18" charset="2"/>
              </a:rPr>
              <a:t>w</a:t>
            </a:r>
            <a:r>
              <a:rPr lang="en-US" altLang="en-US" sz="1800" dirty="0">
                <a:sym typeface="Symbol" panose="05050102010706020507" pitchFamily="18" charset="2"/>
              </a:rPr>
              <a:t> : </a:t>
            </a:r>
            <a:r>
              <a:rPr lang="en-US" altLang="en-US" sz="1800" i="1" dirty="0"/>
              <a:t>M</a:t>
            </a:r>
            <a:r>
              <a:rPr lang="en-US" altLang="en-US" sz="1800" baseline="-25000" dirty="0"/>
              <a:t>1</a:t>
            </a:r>
            <a:r>
              <a:rPr lang="en-US" altLang="en-US" sz="1800" dirty="0">
                <a:sym typeface="Symbol" panose="05050102010706020507" pitchFamily="18" charset="2"/>
              </a:rPr>
              <a:t> </a:t>
            </a:r>
            <a:r>
              <a:rPr lang="en-US" altLang="en-US" sz="1800" b="1" i="1" dirty="0">
                <a:sym typeface="Symbol" panose="05050102010706020507" pitchFamily="18" charset="2"/>
              </a:rPr>
              <a:t>accepts</a:t>
            </a:r>
            <a:r>
              <a:rPr lang="en-US" altLang="en-US" sz="1800" dirty="0">
                <a:sym typeface="Symbol" panose="05050102010706020507" pitchFamily="18" charset="2"/>
              </a:rPr>
              <a:t> </a:t>
            </a:r>
            <a:r>
              <a:rPr lang="en-US" altLang="en-US" sz="1800" i="1" dirty="0">
                <a:sym typeface="Symbol" panose="05050102010706020507" pitchFamily="18" charset="2"/>
              </a:rPr>
              <a:t>w</a:t>
            </a:r>
            <a:r>
              <a:rPr lang="en-US" altLang="en-US" sz="1800" dirty="0">
                <a:sym typeface="Symbol" panose="05050102010706020507" pitchFamily="18" charset="2"/>
              </a:rPr>
              <a:t>}.</a:t>
            </a:r>
            <a:endParaRPr lang="en-US" altLang="en-US" sz="1800" dirty="0"/>
          </a:p>
        </p:txBody>
      </p:sp>
      <p:grpSp>
        <p:nvGrpSpPr>
          <p:cNvPr id="5" name="Group 23">
            <a:extLst>
              <a:ext uri="{FF2B5EF4-FFF2-40B4-BE49-F238E27FC236}">
                <a16:creationId xmlns:a16="http://schemas.microsoft.com/office/drawing/2014/main" id="{2C6887E4-D4F5-4760-BB26-D6D340B06FE5}"/>
              </a:ext>
            </a:extLst>
          </p:cNvPr>
          <p:cNvGrpSpPr>
            <a:grpSpLocks/>
          </p:cNvGrpSpPr>
          <p:nvPr/>
        </p:nvGrpSpPr>
        <p:grpSpPr bwMode="auto">
          <a:xfrm>
            <a:off x="1248620" y="696057"/>
            <a:ext cx="6542088" cy="2249488"/>
            <a:chOff x="1191" y="611"/>
            <a:chExt cx="2969" cy="942"/>
          </a:xfrm>
        </p:grpSpPr>
        <p:sp>
          <p:nvSpPr>
            <p:cNvPr id="6" name="Text Box 15">
              <a:extLst>
                <a:ext uri="{FF2B5EF4-FFF2-40B4-BE49-F238E27FC236}">
                  <a16:creationId xmlns:a16="http://schemas.microsoft.com/office/drawing/2014/main" id="{0E602489-72C7-4EA8-BE25-A939316F8A67}"/>
                </a:ext>
              </a:extLst>
            </p:cNvPr>
            <p:cNvSpPr txBox="1">
              <a:spLocks noChangeArrowheads="1"/>
            </p:cNvSpPr>
            <p:nvPr/>
          </p:nvSpPr>
          <p:spPr bwMode="auto">
            <a:xfrm>
              <a:off x="1758" y="623"/>
              <a:ext cx="129"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grpSp>
          <p:nvGrpSpPr>
            <p:cNvPr id="7" name="Group 22">
              <a:extLst>
                <a:ext uri="{FF2B5EF4-FFF2-40B4-BE49-F238E27FC236}">
                  <a16:creationId xmlns:a16="http://schemas.microsoft.com/office/drawing/2014/main" id="{E77E5232-CD53-48ED-8D2C-C6F1807F1F0F}"/>
                </a:ext>
              </a:extLst>
            </p:cNvPr>
            <p:cNvGrpSpPr>
              <a:grpSpLocks/>
            </p:cNvGrpSpPr>
            <p:nvPr/>
          </p:nvGrpSpPr>
          <p:grpSpPr bwMode="auto">
            <a:xfrm>
              <a:off x="1191" y="611"/>
              <a:ext cx="2969" cy="942"/>
              <a:chOff x="1191" y="611"/>
              <a:chExt cx="2969" cy="942"/>
            </a:xfrm>
          </p:grpSpPr>
          <p:sp>
            <p:nvSpPr>
              <p:cNvPr id="8" name="Text Box 18">
                <a:extLst>
                  <a:ext uri="{FF2B5EF4-FFF2-40B4-BE49-F238E27FC236}">
                    <a16:creationId xmlns:a16="http://schemas.microsoft.com/office/drawing/2014/main" id="{7D5F7603-690B-48EF-9123-080BD5B035DC}"/>
                  </a:ext>
                </a:extLst>
              </p:cNvPr>
              <p:cNvSpPr txBox="1">
                <a:spLocks noChangeArrowheads="1"/>
              </p:cNvSpPr>
              <p:nvPr/>
            </p:nvSpPr>
            <p:spPr bwMode="auto">
              <a:xfrm>
                <a:off x="2906" y="611"/>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grpSp>
            <p:nvGrpSpPr>
              <p:cNvPr id="9" name="Group 21">
                <a:extLst>
                  <a:ext uri="{FF2B5EF4-FFF2-40B4-BE49-F238E27FC236}">
                    <a16:creationId xmlns:a16="http://schemas.microsoft.com/office/drawing/2014/main" id="{9671B9E6-E470-45FD-B74E-700F5493EA8D}"/>
                  </a:ext>
                </a:extLst>
              </p:cNvPr>
              <p:cNvGrpSpPr>
                <a:grpSpLocks/>
              </p:cNvGrpSpPr>
              <p:nvPr/>
            </p:nvGrpSpPr>
            <p:grpSpPr bwMode="auto">
              <a:xfrm>
                <a:off x="1191" y="669"/>
                <a:ext cx="2969" cy="884"/>
                <a:chOff x="1191" y="678"/>
                <a:chExt cx="2969" cy="884"/>
              </a:xfrm>
            </p:grpSpPr>
            <p:sp>
              <p:nvSpPr>
                <p:cNvPr id="10" name="Arc 5">
                  <a:extLst>
                    <a:ext uri="{FF2B5EF4-FFF2-40B4-BE49-F238E27FC236}">
                      <a16:creationId xmlns:a16="http://schemas.microsoft.com/office/drawing/2014/main" id="{7A6012F2-5BA3-4D82-B7EB-ABC69F576D0A}"/>
                    </a:ext>
                  </a:extLst>
                </p:cNvPr>
                <p:cNvSpPr>
                  <a:spLocks/>
                </p:cNvSpPr>
                <p:nvPr/>
              </p:nvSpPr>
              <p:spPr bwMode="auto">
                <a:xfrm rot="5625348" flipH="1" flipV="1">
                  <a:off x="2753" y="696"/>
                  <a:ext cx="258" cy="222"/>
                </a:xfrm>
                <a:custGeom>
                  <a:avLst/>
                  <a:gdLst>
                    <a:gd name="T0" fmla="*/ 0 w 21600"/>
                    <a:gd name="T1" fmla="*/ 0 h 43178"/>
                    <a:gd name="T2" fmla="*/ 12 w 21600"/>
                    <a:gd name="T3" fmla="*/ 222 h 43178"/>
                    <a:gd name="T4" fmla="*/ 0 w 21600"/>
                    <a:gd name="T5" fmla="*/ 111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1" name="Oval 7">
                  <a:extLst>
                    <a:ext uri="{FF2B5EF4-FFF2-40B4-BE49-F238E27FC236}">
                      <a16:creationId xmlns:a16="http://schemas.microsoft.com/office/drawing/2014/main" id="{22DB5EB1-4025-4A37-90C0-ECE59D861560}"/>
                    </a:ext>
                  </a:extLst>
                </p:cNvPr>
                <p:cNvSpPr>
                  <a:spLocks noChangeArrowheads="1"/>
                </p:cNvSpPr>
                <p:nvPr/>
              </p:nvSpPr>
              <p:spPr bwMode="auto">
                <a:xfrm>
                  <a:off x="1531"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1</a:t>
                  </a:r>
                </a:p>
              </p:txBody>
            </p:sp>
            <p:sp>
              <p:nvSpPr>
                <p:cNvPr id="12" name="Oval 8">
                  <a:extLst>
                    <a:ext uri="{FF2B5EF4-FFF2-40B4-BE49-F238E27FC236}">
                      <a16:creationId xmlns:a16="http://schemas.microsoft.com/office/drawing/2014/main" id="{A7C5D2A0-9808-447E-AF56-4D3904F0F691}"/>
                    </a:ext>
                  </a:extLst>
                </p:cNvPr>
                <p:cNvSpPr>
                  <a:spLocks noChangeArrowheads="1"/>
                </p:cNvSpPr>
                <p:nvPr/>
              </p:nvSpPr>
              <p:spPr bwMode="auto">
                <a:xfrm>
                  <a:off x="2672" y="938"/>
                  <a:ext cx="413" cy="382"/>
                </a:xfrm>
                <a:prstGeom prst="ellipse">
                  <a:avLst/>
                </a:prstGeom>
                <a:noFill/>
                <a:ln w="1270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2</a:t>
                  </a:r>
                </a:p>
              </p:txBody>
            </p:sp>
            <p:sp>
              <p:nvSpPr>
                <p:cNvPr id="13" name="Oval 9">
                  <a:extLst>
                    <a:ext uri="{FF2B5EF4-FFF2-40B4-BE49-F238E27FC236}">
                      <a16:creationId xmlns:a16="http://schemas.microsoft.com/office/drawing/2014/main" id="{3B686592-3A45-48E6-AF41-55BA729F0FE5}"/>
                    </a:ext>
                  </a:extLst>
                </p:cNvPr>
                <p:cNvSpPr>
                  <a:spLocks noChangeArrowheads="1"/>
                </p:cNvSpPr>
                <p:nvPr/>
              </p:nvSpPr>
              <p:spPr bwMode="auto">
                <a:xfrm>
                  <a:off x="3747"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3</a:t>
                  </a:r>
                </a:p>
              </p:txBody>
            </p:sp>
            <p:cxnSp>
              <p:nvCxnSpPr>
                <p:cNvPr id="14" name="AutoShape 10">
                  <a:extLst>
                    <a:ext uri="{FF2B5EF4-FFF2-40B4-BE49-F238E27FC236}">
                      <a16:creationId xmlns:a16="http://schemas.microsoft.com/office/drawing/2014/main" id="{3C882F0A-118D-4D6A-B376-B26821DBE935}"/>
                    </a:ext>
                  </a:extLst>
                </p:cNvPr>
                <p:cNvCxnSpPr>
                  <a:cxnSpLocks noChangeShapeType="1"/>
                  <a:stCxn id="11" idx="7"/>
                  <a:endCxn id="12" idx="1"/>
                </p:cNvCxnSpPr>
                <p:nvPr/>
              </p:nvCxnSpPr>
              <p:spPr bwMode="auto">
                <a:xfrm rot="-5400000">
                  <a:off x="2299" y="552"/>
                  <a:ext cx="18" cy="850"/>
                </a:xfrm>
                <a:prstGeom prst="curvedConnector3">
                  <a:avLst>
                    <a:gd name="adj1" fmla="val 7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5" name="AutoShape 11">
                  <a:extLst>
                    <a:ext uri="{FF2B5EF4-FFF2-40B4-BE49-F238E27FC236}">
                      <a16:creationId xmlns:a16="http://schemas.microsoft.com/office/drawing/2014/main" id="{412F779B-97F0-44EF-805C-8F751BD788B1}"/>
                    </a:ext>
                  </a:extLst>
                </p:cNvPr>
                <p:cNvCxnSpPr>
                  <a:cxnSpLocks noChangeShapeType="1"/>
                  <a:stCxn id="12" idx="7"/>
                  <a:endCxn id="13" idx="1"/>
                </p:cNvCxnSpPr>
                <p:nvPr/>
              </p:nvCxnSpPr>
              <p:spPr bwMode="auto">
                <a:xfrm rot="5400000" flipV="1">
                  <a:off x="3408" y="585"/>
                  <a:ext cx="18" cy="783"/>
                </a:xfrm>
                <a:prstGeom prst="curvedConnector3">
                  <a:avLst>
                    <a:gd name="adj1" fmla="val -6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6" name="AutoShape 12">
                  <a:extLst>
                    <a:ext uri="{FF2B5EF4-FFF2-40B4-BE49-F238E27FC236}">
                      <a16:creationId xmlns:a16="http://schemas.microsoft.com/office/drawing/2014/main" id="{0A980659-07F4-49AB-B4C3-EF8FEBF4CE2B}"/>
                    </a:ext>
                  </a:extLst>
                </p:cNvPr>
                <p:cNvCxnSpPr>
                  <a:cxnSpLocks noChangeShapeType="1"/>
                  <a:stCxn id="13" idx="3"/>
                  <a:endCxn id="12" idx="5"/>
                </p:cNvCxnSpPr>
                <p:nvPr/>
              </p:nvCxnSpPr>
              <p:spPr bwMode="auto">
                <a:xfrm rot="5400000">
                  <a:off x="3408" y="889"/>
                  <a:ext cx="17" cy="783"/>
                </a:xfrm>
                <a:prstGeom prst="curvedConnector3">
                  <a:avLst>
                    <a:gd name="adj1" fmla="val 782144"/>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 name="Line 13">
                  <a:extLst>
                    <a:ext uri="{FF2B5EF4-FFF2-40B4-BE49-F238E27FC236}">
                      <a16:creationId xmlns:a16="http://schemas.microsoft.com/office/drawing/2014/main" id="{546D5793-8327-49A2-9BC3-34C102F5A637}"/>
                    </a:ext>
                  </a:extLst>
                </p:cNvPr>
                <p:cNvSpPr>
                  <a:spLocks noChangeShapeType="1"/>
                </p:cNvSpPr>
                <p:nvPr/>
              </p:nvSpPr>
              <p:spPr bwMode="auto">
                <a:xfrm flipV="1">
                  <a:off x="1191" y="1121"/>
                  <a:ext cx="336" cy="5"/>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8" name="Arc 14">
                  <a:extLst>
                    <a:ext uri="{FF2B5EF4-FFF2-40B4-BE49-F238E27FC236}">
                      <a16:creationId xmlns:a16="http://schemas.microsoft.com/office/drawing/2014/main" id="{AE2608A6-EC82-45D0-BB98-CF32FC83A5C6}"/>
                    </a:ext>
                  </a:extLst>
                </p:cNvPr>
                <p:cNvSpPr>
                  <a:spLocks/>
                </p:cNvSpPr>
                <p:nvPr/>
              </p:nvSpPr>
              <p:spPr bwMode="auto">
                <a:xfrm rot="5625348" flipH="1" flipV="1">
                  <a:off x="1588" y="731"/>
                  <a:ext cx="270" cy="223"/>
                </a:xfrm>
                <a:custGeom>
                  <a:avLst/>
                  <a:gdLst>
                    <a:gd name="T0" fmla="*/ 0 w 21600"/>
                    <a:gd name="T1" fmla="*/ 0 h 43178"/>
                    <a:gd name="T2" fmla="*/ 12 w 21600"/>
                    <a:gd name="T3" fmla="*/ 223 h 43178"/>
                    <a:gd name="T4" fmla="*/ 0 w 21600"/>
                    <a:gd name="T5" fmla="*/ 112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9" name="Text Box 16">
                  <a:extLst>
                    <a:ext uri="{FF2B5EF4-FFF2-40B4-BE49-F238E27FC236}">
                      <a16:creationId xmlns:a16="http://schemas.microsoft.com/office/drawing/2014/main" id="{DD837894-5DA6-4F45-97C3-4BD1FA93A445}"/>
                    </a:ext>
                  </a:extLst>
                </p:cNvPr>
                <p:cNvSpPr txBox="1">
                  <a:spLocks noChangeArrowheads="1"/>
                </p:cNvSpPr>
                <p:nvPr/>
              </p:nvSpPr>
              <p:spPr bwMode="auto">
                <a:xfrm>
                  <a:off x="3348" y="710"/>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sp>
              <p:nvSpPr>
                <p:cNvPr id="20" name="Text Box 17">
                  <a:extLst>
                    <a:ext uri="{FF2B5EF4-FFF2-40B4-BE49-F238E27FC236}">
                      <a16:creationId xmlns:a16="http://schemas.microsoft.com/office/drawing/2014/main" id="{EE54977F-3D01-4317-A029-95E398C3FD27}"/>
                    </a:ext>
                  </a:extLst>
                </p:cNvPr>
                <p:cNvSpPr txBox="1">
                  <a:spLocks noChangeArrowheads="1"/>
                </p:cNvSpPr>
                <p:nvPr/>
              </p:nvSpPr>
              <p:spPr bwMode="auto">
                <a:xfrm>
                  <a:off x="2208" y="694"/>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sp>
              <p:nvSpPr>
                <p:cNvPr id="21" name="Text Box 19">
                  <a:extLst>
                    <a:ext uri="{FF2B5EF4-FFF2-40B4-BE49-F238E27FC236}">
                      <a16:creationId xmlns:a16="http://schemas.microsoft.com/office/drawing/2014/main" id="{18C59463-7B48-479C-8217-4D3C2BD9AB15}"/>
                    </a:ext>
                  </a:extLst>
                </p:cNvPr>
                <p:cNvSpPr txBox="1">
                  <a:spLocks noChangeArrowheads="1"/>
                </p:cNvSpPr>
                <p:nvPr/>
              </p:nvSpPr>
              <p:spPr bwMode="auto">
                <a:xfrm>
                  <a:off x="3313" y="1396"/>
                  <a:ext cx="4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0,1</a:t>
                  </a:r>
                </a:p>
              </p:txBody>
            </p:sp>
          </p:grpSp>
        </p:grpSp>
      </p:grpSp>
      <p:sp>
        <p:nvSpPr>
          <p:cNvPr id="22" name="Text Box 20">
            <a:extLst>
              <a:ext uri="{FF2B5EF4-FFF2-40B4-BE49-F238E27FC236}">
                <a16:creationId xmlns:a16="http://schemas.microsoft.com/office/drawing/2014/main" id="{184A6571-17A9-4998-B306-C6A30973F11C}"/>
              </a:ext>
            </a:extLst>
          </p:cNvPr>
          <p:cNvSpPr txBox="1">
            <a:spLocks noChangeArrowheads="1"/>
          </p:cNvSpPr>
          <p:nvPr/>
        </p:nvSpPr>
        <p:spPr bwMode="auto">
          <a:xfrm>
            <a:off x="365473" y="1694003"/>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chemeClr val="bg1"/>
                </a:solidFill>
              </a:rPr>
              <a:t>1101</a:t>
            </a:r>
          </a:p>
        </p:txBody>
      </p:sp>
      <p:sp>
        <p:nvSpPr>
          <p:cNvPr id="23" name="Text Box 24">
            <a:extLst>
              <a:ext uri="{FF2B5EF4-FFF2-40B4-BE49-F238E27FC236}">
                <a16:creationId xmlns:a16="http://schemas.microsoft.com/office/drawing/2014/main" id="{62FE5815-0413-409E-B5BD-68B91F202972}"/>
              </a:ext>
            </a:extLst>
          </p:cNvPr>
          <p:cNvSpPr txBox="1">
            <a:spLocks noChangeArrowheads="1"/>
          </p:cNvSpPr>
          <p:nvPr/>
        </p:nvSpPr>
        <p:spPr bwMode="auto">
          <a:xfrm>
            <a:off x="2070009" y="1709802"/>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rgbClr val="66FF33"/>
                </a:solidFill>
              </a:rPr>
              <a:t>1</a:t>
            </a:r>
            <a:r>
              <a:rPr lang="en-US" altLang="en-US" sz="2000" dirty="0">
                <a:solidFill>
                  <a:schemeClr val="bg1"/>
                </a:solidFill>
              </a:rPr>
              <a:t>101</a:t>
            </a:r>
          </a:p>
        </p:txBody>
      </p:sp>
      <p:sp>
        <p:nvSpPr>
          <p:cNvPr id="24" name="Text Box 25">
            <a:extLst>
              <a:ext uri="{FF2B5EF4-FFF2-40B4-BE49-F238E27FC236}">
                <a16:creationId xmlns:a16="http://schemas.microsoft.com/office/drawing/2014/main" id="{E8AD02E4-D6AB-49BE-8CA9-3F3D78930BD6}"/>
              </a:ext>
            </a:extLst>
          </p:cNvPr>
          <p:cNvSpPr txBox="1">
            <a:spLocks noChangeArrowheads="1"/>
          </p:cNvSpPr>
          <p:nvPr/>
        </p:nvSpPr>
        <p:spPr bwMode="auto">
          <a:xfrm>
            <a:off x="4534630" y="1688380"/>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r>
              <a:rPr lang="en-US" altLang="en-US" sz="2000" dirty="0">
                <a:solidFill>
                  <a:schemeClr val="bg1"/>
                </a:solidFill>
              </a:rPr>
              <a:t>01</a:t>
            </a:r>
          </a:p>
        </p:txBody>
      </p:sp>
      <p:sp>
        <p:nvSpPr>
          <p:cNvPr id="25" name="Text Box 26">
            <a:extLst>
              <a:ext uri="{FF2B5EF4-FFF2-40B4-BE49-F238E27FC236}">
                <a16:creationId xmlns:a16="http://schemas.microsoft.com/office/drawing/2014/main" id="{EE248B13-BC32-4021-8CE1-B96DBCADA547}"/>
              </a:ext>
            </a:extLst>
          </p:cNvPr>
          <p:cNvSpPr txBox="1">
            <a:spLocks noChangeArrowheads="1"/>
          </p:cNvSpPr>
          <p:nvPr/>
        </p:nvSpPr>
        <p:spPr bwMode="auto">
          <a:xfrm>
            <a:off x="4562395" y="1729894"/>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0</a:t>
            </a:r>
            <a:r>
              <a:rPr lang="en-US" altLang="en-US" sz="2000" dirty="0">
                <a:solidFill>
                  <a:schemeClr val="bg1"/>
                </a:solidFill>
              </a:rPr>
              <a:t>1</a:t>
            </a:r>
          </a:p>
        </p:txBody>
      </p:sp>
      <p:sp>
        <p:nvSpPr>
          <p:cNvPr id="26" name="Text Box 27">
            <a:extLst>
              <a:ext uri="{FF2B5EF4-FFF2-40B4-BE49-F238E27FC236}">
                <a16:creationId xmlns:a16="http://schemas.microsoft.com/office/drawing/2014/main" id="{3B778E9B-5868-426D-9B06-6AC76340C17B}"/>
              </a:ext>
            </a:extLst>
          </p:cNvPr>
          <p:cNvSpPr txBox="1">
            <a:spLocks noChangeArrowheads="1"/>
          </p:cNvSpPr>
          <p:nvPr/>
        </p:nvSpPr>
        <p:spPr bwMode="auto">
          <a:xfrm>
            <a:off x="6932059" y="1696729"/>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p>
        </p:txBody>
      </p:sp>
      <p:sp>
        <p:nvSpPr>
          <p:cNvPr id="27" name="Text Box 29">
            <a:extLst>
              <a:ext uri="{FF2B5EF4-FFF2-40B4-BE49-F238E27FC236}">
                <a16:creationId xmlns:a16="http://schemas.microsoft.com/office/drawing/2014/main" id="{0A8AFD24-E0E1-4DF3-9433-191E79714C9A}"/>
              </a:ext>
            </a:extLst>
          </p:cNvPr>
          <p:cNvSpPr txBox="1">
            <a:spLocks noChangeArrowheads="1"/>
          </p:cNvSpPr>
          <p:nvPr/>
        </p:nvSpPr>
        <p:spPr bwMode="auto">
          <a:xfrm>
            <a:off x="4557309" y="1509718"/>
            <a:ext cx="830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l-GR" altLang="en-US" sz="2400" i="1" dirty="0">
                <a:solidFill>
                  <a:schemeClr val="bg2">
                    <a:lumMod val="75000"/>
                  </a:schemeClr>
                </a:solidFill>
                <a:latin typeface="Arial Narrow" panose="020B0606020202030204" pitchFamily="34" charset="0"/>
              </a:rPr>
              <a:t>ε</a:t>
            </a:r>
          </a:p>
        </p:txBody>
      </p:sp>
      <p:sp>
        <p:nvSpPr>
          <p:cNvPr id="28" name="Text Box 30">
            <a:extLst>
              <a:ext uri="{FF2B5EF4-FFF2-40B4-BE49-F238E27FC236}">
                <a16:creationId xmlns:a16="http://schemas.microsoft.com/office/drawing/2014/main" id="{A6E9D545-7A51-42FD-8716-43D608EE72DA}"/>
              </a:ext>
            </a:extLst>
          </p:cNvPr>
          <p:cNvSpPr txBox="1">
            <a:spLocks noChangeArrowheads="1"/>
          </p:cNvSpPr>
          <p:nvPr/>
        </p:nvSpPr>
        <p:spPr bwMode="auto">
          <a:xfrm>
            <a:off x="2148630" y="2653087"/>
            <a:ext cx="344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i="1">
                <a:latin typeface="Arial" panose="020B0604020202020204" pitchFamily="34" charset="0"/>
              </a:rPr>
              <a:t>Figure</a:t>
            </a:r>
            <a:r>
              <a:rPr lang="en-US" altLang="en-US" sz="2000">
                <a:latin typeface="Arial" panose="020B0604020202020204" pitchFamily="34" charset="0"/>
              </a:rPr>
              <a:t>: Finite Automaton </a:t>
            </a:r>
            <a:r>
              <a:rPr lang="en-US" altLang="en-US" sz="2000" i="1"/>
              <a:t>M</a:t>
            </a:r>
            <a:r>
              <a:rPr lang="en-US" altLang="en-US" sz="2000" baseline="-25000"/>
              <a:t>1</a:t>
            </a:r>
            <a:r>
              <a:rPr lang="en-US" altLang="en-US" sz="2000">
                <a:latin typeface="Arial" panose="020B0604020202020204" pitchFamily="34" charset="0"/>
              </a:rPr>
              <a:t>.</a:t>
            </a:r>
          </a:p>
        </p:txBody>
      </p:sp>
    </p:spTree>
    <p:extLst>
      <p:ext uri="{BB962C8B-B14F-4D97-AF65-F5344CB8AC3E}">
        <p14:creationId xmlns:p14="http://schemas.microsoft.com/office/powerpoint/2010/main" val="213247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3.05556E-6 1.85185E-6 L 0.18854 1.85185E-6 " pathEditMode="relative" rAng="0" ptsTypes="AA">
                                      <p:cBhvr>
                                        <p:cTn id="10" dur="2000" fill="hold"/>
                                        <p:tgtEl>
                                          <p:spTgt spid="22"/>
                                        </p:tgtEl>
                                        <p:attrNameLst>
                                          <p:attrName>ppt_x</p:attrName>
                                          <p:attrName>ppt_y</p:attrName>
                                        </p:attrNameLst>
                                      </p:cBhvr>
                                      <p:rCtr x="9427" y="0"/>
                                    </p:animMotion>
                                  </p:childTnLst>
                                </p:cTn>
                              </p:par>
                            </p:childTnLst>
                          </p:cTn>
                        </p:par>
                        <p:par>
                          <p:cTn id="11" fill="hold">
                            <p:stCondLst>
                              <p:cond delay="2000"/>
                            </p:stCondLst>
                            <p:childTnLst>
                              <p:par>
                                <p:cTn id="12" presetID="1" presetClass="exit" presetSubtype="0" fill="hold" grpId="1" nodeType="afterEffect">
                                  <p:stCondLst>
                                    <p:cond delay="0"/>
                                  </p:stCondLst>
                                  <p:childTnLst>
                                    <p:set>
                                      <p:cBhvr>
                                        <p:cTn id="13" dur="1" fill="hold">
                                          <p:stCondLst>
                                            <p:cond delay="0"/>
                                          </p:stCondLst>
                                        </p:cTn>
                                        <p:tgtEl>
                                          <p:spTgt spid="22"/>
                                        </p:tgtEl>
                                        <p:attrNameLst>
                                          <p:attrName>style.visibility</p:attrName>
                                        </p:attrNameLst>
                                      </p:cBhvr>
                                      <p:to>
                                        <p:strVal val="hidden"/>
                                      </p:to>
                                    </p:set>
                                  </p:childTnLst>
                                </p:cTn>
                              </p:par>
                            </p:childTnLst>
                          </p:cTn>
                        </p:par>
                        <p:par>
                          <p:cTn id="14" fill="hold">
                            <p:stCondLst>
                              <p:cond delay="2000"/>
                            </p:stCondLst>
                            <p:childTnLst>
                              <p:par>
                                <p:cTn id="15" presetID="1" presetClass="entr" presetSubtype="0" fill="hold" grpId="2" nodeType="after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1.38889E-6 -2.96296E-6 C 0.01406 -0.03125 0.02865 -0.06134 0.05104 -0.07754 C 0.07327 -0.09375 0.10851 -0.09699 0.13438 -0.09838 C 0.16042 -0.0993 0.18403 -0.09907 0.20729 -0.08588 C 0.23056 -0.07268 0.26285 -0.03009 0.27396 -0.01921 " pathEditMode="relative" rAng="0" ptsTypes="AAAAA">
                                      <p:cBhvr>
                                        <p:cTn id="24" dur="2000" fill="hold"/>
                                        <p:tgtEl>
                                          <p:spTgt spid="23"/>
                                        </p:tgtEl>
                                        <p:attrNameLst>
                                          <p:attrName>ppt_x</p:attrName>
                                          <p:attrName>ppt_y</p:attrName>
                                        </p:attrNameLst>
                                      </p:cBhvr>
                                      <p:rCtr x="13698" y="-4954"/>
                                    </p:animMotion>
                                  </p:childTnLst>
                                </p:cTn>
                              </p:par>
                            </p:childTnLst>
                          </p:cTn>
                        </p:par>
                        <p:par>
                          <p:cTn id="25" fill="hold">
                            <p:stCondLst>
                              <p:cond delay="2000"/>
                            </p:stCondLst>
                            <p:childTnLst>
                              <p:par>
                                <p:cTn id="26" presetID="1" presetClass="exit" presetSubtype="0" fill="hold" grpId="1" nodeType="afterEffect">
                                  <p:stCondLst>
                                    <p:cond delay="0"/>
                                  </p:stCondLst>
                                  <p:childTnLst>
                                    <p:set>
                                      <p:cBhvr>
                                        <p:cTn id="27" dur="1" fill="hold">
                                          <p:stCondLst>
                                            <p:cond delay="0"/>
                                          </p:stCondLst>
                                        </p:cTn>
                                        <p:tgtEl>
                                          <p:spTgt spid="23"/>
                                        </p:tgtEl>
                                        <p:attrNameLst>
                                          <p:attrName>style.visibility</p:attrName>
                                        </p:attrNameLst>
                                      </p:cBhvr>
                                      <p:to>
                                        <p:strVal val="hidden"/>
                                      </p:to>
                                    </p:set>
                                  </p:childTnLst>
                                </p:cTn>
                              </p:par>
                            </p:childTnLst>
                          </p:cTn>
                        </p:par>
                        <p:par>
                          <p:cTn id="28" fill="hold">
                            <p:stCondLst>
                              <p:cond delay="2000"/>
                            </p:stCondLst>
                            <p:childTnLst>
                              <p:par>
                                <p:cTn id="29" presetID="1" presetClass="entr" presetSubtype="0" fill="hold" grpId="2"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0" nodeType="clickEffect">
                                  <p:stCondLst>
                                    <p:cond delay="0"/>
                                  </p:stCondLst>
                                  <p:childTnLst>
                                    <p:animMotion origin="layout" path="M 4.16667E-6 -3.7037E-6 C -0.01511 -0.00277 -0.04705 -0.05231 -0.04931 -0.08194 C -0.05157 -0.11157 -0.02674 -0.16458 -0.01389 -0.17824 C -0.00105 -0.19189 0.0184 -0.18264 0.0276 -0.16389 C 0.0368 -0.14514 0.046 -0.09282 0.04149 -0.06551 C 0.03698 -0.03819 0.0151 0.00278 4.16667E-6 -3.7037E-6 Z " pathEditMode="relative" rAng="0" ptsTypes="AAAAAA">
                                      <p:cBhvr>
                                        <p:cTn id="38" dur="2000" fill="hold"/>
                                        <p:tgtEl>
                                          <p:spTgt spid="24"/>
                                        </p:tgtEl>
                                        <p:attrNameLst>
                                          <p:attrName>ppt_x</p:attrName>
                                          <p:attrName>ppt_y</p:attrName>
                                        </p:attrNameLst>
                                      </p:cBhvr>
                                      <p:rCtr x="-347" y="-9259"/>
                                    </p:animMotion>
                                  </p:childTnLst>
                                </p:cTn>
                              </p:par>
                            </p:childTnLst>
                          </p:cTn>
                        </p:par>
                        <p:par>
                          <p:cTn id="39" fill="hold">
                            <p:stCondLst>
                              <p:cond delay="2000"/>
                            </p:stCondLst>
                            <p:childTnLst>
                              <p:par>
                                <p:cTn id="40" presetID="1" presetClass="exit" presetSubtype="0" fill="hold" grpId="1" nodeType="afterEffect">
                                  <p:stCondLst>
                                    <p:cond delay="0"/>
                                  </p:stCondLst>
                                  <p:childTnLst>
                                    <p:set>
                                      <p:cBhvr>
                                        <p:cTn id="41" dur="1" fill="hold">
                                          <p:stCondLst>
                                            <p:cond delay="0"/>
                                          </p:stCondLst>
                                        </p:cTn>
                                        <p:tgtEl>
                                          <p:spTgt spid="24"/>
                                        </p:tgtEl>
                                        <p:attrNameLst>
                                          <p:attrName>style.visibility</p:attrName>
                                        </p:attrNameLst>
                                      </p:cBhvr>
                                      <p:to>
                                        <p:strVal val="hidden"/>
                                      </p:to>
                                    </p:set>
                                  </p:childTnLst>
                                </p:cTn>
                              </p:par>
                            </p:childTnLst>
                          </p:cTn>
                        </p:par>
                        <p:par>
                          <p:cTn id="42" fill="hold">
                            <p:stCondLst>
                              <p:cond delay="2000"/>
                            </p:stCondLst>
                            <p:childTnLst>
                              <p:par>
                                <p:cTn id="43" presetID="1" presetClass="entr" presetSubtype="0" fill="hold" grpId="2" nodeType="after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grpId="0" nodeType="clickEffect">
                                  <p:stCondLst>
                                    <p:cond delay="0"/>
                                  </p:stCondLst>
                                  <p:childTnLst>
                                    <p:animMotion origin="layout" path="M -8.33333E-7 -2.22222E-6 C 0.01649 -0.03102 0.03316 -0.06203 0.05851 -0.07778 C 0.08386 -0.09352 0.12222 -0.10092 0.15226 -0.09421 C 0.18229 -0.0875 0.22101 -0.05278 0.23837 -0.0368 C 0.25573 -0.02083 0.25382 -0.0044 0.25695 0.00209 " pathEditMode="relative" rAng="0" ptsTypes="AAAAA">
                                      <p:cBhvr>
                                        <p:cTn id="52" dur="2000" fill="hold"/>
                                        <p:tgtEl>
                                          <p:spTgt spid="25"/>
                                        </p:tgtEl>
                                        <p:attrNameLst>
                                          <p:attrName>ppt_x</p:attrName>
                                          <p:attrName>ppt_y</p:attrName>
                                        </p:attrNameLst>
                                      </p:cBhvr>
                                      <p:rCtr x="12847" y="-4745"/>
                                    </p:animMotion>
                                  </p:childTnLst>
                                </p:cTn>
                              </p:par>
                            </p:childTnLst>
                          </p:cTn>
                        </p:par>
                        <p:par>
                          <p:cTn id="53" fill="hold">
                            <p:stCondLst>
                              <p:cond delay="2000"/>
                            </p:stCondLst>
                            <p:childTnLst>
                              <p:par>
                                <p:cTn id="54" presetID="1" presetClass="exit" presetSubtype="0" fill="hold" grpId="1" nodeType="afterEffect">
                                  <p:stCondLst>
                                    <p:cond delay="0"/>
                                  </p:stCondLst>
                                  <p:childTnLst>
                                    <p:set>
                                      <p:cBhvr>
                                        <p:cTn id="55" dur="1" fill="hold">
                                          <p:stCondLst>
                                            <p:cond delay="0"/>
                                          </p:stCondLst>
                                        </p:cTn>
                                        <p:tgtEl>
                                          <p:spTgt spid="25"/>
                                        </p:tgtEl>
                                        <p:attrNameLst>
                                          <p:attrName>style.visibility</p:attrName>
                                        </p:attrNameLst>
                                      </p:cBhvr>
                                      <p:to>
                                        <p:strVal val="hidden"/>
                                      </p:to>
                                    </p:set>
                                  </p:childTnLst>
                                </p:cTn>
                              </p:par>
                            </p:childTnLst>
                          </p:cTn>
                        </p:par>
                        <p:par>
                          <p:cTn id="56" fill="hold">
                            <p:stCondLst>
                              <p:cond delay="2000"/>
                            </p:stCondLst>
                            <p:childTnLst>
                              <p:par>
                                <p:cTn id="57" presetID="1" presetClass="entr" presetSubtype="0" fill="hold" grpId="2" nodeType="after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0" presetClass="path" presetSubtype="0" accel="50000" decel="50000" fill="hold" grpId="0" nodeType="clickEffect">
                                  <p:stCondLst>
                                    <p:cond delay="0"/>
                                  </p:stCondLst>
                                  <p:childTnLst>
                                    <p:animMotion origin="layout" path="M -2.22222E-6 -1.11111E-6 C -0.01267 0.02199 -0.02517 0.04421 -0.04462 0.05949 C -0.06406 0.07477 -0.09462 0.0882 -0.11684 0.09236 C -0.13906 0.09653 -0.16232 0.08843 -0.17847 0.08426 C -0.19462 0.08009 -0.20486 0.07454 -0.21389 0.06783 C -0.22291 0.06111 -0.22413 0.05602 -0.23229 0.04329 C -0.24045 0.03056 -0.25173 0.01111 -0.26302 -0.0081 " pathEditMode="relative" rAng="0" ptsTypes="AAAAAAA">
                                      <p:cBhvr>
                                        <p:cTn id="66" dur="2000" fill="hold"/>
                                        <p:tgtEl>
                                          <p:spTgt spid="26"/>
                                        </p:tgtEl>
                                        <p:attrNameLst>
                                          <p:attrName>ppt_x</p:attrName>
                                          <p:attrName>ppt_y</p:attrName>
                                        </p:attrNameLst>
                                      </p:cBhvr>
                                      <p:rCtr x="-13160" y="4259"/>
                                    </p:animMotion>
                                  </p:childTnLst>
                                </p:cTn>
                              </p:par>
                            </p:childTnLst>
                          </p:cTn>
                        </p:par>
                        <p:par>
                          <p:cTn id="67" fill="hold">
                            <p:stCondLst>
                              <p:cond delay="2000"/>
                            </p:stCondLst>
                            <p:childTnLst>
                              <p:par>
                                <p:cTn id="68" presetID="1" presetClass="exit" presetSubtype="0" fill="hold" grpId="1" nodeType="afterEffect">
                                  <p:stCondLst>
                                    <p:cond delay="0"/>
                                  </p:stCondLst>
                                  <p:childTnLst>
                                    <p:set>
                                      <p:cBhvr>
                                        <p:cTn id="69" dur="1" fill="hold">
                                          <p:stCondLst>
                                            <p:cond delay="0"/>
                                          </p:stCondLst>
                                        </p:cTn>
                                        <p:tgtEl>
                                          <p:spTgt spid="26"/>
                                        </p:tgtEl>
                                        <p:attrNameLst>
                                          <p:attrName>style.visibility</p:attrName>
                                        </p:attrNameLst>
                                      </p:cBhvr>
                                      <p:to>
                                        <p:strVal val="hidden"/>
                                      </p:to>
                                    </p:set>
                                  </p:childTnLst>
                                </p:cTn>
                              </p:par>
                            </p:childTnLst>
                          </p:cTn>
                        </p:par>
                        <p:par>
                          <p:cTn id="70" fill="hold">
                            <p:stCondLst>
                              <p:cond delay="2000"/>
                            </p:stCondLst>
                            <p:childTnLst>
                              <p:par>
                                <p:cTn id="71" presetID="1"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3" grpId="2" animBg="1"/>
      <p:bldP spid="24" grpId="0" animBg="1"/>
      <p:bldP spid="24" grpId="1" animBg="1"/>
      <p:bldP spid="24" grpId="2" animBg="1"/>
      <p:bldP spid="25" grpId="0" animBg="1"/>
      <p:bldP spid="25" grpId="1" animBg="1"/>
      <p:bldP spid="25" grpId="2" animBg="1"/>
      <p:bldP spid="26" grpId="0" animBg="1"/>
      <p:bldP spid="26" grpId="1" animBg="1"/>
      <p:bldP spid="26" grpId="2" animBg="1"/>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70F980-8C31-43C0-B174-18B601AAD0E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E72DF4-677B-4086-98D9-5CBD83A2AF76}"/>
              </a:ext>
            </a:extLst>
          </p:cNvPr>
          <p:cNvSpPr>
            <a:spLocks noGrp="1"/>
          </p:cNvSpPr>
          <p:nvPr>
            <p:ph type="body" sz="quarter" idx="12"/>
          </p:nvPr>
        </p:nvSpPr>
        <p:spPr/>
        <p:txBody>
          <a:bodyPr/>
          <a:lstStyle/>
          <a:p>
            <a:r>
              <a:rPr lang="en-US" dirty="0"/>
              <a:t>DFA design issues</a:t>
            </a:r>
          </a:p>
        </p:txBody>
      </p:sp>
      <p:sp>
        <p:nvSpPr>
          <p:cNvPr id="4" name="Text Placeholder 3">
            <a:extLst>
              <a:ext uri="{FF2B5EF4-FFF2-40B4-BE49-F238E27FC236}">
                <a16:creationId xmlns:a16="http://schemas.microsoft.com/office/drawing/2014/main" id="{23FD8BCB-D83A-4B30-AB5F-6C581E8C52C2}"/>
              </a:ext>
            </a:extLst>
          </p:cNvPr>
          <p:cNvSpPr>
            <a:spLocks noGrp="1"/>
          </p:cNvSpPr>
          <p:nvPr>
            <p:ph type="body" sz="quarter" idx="13"/>
          </p:nvPr>
        </p:nvSpPr>
        <p:spPr/>
        <p:txBody>
          <a:bodyPr>
            <a:normAutofit fontScale="92500" lnSpcReduction="10000"/>
          </a:bodyPr>
          <a:lstStyle/>
          <a:p>
            <a:r>
              <a:rPr lang="en-US" sz="2600" dirty="0"/>
              <a:t>The key concept here is to understand the given language.</a:t>
            </a:r>
          </a:p>
          <a:p>
            <a:pPr lvl="1"/>
            <a:r>
              <a:rPr lang="en-US" dirty="0"/>
              <a:t>Type/pattern of input strings that the language gives.</a:t>
            </a:r>
          </a:p>
          <a:p>
            <a:pPr lvl="1"/>
            <a:r>
              <a:rPr lang="en-US" dirty="0"/>
              <a:t>Match the pattern from left to right with the states &amp; transitions of the state diagram, one by one.</a:t>
            </a:r>
          </a:p>
          <a:p>
            <a:pPr lvl="1"/>
            <a:r>
              <a:rPr lang="en-US" dirty="0"/>
              <a:t>First match the necessary conditions with the transition then complete the diagram with rest of the transition maintaining the rules.</a:t>
            </a:r>
          </a:p>
          <a:p>
            <a:pPr lvl="1"/>
            <a:r>
              <a:rPr lang="en-US" dirty="0"/>
              <a:t>Maintain the rules – </a:t>
            </a:r>
          </a:p>
          <a:p>
            <a:pPr lvl="2"/>
            <a:r>
              <a:rPr lang="en-US" sz="2200" dirty="0"/>
              <a:t>From each state there must be exactly one transition for each input symbol.</a:t>
            </a:r>
          </a:p>
          <a:p>
            <a:pPr lvl="2"/>
            <a:r>
              <a:rPr lang="en-US" sz="2200" dirty="0"/>
              <a:t>Self-loop represents zero or more number of occurrences of the input symbol.</a:t>
            </a:r>
          </a:p>
          <a:p>
            <a:pPr lvl="2"/>
            <a:r>
              <a:rPr lang="en-US" sz="2200" dirty="0"/>
              <a:t>There can be one or more number of final states</a:t>
            </a:r>
            <a:r>
              <a:rPr lang="en-US" sz="2400" dirty="0"/>
              <a:t>.</a:t>
            </a:r>
          </a:p>
          <a:p>
            <a:pPr lvl="1"/>
            <a:r>
              <a:rPr lang="en-US" dirty="0"/>
              <a:t>Make some of your own input strings based on the given language. Few that should be ACCEPTED and few that should be REJECTED. Test them on your state diagram after completing or while drawing the state diagram and update accordingly.</a:t>
            </a:r>
          </a:p>
          <a:p>
            <a:r>
              <a:rPr lang="en-US" sz="2600" dirty="0"/>
              <a:t>Let us practice some DFA in the following slides.</a:t>
            </a:r>
          </a:p>
        </p:txBody>
      </p:sp>
    </p:spTree>
    <p:extLst>
      <p:ext uri="{BB962C8B-B14F-4D97-AF65-F5344CB8AC3E}">
        <p14:creationId xmlns:p14="http://schemas.microsoft.com/office/powerpoint/2010/main" val="156720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AE70E8-8E85-4BE2-AA87-1836BA26033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B0D84CB-D26A-4A2E-90BF-BE59CF89146D}"/>
              </a:ext>
            </a:extLst>
          </p:cNvPr>
          <p:cNvSpPr>
            <a:spLocks noGrp="1"/>
          </p:cNvSpPr>
          <p:nvPr>
            <p:ph type="body" sz="quarter" idx="12"/>
          </p:nvPr>
        </p:nvSpPr>
        <p:spPr/>
        <p:txBody>
          <a:bodyPr/>
          <a:lstStyle/>
          <a:p>
            <a:r>
              <a:rPr lang="en-US" dirty="0"/>
              <a:t>Designing DFA – Example 1</a:t>
            </a:r>
          </a:p>
        </p:txBody>
      </p:sp>
      <p:sp>
        <p:nvSpPr>
          <p:cNvPr id="28" name="Rectangle 3">
            <a:extLst>
              <a:ext uri="{FF2B5EF4-FFF2-40B4-BE49-F238E27FC236}">
                <a16:creationId xmlns:a16="http://schemas.microsoft.com/office/drawing/2014/main" id="{2B6035F8-36BD-4B06-8E67-48D47AC805FD}"/>
              </a:ext>
            </a:extLst>
          </p:cNvPr>
          <p:cNvSpPr txBox="1">
            <a:spLocks noChangeArrowheads="1"/>
          </p:cNvSpPr>
          <p:nvPr/>
        </p:nvSpPr>
        <p:spPr>
          <a:xfrm>
            <a:off x="3198813" y="890588"/>
            <a:ext cx="5883275" cy="5614987"/>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b="1" dirty="0">
                <a:cs typeface="Arial" panose="020B0604020202020204" pitchFamily="34" charset="0"/>
              </a:rPr>
              <a:t>Alphabet </a:t>
            </a:r>
            <a:r>
              <a:rPr lang="el-GR" altLang="en-US" b="1" dirty="0">
                <a:cs typeface="Arial" panose="020B0604020202020204" pitchFamily="34" charset="0"/>
              </a:rPr>
              <a:t>Σ</a:t>
            </a:r>
            <a:r>
              <a:rPr lang="en-US" altLang="en-US" b="1" dirty="0">
                <a:cs typeface="Arial" panose="020B0604020202020204" pitchFamily="34" charset="0"/>
              </a:rPr>
              <a:t>={0,1,2}.</a:t>
            </a:r>
            <a:endParaRPr lang="el-GR" altLang="en-US" b="1" dirty="0">
              <a:cs typeface="Arial" panose="020B0604020202020204" pitchFamily="34" charset="0"/>
            </a:endParaRPr>
          </a:p>
          <a:p>
            <a:pPr>
              <a:lnSpc>
                <a:spcPct val="80000"/>
              </a:lnSpc>
            </a:pPr>
            <a:r>
              <a:rPr lang="en-US" altLang="en-US" b="1" dirty="0"/>
              <a:t>Language </a:t>
            </a:r>
            <a:r>
              <a:rPr lang="en-US" altLang="en-US" b="1" i="1" dirty="0"/>
              <a:t>A</a:t>
            </a:r>
            <a:r>
              <a:rPr lang="en-US" altLang="en-US" b="1" baseline="-25000" dirty="0"/>
              <a:t>1</a:t>
            </a:r>
            <a:r>
              <a:rPr lang="en-US" altLang="en-US" b="1" dirty="0"/>
              <a:t> = {</a:t>
            </a:r>
            <a:r>
              <a:rPr lang="en-US" altLang="en-US" b="1" i="1" dirty="0"/>
              <a:t>w</a:t>
            </a:r>
            <a:r>
              <a:rPr lang="en-US" altLang="en-US" b="1" dirty="0"/>
              <a:t> : the sum of all the symbols in </a:t>
            </a:r>
            <a:r>
              <a:rPr lang="en-US" altLang="en-US" b="1" i="1" dirty="0"/>
              <a:t>w</a:t>
            </a:r>
            <a:r>
              <a:rPr lang="en-US" altLang="en-US" b="1" dirty="0"/>
              <a:t> is multiple of 3 }.</a:t>
            </a:r>
          </a:p>
          <a:p>
            <a:pPr lvl="1">
              <a:lnSpc>
                <a:spcPct val="80000"/>
              </a:lnSpc>
            </a:pPr>
            <a:r>
              <a:rPr lang="en-US" altLang="en-US" sz="1800" dirty="0"/>
              <a:t>Can be represented as follows – </a:t>
            </a:r>
          </a:p>
          <a:p>
            <a:pPr lvl="2">
              <a:lnSpc>
                <a:spcPct val="80000"/>
              </a:lnSpc>
            </a:pPr>
            <a:r>
              <a:rPr lang="en-US" altLang="en-US" i="1" dirty="0"/>
              <a:t>S</a:t>
            </a:r>
            <a:r>
              <a:rPr lang="en-US" altLang="en-US" dirty="0"/>
              <a:t>= the sum of all the symbols in </a:t>
            </a:r>
            <a:r>
              <a:rPr lang="en-US" altLang="en-US" i="1" dirty="0"/>
              <a:t>w</a:t>
            </a:r>
            <a:r>
              <a:rPr lang="en-US" altLang="en-US" dirty="0"/>
              <a:t>.</a:t>
            </a:r>
          </a:p>
          <a:p>
            <a:pPr lvl="2">
              <a:lnSpc>
                <a:spcPct val="80000"/>
              </a:lnSpc>
            </a:pPr>
            <a:r>
              <a:rPr lang="en-US" altLang="en-US" dirty="0"/>
              <a:t>If </a:t>
            </a:r>
            <a:r>
              <a:rPr lang="en-US" altLang="en-US" i="1" dirty="0"/>
              <a:t>S</a:t>
            </a:r>
            <a:r>
              <a:rPr lang="en-US" altLang="en-US" dirty="0"/>
              <a:t> modulo 3 = 0 then the sum is multiple of 3.</a:t>
            </a:r>
          </a:p>
          <a:p>
            <a:pPr lvl="2">
              <a:lnSpc>
                <a:spcPct val="80000"/>
              </a:lnSpc>
            </a:pPr>
            <a:r>
              <a:rPr lang="en-US" altLang="en-US" dirty="0"/>
              <a:t>So the sum of all the symbols in </a:t>
            </a:r>
            <a:r>
              <a:rPr lang="en-US" altLang="en-US" i="1" dirty="0"/>
              <a:t>w</a:t>
            </a:r>
            <a:r>
              <a:rPr lang="en-US" altLang="en-US" dirty="0"/>
              <a:t> is 0 modulo 3.</a:t>
            </a:r>
          </a:p>
          <a:p>
            <a:pPr lvl="2">
              <a:lnSpc>
                <a:spcPct val="80000"/>
              </a:lnSpc>
            </a:pPr>
            <a:r>
              <a:rPr lang="en-US" altLang="en-US" dirty="0"/>
              <a:t>We can model </a:t>
            </a:r>
            <a:r>
              <a:rPr lang="en-US" altLang="en-US" i="1" dirty="0"/>
              <a:t>a</a:t>
            </a:r>
            <a:r>
              <a:rPr lang="en-US" altLang="en-US" baseline="-25000" dirty="0"/>
              <a:t>i</a:t>
            </a:r>
            <a:r>
              <a:rPr lang="en-US" altLang="en-US" dirty="0"/>
              <a:t> as state representing </a:t>
            </a:r>
            <a:br>
              <a:rPr lang="en-US" altLang="en-US" dirty="0"/>
            </a:br>
            <a:r>
              <a:rPr lang="en-US" altLang="en-US" i="1" dirty="0"/>
              <a:t>S</a:t>
            </a:r>
            <a:r>
              <a:rPr lang="en-US" altLang="en-US" dirty="0"/>
              <a:t> modulo 3 = </a:t>
            </a:r>
            <a:r>
              <a:rPr lang="en-US" altLang="en-US" i="1" dirty="0" err="1"/>
              <a:t>i</a:t>
            </a:r>
            <a:r>
              <a:rPr lang="en-US" altLang="en-US" dirty="0"/>
              <a:t>.</a:t>
            </a:r>
          </a:p>
          <a:p>
            <a:pPr>
              <a:lnSpc>
                <a:spcPct val="80000"/>
              </a:lnSpc>
            </a:pPr>
            <a:r>
              <a:rPr lang="en-US" altLang="en-US" dirty="0"/>
              <a:t>The finite state machine </a:t>
            </a:r>
            <a:r>
              <a:rPr lang="en-US" altLang="en-US" i="1" dirty="0"/>
              <a:t>M</a:t>
            </a:r>
            <a:r>
              <a:rPr lang="en-US" altLang="en-US" baseline="-25000" dirty="0"/>
              <a:t>1</a:t>
            </a:r>
            <a:r>
              <a:rPr lang="en-US" altLang="en-US" dirty="0"/>
              <a:t>= (</a:t>
            </a:r>
            <a:r>
              <a:rPr lang="en-US" altLang="en-US" i="1" dirty="0"/>
              <a:t>Q</a:t>
            </a:r>
            <a:r>
              <a:rPr lang="en-US" altLang="en-US" i="1"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1</a:t>
            </a:r>
            <a:r>
              <a:rPr lang="en-US" altLang="en-US" dirty="0"/>
              <a:t>), where – </a:t>
            </a:r>
          </a:p>
          <a:p>
            <a:pPr lvl="1">
              <a:lnSpc>
                <a:spcPct val="80000"/>
              </a:lnSpc>
            </a:pPr>
            <a:r>
              <a:rPr lang="en-US" altLang="en-US" sz="1800" i="1" dirty="0"/>
              <a:t>Q</a:t>
            </a:r>
            <a:r>
              <a:rPr lang="en-US" altLang="en-US" sz="1800" i="1" baseline="-25000" dirty="0"/>
              <a:t>1</a:t>
            </a:r>
            <a:r>
              <a:rPr lang="en-US" altLang="en-US" sz="1800" i="1" dirty="0"/>
              <a:t> </a:t>
            </a:r>
            <a:r>
              <a:rPr lang="en-US" altLang="en-US" sz="1800" dirty="0"/>
              <a:t>= {</a:t>
            </a:r>
            <a:r>
              <a:rPr lang="en-US" altLang="en-US" sz="1800" i="1" dirty="0"/>
              <a:t>a</a:t>
            </a:r>
            <a:r>
              <a:rPr lang="en-US" altLang="en-US" sz="1800" baseline="-25000" dirty="0"/>
              <a:t>0</a:t>
            </a:r>
            <a:r>
              <a:rPr lang="en-US" altLang="en-US" sz="1800" dirty="0"/>
              <a:t>,</a:t>
            </a:r>
            <a:r>
              <a:rPr lang="en-US" altLang="en-US" sz="1800" i="1" dirty="0"/>
              <a:t>a</a:t>
            </a:r>
            <a:r>
              <a:rPr lang="en-US" altLang="en-US" sz="1800" baseline="-25000" dirty="0"/>
              <a:t>1</a:t>
            </a:r>
            <a:r>
              <a:rPr lang="en-US" altLang="en-US" sz="1800" dirty="0"/>
              <a:t>,</a:t>
            </a:r>
            <a:r>
              <a:rPr lang="en-US" altLang="en-US" sz="1800" i="1" dirty="0"/>
              <a:t>a</a:t>
            </a:r>
            <a:r>
              <a:rPr lang="en-US" altLang="en-US" sz="1800" baseline="-25000" dirty="0"/>
              <a:t>2</a:t>
            </a:r>
            <a:r>
              <a:rPr lang="en-US" altLang="en-US" sz="1800" dirty="0"/>
              <a:t>},</a:t>
            </a:r>
          </a:p>
          <a:p>
            <a:pPr lvl="1">
              <a:lnSpc>
                <a:spcPct val="80000"/>
              </a:lnSpc>
            </a:pPr>
            <a:r>
              <a:rPr lang="en-US" altLang="en-US" sz="1800" i="1" dirty="0"/>
              <a:t>q</a:t>
            </a:r>
            <a:r>
              <a:rPr lang="en-US" altLang="en-US" sz="1800" baseline="-25000" dirty="0"/>
              <a:t>1</a:t>
            </a:r>
            <a:r>
              <a:rPr lang="en-US" altLang="en-US" sz="1800" dirty="0"/>
              <a:t> = </a:t>
            </a:r>
            <a:r>
              <a:rPr lang="en-US" altLang="en-US" sz="1800" i="1" dirty="0"/>
              <a:t>a</a:t>
            </a:r>
            <a:r>
              <a:rPr lang="en-US" altLang="en-US" sz="1800" baseline="-25000" dirty="0"/>
              <a:t>0</a:t>
            </a:r>
            <a:r>
              <a:rPr lang="en-US" altLang="en-US" sz="1800" dirty="0"/>
              <a:t>,</a:t>
            </a:r>
          </a:p>
          <a:p>
            <a:pPr lvl="1">
              <a:lnSpc>
                <a:spcPct val="80000"/>
              </a:lnSpc>
            </a:pPr>
            <a:r>
              <a:rPr lang="en-US" altLang="en-US" sz="1800" i="1" dirty="0"/>
              <a:t>F</a:t>
            </a:r>
            <a:r>
              <a:rPr lang="en-US" altLang="en-US" sz="1800" i="1" baseline="-25000" dirty="0"/>
              <a:t>1</a:t>
            </a:r>
            <a:r>
              <a:rPr lang="en-US" altLang="en-US" sz="1800" dirty="0"/>
              <a:t> = {</a:t>
            </a:r>
            <a:r>
              <a:rPr lang="en-US" altLang="en-US" sz="1800" i="1" dirty="0"/>
              <a:t>a</a:t>
            </a:r>
            <a:r>
              <a:rPr lang="en-US" altLang="en-US" sz="1800" baseline="-25000" dirty="0"/>
              <a:t>0</a:t>
            </a:r>
            <a:r>
              <a:rPr lang="en-US" altLang="en-US" sz="1800" dirty="0"/>
              <a:t>},</a:t>
            </a:r>
          </a:p>
          <a:p>
            <a:pPr lvl="1">
              <a:lnSpc>
                <a:spcPct val="80000"/>
              </a:lnSpc>
            </a:pP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1</a:t>
            </a:r>
            <a:endParaRPr lang="en-US" altLang="en-US" sz="1800" dirty="0"/>
          </a:p>
          <a:p>
            <a:pPr marL="258961" lvl="1" indent="0">
              <a:lnSpc>
                <a:spcPct val="80000"/>
              </a:lnSpc>
              <a:buFont typeface="Wingdings" pitchFamily="2" charset="2"/>
              <a:buNone/>
            </a:pPr>
            <a:r>
              <a:rPr lang="en-US" altLang="en-US" sz="1900" i="1" u="sng" dirty="0">
                <a:cs typeface="Arial" panose="020B0604020202020204" pitchFamily="34" charset="0"/>
                <a:sym typeface="Symbol" panose="05050102010706020507" pitchFamily="18" charset="2"/>
              </a:rPr>
              <a:t>    </a:t>
            </a:r>
            <a:r>
              <a:rPr lang="en-US" altLang="en-US" sz="23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a:t>
            </a:r>
            <a:r>
              <a:rPr lang="en-US" altLang="en-US" sz="1900" i="1" u="sng" dirty="0">
                <a:cs typeface="Arial" panose="020B0604020202020204" pitchFamily="34" charset="0"/>
                <a:sym typeface="Symbol" panose="05050102010706020507" pitchFamily="18" charset="2"/>
              </a:rPr>
              <a:t>    </a:t>
            </a:r>
            <a:r>
              <a:rPr lang="en-US" altLang="en-US" sz="1900" u="sng" dirty="0">
                <a:cs typeface="Arial" panose="020B0604020202020204" pitchFamily="34" charset="0"/>
                <a:sym typeface="Symbol" panose="05050102010706020507" pitchFamily="18" charset="2"/>
              </a:rPr>
              <a:t>0	1	2  </a:t>
            </a:r>
            <a:r>
              <a:rPr lang="en-US" altLang="en-US" sz="1900" u="sng" dirty="0">
                <a:solidFill>
                  <a:schemeClr val="bg1"/>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0       </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1	</a:t>
            </a:r>
            <a:r>
              <a:rPr lang="en-US" altLang="en-US" sz="1900" i="1" dirty="0"/>
              <a:t>a</a:t>
            </a:r>
            <a:r>
              <a:rPr lang="en-US" altLang="en-US" sz="1900" baseline="-25000" dirty="0"/>
              <a:t>2</a:t>
            </a:r>
          </a:p>
          <a:p>
            <a:pPr marL="258961"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1       </a:t>
            </a:r>
            <a:r>
              <a:rPr lang="en-US" altLang="en-US" sz="1900" dirty="0">
                <a:cs typeface="Arial" panose="020B0604020202020204" pitchFamily="34" charset="0"/>
                <a:sym typeface="Symbol" panose="05050102010706020507" pitchFamily="18" charset="2"/>
              </a:rPr>
              <a:t>|</a:t>
            </a:r>
            <a:r>
              <a:rPr lang="en-US" altLang="en-US" sz="1900" baseline="-25000" dirty="0">
                <a:cs typeface="Arial" panose="020B0604020202020204" pitchFamily="34" charset="0"/>
                <a:sym typeface="Symbol" panose="05050102010706020507" pitchFamily="18" charset="2"/>
              </a:rPr>
              <a:t>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2	</a:t>
            </a:r>
            <a:r>
              <a:rPr lang="en-US" altLang="en-US" sz="1900" i="1" dirty="0"/>
              <a:t>a</a:t>
            </a:r>
            <a:r>
              <a:rPr lang="en-US" altLang="en-US" sz="1900" baseline="-25000" dirty="0"/>
              <a:t>0</a:t>
            </a:r>
          </a:p>
          <a:p>
            <a:pPr marL="258961"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a</a:t>
            </a:r>
            <a:r>
              <a:rPr lang="en-US" altLang="en-US" sz="1900" baseline="-25000" dirty="0">
                <a:cs typeface="Arial" panose="020B0604020202020204" pitchFamily="34" charset="0"/>
                <a:sym typeface="Symbol" panose="05050102010706020507" pitchFamily="18" charset="2"/>
              </a:rPr>
              <a:t>2       </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2</a:t>
            </a:r>
            <a:r>
              <a:rPr lang="en-US" altLang="en-US" sz="1900" dirty="0">
                <a:cs typeface="Arial" panose="020B0604020202020204" pitchFamily="34" charset="0"/>
                <a:sym typeface="Symbol" panose="05050102010706020507" pitchFamily="18" charset="2"/>
              </a:rPr>
              <a:t>	</a:t>
            </a:r>
            <a:r>
              <a:rPr lang="en-US" altLang="en-US" sz="1900" i="1" dirty="0"/>
              <a:t>a</a:t>
            </a:r>
            <a:r>
              <a:rPr lang="en-US" altLang="en-US" sz="1900" baseline="-25000" dirty="0"/>
              <a:t>0	</a:t>
            </a:r>
            <a:r>
              <a:rPr lang="en-US" altLang="en-US" sz="1900" i="1" dirty="0"/>
              <a:t>a</a:t>
            </a:r>
            <a:r>
              <a:rPr lang="en-US" altLang="en-US" sz="1900" baseline="-25000" dirty="0"/>
              <a:t>1</a:t>
            </a:r>
          </a:p>
        </p:txBody>
      </p:sp>
      <p:sp>
        <p:nvSpPr>
          <p:cNvPr id="29" name="Rectangle 4">
            <a:extLst>
              <a:ext uri="{FF2B5EF4-FFF2-40B4-BE49-F238E27FC236}">
                <a16:creationId xmlns:a16="http://schemas.microsoft.com/office/drawing/2014/main" id="{0392F855-7463-404B-A42F-BE0DE9B9DE3F}"/>
              </a:ext>
            </a:extLst>
          </p:cNvPr>
          <p:cNvSpPr>
            <a:spLocks noChangeArrowheads="1"/>
          </p:cNvSpPr>
          <p:nvPr/>
        </p:nvSpPr>
        <p:spPr bwMode="auto">
          <a:xfrm>
            <a:off x="-12700" y="4406900"/>
            <a:ext cx="3381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1313" indent="-341313">
              <a:spcBef>
                <a:spcPct val="50000"/>
              </a:spcBef>
              <a:buBlip>
                <a:blip r:embed="rId2"/>
              </a:buBlip>
              <a:defRPr sz="3200">
                <a:solidFill>
                  <a:schemeClr val="tx1"/>
                </a:solidFill>
                <a:latin typeface="Arial" panose="020B0604020202020204" pitchFamily="34" charset="0"/>
              </a:defRPr>
            </a:lvl1pPr>
            <a:lvl2pPr marL="804863" indent="-3492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255713" indent="-33655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714500" indent="-341313">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lnSpc>
                <a:spcPct val="80000"/>
              </a:lnSpc>
            </a:pPr>
            <a:r>
              <a:rPr lang="en-US" altLang="en-US" sz="1800" dirty="0"/>
              <a:t>Input example: 01120101</a:t>
            </a:r>
          </a:p>
          <a:p>
            <a:pPr eaLnBrk="1" hangingPunct="1">
              <a:lnSpc>
                <a:spcPct val="80000"/>
              </a:lnSpc>
            </a:pPr>
            <a:r>
              <a:rPr lang="en-US" altLang="en-US" sz="1800" dirty="0"/>
              <a:t>Present State:</a:t>
            </a:r>
          </a:p>
          <a:p>
            <a:pPr eaLnBrk="1" hangingPunct="1">
              <a:lnSpc>
                <a:spcPct val="80000"/>
              </a:lnSpc>
            </a:pPr>
            <a:endParaRPr lang="en-US" altLang="en-US" sz="1800" dirty="0"/>
          </a:p>
          <a:p>
            <a:pPr eaLnBrk="1" hangingPunct="1">
              <a:spcBef>
                <a:spcPts val="1200"/>
              </a:spcBef>
            </a:pPr>
            <a:r>
              <a:rPr lang="en-US" altLang="en-US" sz="1800" dirty="0"/>
              <a:t>Input symbol: </a:t>
            </a:r>
          </a:p>
          <a:p>
            <a:pPr algn="ctr" eaLnBrk="1" hangingPunct="1">
              <a:spcBef>
                <a:spcPts val="0"/>
              </a:spcBef>
              <a:buFontTx/>
              <a:buNone/>
            </a:pPr>
            <a:r>
              <a:rPr lang="en-US" altLang="en-US" sz="2400" b="1" dirty="0"/>
              <a:t>Accepted</a:t>
            </a:r>
          </a:p>
        </p:txBody>
      </p:sp>
      <p:sp>
        <p:nvSpPr>
          <p:cNvPr id="30" name="Text Box 5">
            <a:extLst>
              <a:ext uri="{FF2B5EF4-FFF2-40B4-BE49-F238E27FC236}">
                <a16:creationId xmlns:a16="http://schemas.microsoft.com/office/drawing/2014/main" id="{4C0CE1F5-309A-4D79-B2AD-08F1477F8A74}"/>
              </a:ext>
            </a:extLst>
          </p:cNvPr>
          <p:cNvSpPr txBox="1">
            <a:spLocks noChangeArrowheads="1"/>
          </p:cNvSpPr>
          <p:nvPr/>
        </p:nvSpPr>
        <p:spPr bwMode="auto">
          <a:xfrm>
            <a:off x="777875" y="5076825"/>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0</a:t>
            </a:r>
          </a:p>
        </p:txBody>
      </p:sp>
      <p:sp>
        <p:nvSpPr>
          <p:cNvPr id="31" name="Text Box 6">
            <a:extLst>
              <a:ext uri="{FF2B5EF4-FFF2-40B4-BE49-F238E27FC236}">
                <a16:creationId xmlns:a16="http://schemas.microsoft.com/office/drawing/2014/main" id="{9135A307-0BB1-4353-81B2-FBCE3FCCBCB0}"/>
              </a:ext>
            </a:extLst>
          </p:cNvPr>
          <p:cNvSpPr txBox="1">
            <a:spLocks noChangeArrowheads="1"/>
          </p:cNvSpPr>
          <p:nvPr/>
        </p:nvSpPr>
        <p:spPr bwMode="auto">
          <a:xfrm>
            <a:off x="784225" y="5068888"/>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1</a:t>
            </a:r>
          </a:p>
        </p:txBody>
      </p:sp>
      <p:sp>
        <p:nvSpPr>
          <p:cNvPr id="32" name="Text Box 7">
            <a:extLst>
              <a:ext uri="{FF2B5EF4-FFF2-40B4-BE49-F238E27FC236}">
                <a16:creationId xmlns:a16="http://schemas.microsoft.com/office/drawing/2014/main" id="{FF5D0BB0-1875-4C2B-8AF5-AE4E5D643C37}"/>
              </a:ext>
            </a:extLst>
          </p:cNvPr>
          <p:cNvSpPr txBox="1">
            <a:spLocks noChangeArrowheads="1"/>
          </p:cNvSpPr>
          <p:nvPr/>
        </p:nvSpPr>
        <p:spPr bwMode="auto">
          <a:xfrm>
            <a:off x="763588" y="5067300"/>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a:latin typeface="Bookman Old Style" panose="02050604050505020204" pitchFamily="18" charset="0"/>
              </a:rPr>
              <a:t>a</a:t>
            </a:r>
            <a:r>
              <a:rPr lang="en-US" altLang="en-US" sz="2400" baseline="-25000">
                <a:latin typeface="Bookman Old Style" panose="02050604050505020204" pitchFamily="18" charset="0"/>
              </a:rPr>
              <a:t>2</a:t>
            </a:r>
          </a:p>
        </p:txBody>
      </p:sp>
      <p:sp>
        <p:nvSpPr>
          <p:cNvPr id="33" name="Text Box 8">
            <a:extLst>
              <a:ext uri="{FF2B5EF4-FFF2-40B4-BE49-F238E27FC236}">
                <a16:creationId xmlns:a16="http://schemas.microsoft.com/office/drawing/2014/main" id="{1DA2DAF5-53BA-4C56-AB63-A420F75865F9}"/>
              </a:ext>
            </a:extLst>
          </p:cNvPr>
          <p:cNvSpPr txBox="1">
            <a:spLocks noChangeArrowheads="1"/>
          </p:cNvSpPr>
          <p:nvPr/>
        </p:nvSpPr>
        <p:spPr bwMode="auto">
          <a:xfrm>
            <a:off x="396875" y="618966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1120101</a:t>
            </a:r>
          </a:p>
        </p:txBody>
      </p:sp>
      <p:sp>
        <p:nvSpPr>
          <p:cNvPr id="34" name="Text Box 9">
            <a:extLst>
              <a:ext uri="{FF2B5EF4-FFF2-40B4-BE49-F238E27FC236}">
                <a16:creationId xmlns:a16="http://schemas.microsoft.com/office/drawing/2014/main" id="{B9207D5E-0F74-465C-9E40-1794A1A5CE68}"/>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120101</a:t>
            </a:r>
          </a:p>
        </p:txBody>
      </p:sp>
      <p:sp>
        <p:nvSpPr>
          <p:cNvPr id="35" name="Text Box 10">
            <a:extLst>
              <a:ext uri="{FF2B5EF4-FFF2-40B4-BE49-F238E27FC236}">
                <a16:creationId xmlns:a16="http://schemas.microsoft.com/office/drawing/2014/main" id="{836CEFFC-AB01-455A-8AE0-B9B4AAAC9FBD}"/>
              </a:ext>
            </a:extLst>
          </p:cNvPr>
          <p:cNvSpPr txBox="1">
            <a:spLocks noChangeArrowheads="1"/>
          </p:cNvSpPr>
          <p:nvPr/>
        </p:nvSpPr>
        <p:spPr bwMode="auto">
          <a:xfrm>
            <a:off x="393700" y="618331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20101</a:t>
            </a:r>
          </a:p>
        </p:txBody>
      </p:sp>
      <p:sp>
        <p:nvSpPr>
          <p:cNvPr id="36" name="Text Box 11">
            <a:extLst>
              <a:ext uri="{FF2B5EF4-FFF2-40B4-BE49-F238E27FC236}">
                <a16:creationId xmlns:a16="http://schemas.microsoft.com/office/drawing/2014/main" id="{7AB934A0-4B62-4743-A788-2371A5C27B24}"/>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a:t>
            </a:r>
            <a:r>
              <a:rPr lang="en-US" altLang="en-US" sz="1600">
                <a:solidFill>
                  <a:schemeClr val="bg1"/>
                </a:solidFill>
                <a:latin typeface="Bookman Old Style" panose="02050604050505020204" pitchFamily="18" charset="0"/>
              </a:rPr>
              <a:t>2</a:t>
            </a:r>
            <a:r>
              <a:rPr lang="en-US" altLang="en-US" sz="1600">
                <a:latin typeface="Bookman Old Style" panose="02050604050505020204" pitchFamily="18" charset="0"/>
              </a:rPr>
              <a:t>0101</a:t>
            </a:r>
          </a:p>
        </p:txBody>
      </p:sp>
      <p:sp>
        <p:nvSpPr>
          <p:cNvPr id="37" name="Text Box 12">
            <a:extLst>
              <a:ext uri="{FF2B5EF4-FFF2-40B4-BE49-F238E27FC236}">
                <a16:creationId xmlns:a16="http://schemas.microsoft.com/office/drawing/2014/main" id="{A5E8872D-0DC9-4774-9CCB-4DEB97F159C0}"/>
              </a:ext>
            </a:extLst>
          </p:cNvPr>
          <p:cNvSpPr txBox="1">
            <a:spLocks noChangeArrowheads="1"/>
          </p:cNvSpPr>
          <p:nvPr/>
        </p:nvSpPr>
        <p:spPr bwMode="auto">
          <a:xfrm>
            <a:off x="396875" y="617537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101</a:t>
            </a:r>
          </a:p>
        </p:txBody>
      </p:sp>
      <p:sp>
        <p:nvSpPr>
          <p:cNvPr id="38" name="Text Box 13">
            <a:extLst>
              <a:ext uri="{FF2B5EF4-FFF2-40B4-BE49-F238E27FC236}">
                <a16:creationId xmlns:a16="http://schemas.microsoft.com/office/drawing/2014/main" id="{38D7FCB9-F85B-4C23-ADEC-FE0FDB7681E6}"/>
              </a:ext>
            </a:extLst>
          </p:cNvPr>
          <p:cNvSpPr txBox="1">
            <a:spLocks noChangeArrowheads="1"/>
          </p:cNvSpPr>
          <p:nvPr/>
        </p:nvSpPr>
        <p:spPr bwMode="auto">
          <a:xfrm>
            <a:off x="403225" y="6169025"/>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01</a:t>
            </a:r>
          </a:p>
        </p:txBody>
      </p:sp>
      <p:sp>
        <p:nvSpPr>
          <p:cNvPr id="39" name="Text Box 14">
            <a:extLst>
              <a:ext uri="{FF2B5EF4-FFF2-40B4-BE49-F238E27FC236}">
                <a16:creationId xmlns:a16="http://schemas.microsoft.com/office/drawing/2014/main" id="{28AF70DB-DAAF-4DFF-98C1-EE46A35A9F8E}"/>
              </a:ext>
            </a:extLst>
          </p:cNvPr>
          <p:cNvSpPr txBox="1">
            <a:spLocks noChangeArrowheads="1"/>
          </p:cNvSpPr>
          <p:nvPr/>
        </p:nvSpPr>
        <p:spPr bwMode="auto">
          <a:xfrm>
            <a:off x="384175" y="6176963"/>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a:t>
            </a:r>
          </a:p>
        </p:txBody>
      </p:sp>
      <p:sp>
        <p:nvSpPr>
          <p:cNvPr id="40" name="Text Box 15">
            <a:extLst>
              <a:ext uri="{FF2B5EF4-FFF2-40B4-BE49-F238E27FC236}">
                <a16:creationId xmlns:a16="http://schemas.microsoft.com/office/drawing/2014/main" id="{635B49C1-8BD4-431C-848C-36833ADB04F8}"/>
              </a:ext>
            </a:extLst>
          </p:cNvPr>
          <p:cNvSpPr txBox="1">
            <a:spLocks noChangeArrowheads="1"/>
          </p:cNvSpPr>
          <p:nvPr/>
        </p:nvSpPr>
        <p:spPr bwMode="auto">
          <a:xfrm>
            <a:off x="390525" y="6172200"/>
            <a:ext cx="1497013"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0112010</a:t>
            </a:r>
            <a:r>
              <a:rPr lang="en-US" altLang="en-US" sz="1600">
                <a:solidFill>
                  <a:schemeClr val="bg1"/>
                </a:solidFill>
                <a:latin typeface="Bookman Old Style" panose="02050604050505020204" pitchFamily="18" charset="0"/>
              </a:rPr>
              <a:t>1</a:t>
            </a:r>
          </a:p>
        </p:txBody>
      </p:sp>
      <p:sp>
        <p:nvSpPr>
          <p:cNvPr id="41" name="Line 16">
            <a:extLst>
              <a:ext uri="{FF2B5EF4-FFF2-40B4-BE49-F238E27FC236}">
                <a16:creationId xmlns:a16="http://schemas.microsoft.com/office/drawing/2014/main" id="{CAD5B817-AC98-45AE-BF0D-ECB9888A6EDF}"/>
              </a:ext>
            </a:extLst>
          </p:cNvPr>
          <p:cNvSpPr>
            <a:spLocks noChangeShapeType="1"/>
          </p:cNvSpPr>
          <p:nvPr/>
        </p:nvSpPr>
        <p:spPr bwMode="auto">
          <a:xfrm flipV="1">
            <a:off x="927100" y="3817938"/>
            <a:ext cx="0" cy="542925"/>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Oval 17">
            <a:extLst>
              <a:ext uri="{FF2B5EF4-FFF2-40B4-BE49-F238E27FC236}">
                <a16:creationId xmlns:a16="http://schemas.microsoft.com/office/drawing/2014/main" id="{AF7D929D-4F08-4969-8B84-3B7B440F0B99}"/>
              </a:ext>
            </a:extLst>
          </p:cNvPr>
          <p:cNvSpPr>
            <a:spLocks noChangeArrowheads="1"/>
          </p:cNvSpPr>
          <p:nvPr/>
        </p:nvSpPr>
        <p:spPr bwMode="auto">
          <a:xfrm>
            <a:off x="1381125" y="1274763"/>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1</a:t>
            </a:r>
          </a:p>
        </p:txBody>
      </p:sp>
      <p:sp>
        <p:nvSpPr>
          <p:cNvPr id="43" name="Oval 18">
            <a:extLst>
              <a:ext uri="{FF2B5EF4-FFF2-40B4-BE49-F238E27FC236}">
                <a16:creationId xmlns:a16="http://schemas.microsoft.com/office/drawing/2014/main" id="{E508AE48-86C0-40CC-8F5F-1C412349D569}"/>
              </a:ext>
            </a:extLst>
          </p:cNvPr>
          <p:cNvSpPr>
            <a:spLocks noChangeArrowheads="1"/>
          </p:cNvSpPr>
          <p:nvPr/>
        </p:nvSpPr>
        <p:spPr bwMode="auto">
          <a:xfrm>
            <a:off x="514350" y="2951163"/>
            <a:ext cx="847725" cy="847725"/>
          </a:xfrm>
          <a:prstGeom prst="ellipse">
            <a:avLst/>
          </a:prstGeom>
          <a:noFill/>
          <a:ln w="889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0</a:t>
            </a:r>
          </a:p>
        </p:txBody>
      </p:sp>
      <p:sp>
        <p:nvSpPr>
          <p:cNvPr id="44" name="Oval 19">
            <a:extLst>
              <a:ext uri="{FF2B5EF4-FFF2-40B4-BE49-F238E27FC236}">
                <a16:creationId xmlns:a16="http://schemas.microsoft.com/office/drawing/2014/main" id="{2106F2BE-8630-4951-8F32-F61477D4D4AC}"/>
              </a:ext>
            </a:extLst>
          </p:cNvPr>
          <p:cNvSpPr>
            <a:spLocks noChangeArrowheads="1"/>
          </p:cNvSpPr>
          <p:nvPr/>
        </p:nvSpPr>
        <p:spPr bwMode="auto">
          <a:xfrm>
            <a:off x="2174875" y="2916238"/>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a:latin typeface="Bookman Old Style" panose="02050604050505020204" pitchFamily="18" charset="0"/>
              </a:rPr>
              <a:t>a</a:t>
            </a:r>
            <a:r>
              <a:rPr lang="en-US" altLang="en-US" baseline="-25000">
                <a:latin typeface="Bookman Old Style" panose="02050604050505020204" pitchFamily="18" charset="0"/>
              </a:rPr>
              <a:t>2</a:t>
            </a:r>
          </a:p>
        </p:txBody>
      </p:sp>
      <p:cxnSp>
        <p:nvCxnSpPr>
          <p:cNvPr id="45" name="AutoShape 20">
            <a:extLst>
              <a:ext uri="{FF2B5EF4-FFF2-40B4-BE49-F238E27FC236}">
                <a16:creationId xmlns:a16="http://schemas.microsoft.com/office/drawing/2014/main" id="{C413BD53-D15F-4AE7-9631-FEE1B8D11A0C}"/>
              </a:ext>
            </a:extLst>
          </p:cNvPr>
          <p:cNvCxnSpPr>
            <a:cxnSpLocks noChangeShapeType="1"/>
            <a:stCxn id="43" idx="1"/>
            <a:endCxn id="42" idx="2"/>
          </p:cNvCxnSpPr>
          <p:nvPr/>
        </p:nvCxnSpPr>
        <p:spPr bwMode="auto">
          <a:xfrm rot="-5400000">
            <a:off x="336550" y="2000250"/>
            <a:ext cx="1331913" cy="728663"/>
          </a:xfrm>
          <a:prstGeom prst="curvedConnector2">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21">
            <a:extLst>
              <a:ext uri="{FF2B5EF4-FFF2-40B4-BE49-F238E27FC236}">
                <a16:creationId xmlns:a16="http://schemas.microsoft.com/office/drawing/2014/main" id="{FF3313FA-E023-481C-8A56-BF85001687A6}"/>
              </a:ext>
            </a:extLst>
          </p:cNvPr>
          <p:cNvCxnSpPr>
            <a:cxnSpLocks noChangeShapeType="1"/>
            <a:stCxn id="42" idx="3"/>
            <a:endCxn id="43" idx="0"/>
          </p:cNvCxnSpPr>
          <p:nvPr/>
        </p:nvCxnSpPr>
        <p:spPr bwMode="auto">
          <a:xfrm flipH="1">
            <a:off x="938213" y="2012950"/>
            <a:ext cx="566737" cy="893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22">
            <a:extLst>
              <a:ext uri="{FF2B5EF4-FFF2-40B4-BE49-F238E27FC236}">
                <a16:creationId xmlns:a16="http://schemas.microsoft.com/office/drawing/2014/main" id="{A4D655F8-18C2-4036-9B04-EA36AB0208C5}"/>
              </a:ext>
            </a:extLst>
          </p:cNvPr>
          <p:cNvCxnSpPr>
            <a:cxnSpLocks noChangeShapeType="1"/>
            <a:stCxn id="43" idx="7"/>
          </p:cNvCxnSpPr>
          <p:nvPr/>
        </p:nvCxnSpPr>
        <p:spPr bwMode="auto">
          <a:xfrm flipV="1">
            <a:off x="1238250" y="3025775"/>
            <a:ext cx="1060450" cy="4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23">
            <a:extLst>
              <a:ext uri="{FF2B5EF4-FFF2-40B4-BE49-F238E27FC236}">
                <a16:creationId xmlns:a16="http://schemas.microsoft.com/office/drawing/2014/main" id="{D52D6C7C-86FF-48AD-B213-EECAE8B8F80B}"/>
              </a:ext>
            </a:extLst>
          </p:cNvPr>
          <p:cNvCxnSpPr>
            <a:cxnSpLocks noChangeShapeType="1"/>
            <a:endCxn id="42" idx="5"/>
          </p:cNvCxnSpPr>
          <p:nvPr/>
        </p:nvCxnSpPr>
        <p:spPr bwMode="auto">
          <a:xfrm flipH="1" flipV="1">
            <a:off x="2105025" y="2012950"/>
            <a:ext cx="493713" cy="889000"/>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24">
            <a:extLst>
              <a:ext uri="{FF2B5EF4-FFF2-40B4-BE49-F238E27FC236}">
                <a16:creationId xmlns:a16="http://schemas.microsoft.com/office/drawing/2014/main" id="{1AE0AE2B-DBB6-4EFE-910B-35011564665B}"/>
              </a:ext>
            </a:extLst>
          </p:cNvPr>
          <p:cNvCxnSpPr>
            <a:cxnSpLocks noChangeShapeType="1"/>
            <a:stCxn id="42" idx="6"/>
          </p:cNvCxnSpPr>
          <p:nvPr/>
        </p:nvCxnSpPr>
        <p:spPr bwMode="auto">
          <a:xfrm>
            <a:off x="2243138" y="1698625"/>
            <a:ext cx="655637" cy="1327150"/>
          </a:xfrm>
          <a:prstGeom prst="curvedConnector2">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25">
            <a:extLst>
              <a:ext uri="{FF2B5EF4-FFF2-40B4-BE49-F238E27FC236}">
                <a16:creationId xmlns:a16="http://schemas.microsoft.com/office/drawing/2014/main" id="{74E36245-23E2-468C-9709-73643D585E46}"/>
              </a:ext>
            </a:extLst>
          </p:cNvPr>
          <p:cNvCxnSpPr>
            <a:cxnSpLocks noChangeShapeType="1"/>
            <a:endCxn id="43" idx="5"/>
          </p:cNvCxnSpPr>
          <p:nvPr/>
        </p:nvCxnSpPr>
        <p:spPr bwMode="auto">
          <a:xfrm rot="5400000">
            <a:off x="1735931" y="3156744"/>
            <a:ext cx="65088" cy="1060450"/>
          </a:xfrm>
          <a:prstGeom prst="curvedConnector3">
            <a:avLst>
              <a:gd name="adj1" fmla="val 57317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26">
            <a:extLst>
              <a:ext uri="{FF2B5EF4-FFF2-40B4-BE49-F238E27FC236}">
                <a16:creationId xmlns:a16="http://schemas.microsoft.com/office/drawing/2014/main" id="{0AD38390-E19E-4E1C-9076-7BBCBB0CCF7A}"/>
              </a:ext>
            </a:extLst>
          </p:cNvPr>
          <p:cNvCxnSpPr>
            <a:cxnSpLocks noChangeShapeType="1"/>
            <a:stCxn id="43" idx="2"/>
            <a:endCxn id="43" idx="3"/>
          </p:cNvCxnSpPr>
          <p:nvPr/>
        </p:nvCxnSpPr>
        <p:spPr bwMode="auto">
          <a:xfrm rot="10800000" flipH="1" flipV="1">
            <a:off x="469900" y="3375025"/>
            <a:ext cx="168275" cy="344488"/>
          </a:xfrm>
          <a:prstGeom prst="curvedConnector4">
            <a:avLst>
              <a:gd name="adj1" fmla="val -244343"/>
              <a:gd name="adj2" fmla="val 189403"/>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27">
            <a:extLst>
              <a:ext uri="{FF2B5EF4-FFF2-40B4-BE49-F238E27FC236}">
                <a16:creationId xmlns:a16="http://schemas.microsoft.com/office/drawing/2014/main" id="{43E05060-5962-4931-ACF9-E4BC1687B801}"/>
              </a:ext>
            </a:extLst>
          </p:cNvPr>
          <p:cNvCxnSpPr>
            <a:cxnSpLocks noChangeShapeType="1"/>
            <a:stCxn id="42" idx="0"/>
            <a:endCxn id="42" idx="1"/>
          </p:cNvCxnSpPr>
          <p:nvPr/>
        </p:nvCxnSpPr>
        <p:spPr bwMode="auto">
          <a:xfrm rot="-5400000" flipH="1" flipV="1">
            <a:off x="1593056" y="1172369"/>
            <a:ext cx="123825" cy="300038"/>
          </a:xfrm>
          <a:prstGeom prst="curvedConnector3">
            <a:avLst>
              <a:gd name="adj1" fmla="val -366667"/>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28">
            <a:extLst>
              <a:ext uri="{FF2B5EF4-FFF2-40B4-BE49-F238E27FC236}">
                <a16:creationId xmlns:a16="http://schemas.microsoft.com/office/drawing/2014/main" id="{153D65AF-4FB4-415D-A540-6D385CA81D48}"/>
              </a:ext>
            </a:extLst>
          </p:cNvPr>
          <p:cNvCxnSpPr>
            <a:cxnSpLocks noChangeShapeType="1"/>
          </p:cNvCxnSpPr>
          <p:nvPr/>
        </p:nvCxnSpPr>
        <p:spPr bwMode="auto">
          <a:xfrm rot="5400000" flipH="1" flipV="1">
            <a:off x="2686844" y="3566319"/>
            <a:ext cx="123825" cy="300037"/>
          </a:xfrm>
          <a:prstGeom prst="curvedConnector3">
            <a:avLst>
              <a:gd name="adj1" fmla="val -282056"/>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Text Box 29">
            <a:extLst>
              <a:ext uri="{FF2B5EF4-FFF2-40B4-BE49-F238E27FC236}">
                <a16:creationId xmlns:a16="http://schemas.microsoft.com/office/drawing/2014/main" id="{34E4D340-C3B7-4E8C-8039-11AF010B0BD0}"/>
              </a:ext>
            </a:extLst>
          </p:cNvPr>
          <p:cNvSpPr txBox="1">
            <a:spLocks noChangeArrowheads="1"/>
          </p:cNvSpPr>
          <p:nvPr/>
        </p:nvSpPr>
        <p:spPr bwMode="auto">
          <a:xfrm>
            <a:off x="1770063" y="855663"/>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5" name="Text Box 30">
            <a:extLst>
              <a:ext uri="{FF2B5EF4-FFF2-40B4-BE49-F238E27FC236}">
                <a16:creationId xmlns:a16="http://schemas.microsoft.com/office/drawing/2014/main" id="{2326E32D-2E8E-4EAB-AF0E-36B2DC5177EC}"/>
              </a:ext>
            </a:extLst>
          </p:cNvPr>
          <p:cNvSpPr txBox="1">
            <a:spLocks noChangeArrowheads="1"/>
          </p:cNvSpPr>
          <p:nvPr/>
        </p:nvSpPr>
        <p:spPr bwMode="auto">
          <a:xfrm>
            <a:off x="174625" y="3051175"/>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6" name="Text Box 31">
            <a:extLst>
              <a:ext uri="{FF2B5EF4-FFF2-40B4-BE49-F238E27FC236}">
                <a16:creationId xmlns:a16="http://schemas.microsoft.com/office/drawing/2014/main" id="{CA9E735D-B304-43D5-8A04-1C56E43F0670}"/>
              </a:ext>
            </a:extLst>
          </p:cNvPr>
          <p:cNvSpPr txBox="1">
            <a:spLocks noChangeArrowheads="1"/>
          </p:cNvSpPr>
          <p:nvPr/>
        </p:nvSpPr>
        <p:spPr bwMode="auto">
          <a:xfrm>
            <a:off x="2341563" y="3744913"/>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a:t>
            </a:r>
          </a:p>
        </p:txBody>
      </p:sp>
      <p:sp>
        <p:nvSpPr>
          <p:cNvPr id="57" name="Text Box 32">
            <a:extLst>
              <a:ext uri="{FF2B5EF4-FFF2-40B4-BE49-F238E27FC236}">
                <a16:creationId xmlns:a16="http://schemas.microsoft.com/office/drawing/2014/main" id="{625400AA-E6A0-460A-9395-9E8DE611BDC0}"/>
              </a:ext>
            </a:extLst>
          </p:cNvPr>
          <p:cNvSpPr txBox="1">
            <a:spLocks noChangeArrowheads="1"/>
          </p:cNvSpPr>
          <p:nvPr/>
        </p:nvSpPr>
        <p:spPr bwMode="auto">
          <a:xfrm>
            <a:off x="406400" y="237966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58" name="Text Box 33">
            <a:extLst>
              <a:ext uri="{FF2B5EF4-FFF2-40B4-BE49-F238E27FC236}">
                <a16:creationId xmlns:a16="http://schemas.microsoft.com/office/drawing/2014/main" id="{D44B094E-34E7-47E4-8301-B25E2A12070F}"/>
              </a:ext>
            </a:extLst>
          </p:cNvPr>
          <p:cNvSpPr txBox="1">
            <a:spLocks noChangeArrowheads="1"/>
          </p:cNvSpPr>
          <p:nvPr/>
        </p:nvSpPr>
        <p:spPr bwMode="auto">
          <a:xfrm>
            <a:off x="1898650" y="359251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59" name="Text Box 34">
            <a:extLst>
              <a:ext uri="{FF2B5EF4-FFF2-40B4-BE49-F238E27FC236}">
                <a16:creationId xmlns:a16="http://schemas.microsoft.com/office/drawing/2014/main" id="{E3E9A982-86E9-48EB-8993-B7DC0C521E9D}"/>
              </a:ext>
            </a:extLst>
          </p:cNvPr>
          <p:cNvSpPr txBox="1">
            <a:spLocks noChangeArrowheads="1"/>
          </p:cNvSpPr>
          <p:nvPr/>
        </p:nvSpPr>
        <p:spPr bwMode="auto">
          <a:xfrm>
            <a:off x="2268538" y="141922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60" name="Text Box 35">
            <a:extLst>
              <a:ext uri="{FF2B5EF4-FFF2-40B4-BE49-F238E27FC236}">
                <a16:creationId xmlns:a16="http://schemas.microsoft.com/office/drawing/2014/main" id="{4E0A6FD8-DE1F-4912-BDD8-43B2C563FE2B}"/>
              </a:ext>
            </a:extLst>
          </p:cNvPr>
          <p:cNvSpPr txBox="1">
            <a:spLocks noChangeArrowheads="1"/>
          </p:cNvSpPr>
          <p:nvPr/>
        </p:nvSpPr>
        <p:spPr bwMode="auto">
          <a:xfrm>
            <a:off x="1368425" y="1987550"/>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1" name="Text Box 36">
            <a:extLst>
              <a:ext uri="{FF2B5EF4-FFF2-40B4-BE49-F238E27FC236}">
                <a16:creationId xmlns:a16="http://schemas.microsoft.com/office/drawing/2014/main" id="{55DE7C29-B293-44E4-9F10-539792064E79}"/>
              </a:ext>
            </a:extLst>
          </p:cNvPr>
          <p:cNvSpPr txBox="1">
            <a:spLocks noChangeArrowheads="1"/>
          </p:cNvSpPr>
          <p:nvPr/>
        </p:nvSpPr>
        <p:spPr bwMode="auto">
          <a:xfrm>
            <a:off x="1322388" y="296227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2" name="Text Box 37">
            <a:extLst>
              <a:ext uri="{FF2B5EF4-FFF2-40B4-BE49-F238E27FC236}">
                <a16:creationId xmlns:a16="http://schemas.microsoft.com/office/drawing/2014/main" id="{D51940F4-FF6C-4437-80DF-E9168551EDD0}"/>
              </a:ext>
            </a:extLst>
          </p:cNvPr>
          <p:cNvSpPr txBox="1">
            <a:spLocks noChangeArrowheads="1"/>
          </p:cNvSpPr>
          <p:nvPr/>
        </p:nvSpPr>
        <p:spPr bwMode="auto">
          <a:xfrm>
            <a:off x="2182813" y="2565400"/>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2</a:t>
            </a:r>
          </a:p>
        </p:txBody>
      </p:sp>
      <p:sp>
        <p:nvSpPr>
          <p:cNvPr id="63" name="Oval 38">
            <a:extLst>
              <a:ext uri="{FF2B5EF4-FFF2-40B4-BE49-F238E27FC236}">
                <a16:creationId xmlns:a16="http://schemas.microsoft.com/office/drawing/2014/main" id="{29061D22-C586-4C79-92E8-F8CA8A51C80E}"/>
              </a:ext>
            </a:extLst>
          </p:cNvPr>
          <p:cNvSpPr>
            <a:spLocks noChangeArrowheads="1"/>
          </p:cNvSpPr>
          <p:nvPr/>
        </p:nvSpPr>
        <p:spPr bwMode="auto">
          <a:xfrm>
            <a:off x="876300" y="4254500"/>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4" name="Oval 39">
            <a:extLst>
              <a:ext uri="{FF2B5EF4-FFF2-40B4-BE49-F238E27FC236}">
                <a16:creationId xmlns:a16="http://schemas.microsoft.com/office/drawing/2014/main" id="{91D22550-4BCC-4F37-A00F-7EC0EA7C047B}"/>
              </a:ext>
            </a:extLst>
          </p:cNvPr>
          <p:cNvSpPr>
            <a:spLocks noChangeArrowheads="1"/>
          </p:cNvSpPr>
          <p:nvPr/>
        </p:nvSpPr>
        <p:spPr bwMode="auto">
          <a:xfrm>
            <a:off x="809625" y="3121025"/>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5" name="Oval 40">
            <a:extLst>
              <a:ext uri="{FF2B5EF4-FFF2-40B4-BE49-F238E27FC236}">
                <a16:creationId xmlns:a16="http://schemas.microsoft.com/office/drawing/2014/main" id="{0120DE7B-75B1-4D68-95A8-3D3EF4D23583}"/>
              </a:ext>
            </a:extLst>
          </p:cNvPr>
          <p:cNvSpPr>
            <a:spLocks noChangeArrowheads="1"/>
          </p:cNvSpPr>
          <p:nvPr/>
        </p:nvSpPr>
        <p:spPr bwMode="auto">
          <a:xfrm>
            <a:off x="2509838" y="3017838"/>
            <a:ext cx="106362"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6" name="Oval 41">
            <a:extLst>
              <a:ext uri="{FF2B5EF4-FFF2-40B4-BE49-F238E27FC236}">
                <a16:creationId xmlns:a16="http://schemas.microsoft.com/office/drawing/2014/main" id="{D1CE4A65-0416-4140-92BF-B6695753693E}"/>
              </a:ext>
            </a:extLst>
          </p:cNvPr>
          <p:cNvSpPr>
            <a:spLocks noChangeArrowheads="1"/>
          </p:cNvSpPr>
          <p:nvPr/>
        </p:nvSpPr>
        <p:spPr bwMode="auto">
          <a:xfrm>
            <a:off x="1644650" y="1423988"/>
            <a:ext cx="106363"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67" name="Text Box 42">
            <a:extLst>
              <a:ext uri="{FF2B5EF4-FFF2-40B4-BE49-F238E27FC236}">
                <a16:creationId xmlns:a16="http://schemas.microsoft.com/office/drawing/2014/main" id="{ED63722C-2D5E-40D5-967E-D94BDD3ADC72}"/>
              </a:ext>
            </a:extLst>
          </p:cNvPr>
          <p:cNvSpPr txBox="1">
            <a:spLocks noChangeArrowheads="1"/>
          </p:cNvSpPr>
          <p:nvPr/>
        </p:nvSpPr>
        <p:spPr bwMode="auto">
          <a:xfrm>
            <a:off x="369888" y="6180138"/>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l-GR" altLang="en-US" sz="1600">
                <a:latin typeface="Bookman Old Style" panose="02050604050505020204" pitchFamily="18" charset="0"/>
              </a:rPr>
              <a:t>ε</a:t>
            </a:r>
          </a:p>
        </p:txBody>
      </p:sp>
    </p:spTree>
    <p:extLst>
      <p:ext uri="{BB962C8B-B14F-4D97-AF65-F5344CB8AC3E}">
        <p14:creationId xmlns:p14="http://schemas.microsoft.com/office/powerpoint/2010/main" val="395795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xEl>
                                              <p:pRg st="14" end="1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0" presetClass="path" presetSubtype="0" accel="50000" decel="50000" fill="hold" grpId="1" nodeType="clickEffect">
                                  <p:stCondLst>
                                    <p:cond delay="0"/>
                                  </p:stCondLst>
                                  <p:childTnLst>
                                    <p:animMotion origin="layout" path="M -1.38889E-6 -3.33025E-6 C -0.00121 -0.06822 -0.00226 -0.13644 -0.00278 -0.1642 " pathEditMode="relative" rAng="0" ptsTypes="aA">
                                      <p:cBhvr>
                                        <p:cTn id="64" dur="500" fill="hold"/>
                                        <p:tgtEl>
                                          <p:spTgt spid="63"/>
                                        </p:tgtEl>
                                        <p:attrNameLst>
                                          <p:attrName>ppt_x</p:attrName>
                                          <p:attrName>ppt_y</p:attrName>
                                        </p:attrNameLst>
                                      </p:cBhvr>
                                      <p:rCtr x="-139" y="-8210"/>
                                    </p:animMotion>
                                  </p:childTnLst>
                                </p:cTn>
                              </p:par>
                            </p:childTnLst>
                          </p:cTn>
                        </p:par>
                        <p:par>
                          <p:cTn id="65" fill="hold">
                            <p:stCondLst>
                              <p:cond delay="500"/>
                            </p:stCondLst>
                            <p:childTnLst>
                              <p:par>
                                <p:cTn id="66" presetID="1" presetClass="emph" presetSubtype="1" nodeType="afterEffect">
                                  <p:stCondLst>
                                    <p:cond delay="0"/>
                                  </p:stCondLst>
                                  <p:childTnLst>
                                    <p:set>
                                      <p:cBhvr>
                                        <p:cTn id="67" dur="indefinite"/>
                                        <p:tgtEl>
                                          <p:spTgt spid="43"/>
                                        </p:tgtEl>
                                        <p:attrNameLst>
                                          <p:attrName>fillcolor</p:attrName>
                                        </p:attrNameLst>
                                      </p:cBhvr>
                                      <p:to>
                                        <p:clrVal>
                                          <a:srgbClr val="66FF33"/>
                                        </p:clrVal>
                                      </p:to>
                                    </p:set>
                                    <p:set>
                                      <p:cBhvr>
                                        <p:cTn id="68" dur="indefinite"/>
                                        <p:tgtEl>
                                          <p:spTgt spid="43"/>
                                        </p:tgtEl>
                                        <p:attrNameLst>
                                          <p:attrName>fill.type</p:attrName>
                                        </p:attrNameLst>
                                      </p:cBhvr>
                                      <p:to>
                                        <p:strVal val="solid"/>
                                      </p:to>
                                    </p:set>
                                    <p:set>
                                      <p:cBhvr>
                                        <p:cTn id="69" dur="indefinite"/>
                                        <p:tgtEl>
                                          <p:spTgt spid="43"/>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2" nodeType="clickEffect">
                                  <p:stCondLst>
                                    <p:cond delay="0"/>
                                  </p:stCondLst>
                                  <p:childTnLst>
                                    <p:set>
                                      <p:cBhvr>
                                        <p:cTn id="77" dur="1" fill="hold">
                                          <p:stCondLst>
                                            <p:cond delay="0"/>
                                          </p:stCondLst>
                                        </p:cTn>
                                        <p:tgtEl>
                                          <p:spTgt spid="63"/>
                                        </p:tgtEl>
                                        <p:attrNameLst>
                                          <p:attrName>style.visibility</p:attrName>
                                        </p:attrNameLst>
                                      </p:cBhvr>
                                      <p:to>
                                        <p:strVal val="hidden"/>
                                      </p:to>
                                    </p:set>
                                  </p:childTnLst>
                                </p:cTn>
                              </p:par>
                              <p:par>
                                <p:cTn id="78" presetID="1" presetClass="entr" presetSubtype="0" fill="hold" grpId="0" nodeType="withEffect">
                                  <p:stCondLst>
                                    <p:cond delay="0"/>
                                  </p:stCondLst>
                                  <p:childTnLst>
                                    <p:set>
                                      <p:cBhvr>
                                        <p:cTn id="79" dur="1" fill="hold">
                                          <p:stCondLst>
                                            <p:cond delay="0"/>
                                          </p:stCondLst>
                                        </p:cTn>
                                        <p:tgtEl>
                                          <p:spTgt spid="64"/>
                                        </p:tgtEl>
                                        <p:attrNameLst>
                                          <p:attrName>style.visibility</p:attrName>
                                        </p:attrNameLst>
                                      </p:cBhvr>
                                      <p:to>
                                        <p:strVal val="visible"/>
                                      </p:to>
                                    </p:set>
                                  </p:childTnLst>
                                </p:cTn>
                              </p:par>
                              <p:par>
                                <p:cTn id="80" presetID="0" presetClass="path" presetSubtype="0" accel="50000" decel="50000" fill="hold" grpId="1" nodeType="withEffect">
                                  <p:stCondLst>
                                    <p:cond delay="0"/>
                                  </p:stCondLst>
                                  <p:childTnLst>
                                    <p:animMotion origin="layout" path="M -8.33333E-7 0.0074 C -0.00382 -0.00139 -0.03455 0.02336 -0.04635 0.02845 C -0.05816 0.03354 -0.06371 0.03099 -0.07118 0.03816 C -0.0783 0.04533 -0.08871 0.05851 -0.08993 0.071 C -0.09114 0.08349 -0.08385 0.10453 -0.0783 0.11355 C -0.07274 0.12257 -0.06389 0.12581 -0.0566 0.12512 C -0.0493 0.12442 -0.04028 0.11702 -0.03472 0.10962 C -0.02917 0.10222 -0.02951 0.09806 -0.02326 0.08071 C -0.01701 0.06337 0.00382 0.01619 -8.33333E-7 0.0074 Z " pathEditMode="relative" rAng="0" ptsTypes="aaaaaaaaa">
                                      <p:cBhvr>
                                        <p:cTn id="81" dur="500" fill="hold"/>
                                        <p:tgtEl>
                                          <p:spTgt spid="64"/>
                                        </p:tgtEl>
                                        <p:attrNameLst>
                                          <p:attrName>ppt_x</p:attrName>
                                          <p:attrName>ppt_y</p:attrName>
                                        </p:attrNameLst>
                                      </p:cBhvr>
                                      <p:rCtr x="-4375" y="5481"/>
                                    </p:animMotion>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1" nodeType="clickEffect">
                                  <p:stCondLst>
                                    <p:cond delay="0"/>
                                  </p:stCondLst>
                                  <p:childTnLst>
                                    <p:set>
                                      <p:cBhvr>
                                        <p:cTn id="85" dur="1" fill="hold">
                                          <p:stCondLst>
                                            <p:cond delay="0"/>
                                          </p:stCondLst>
                                        </p:cTn>
                                        <p:tgtEl>
                                          <p:spTgt spid="33"/>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0" presetClass="path" presetSubtype="0" accel="50000" decel="50000" fill="hold" grpId="2" nodeType="clickEffect">
                                  <p:stCondLst>
                                    <p:cond delay="0"/>
                                  </p:stCondLst>
                                  <p:childTnLst>
                                    <p:animMotion origin="layout" path="M 5E-6 -1.69288E-6 C -0.01476 0.00139 -0.02935 0.00301 -0.03039 -0.02313 C -0.03143 -0.04926 -0.01806 -0.12396 -0.00572 -0.15634 C 0.0066 -0.18871 0.03369 -0.20745 0.04358 -0.21808 C 0.05348 -0.22872 0.04619 -0.21461 0.05365 -0.22016 C 0.06112 -0.22572 0.07483 -0.23843 0.08837 -0.25092 " pathEditMode="relative" rAng="0" ptsTypes="aaaaaA">
                                      <p:cBhvr>
                                        <p:cTn id="91" dur="500" fill="hold"/>
                                        <p:tgtEl>
                                          <p:spTgt spid="64"/>
                                        </p:tgtEl>
                                        <p:attrNameLst>
                                          <p:attrName>ppt_x</p:attrName>
                                          <p:attrName>ppt_y</p:attrName>
                                        </p:attrNameLst>
                                      </p:cBhvr>
                                      <p:rCtr x="2847" y="-12396"/>
                                    </p:animMotion>
                                  </p:childTnLst>
                                </p:cTn>
                              </p:par>
                            </p:childTnLst>
                          </p:cTn>
                        </p:par>
                        <p:par>
                          <p:cTn id="92" fill="hold">
                            <p:stCondLst>
                              <p:cond delay="500"/>
                            </p:stCondLst>
                            <p:childTnLst>
                              <p:par>
                                <p:cTn id="93" presetID="1" presetClass="exit" presetSubtype="0" fill="hold" grpId="2" nodeType="afterEffect">
                                  <p:stCondLst>
                                    <p:cond delay="1000"/>
                                  </p:stCondLst>
                                  <p:childTnLst>
                                    <p:set>
                                      <p:cBhvr>
                                        <p:cTn id="94" dur="1" fill="hold">
                                          <p:stCondLst>
                                            <p:cond delay="0"/>
                                          </p:stCondLst>
                                        </p:cTn>
                                        <p:tgtEl>
                                          <p:spTgt spid="30"/>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mph" presetSubtype="1" nodeType="withEffect">
                                  <p:stCondLst>
                                    <p:cond delay="0"/>
                                  </p:stCondLst>
                                  <p:childTnLst>
                                    <p:set>
                                      <p:cBhvr>
                                        <p:cTn id="98" dur="indefinite"/>
                                        <p:tgtEl>
                                          <p:spTgt spid="43"/>
                                        </p:tgtEl>
                                        <p:attrNameLst>
                                          <p:attrName>fillcolor</p:attrName>
                                        </p:attrNameLst>
                                      </p:cBhvr>
                                      <p:to>
                                        <p:clrVal>
                                          <a:schemeClr val="bg1"/>
                                        </p:clrVal>
                                      </p:to>
                                    </p:set>
                                    <p:set>
                                      <p:cBhvr>
                                        <p:cTn id="99" dur="indefinite"/>
                                        <p:tgtEl>
                                          <p:spTgt spid="43"/>
                                        </p:tgtEl>
                                        <p:attrNameLst>
                                          <p:attrName>fill.type</p:attrName>
                                        </p:attrNameLst>
                                      </p:cBhvr>
                                      <p:to>
                                        <p:strVal val="solid"/>
                                      </p:to>
                                    </p:set>
                                    <p:set>
                                      <p:cBhvr>
                                        <p:cTn id="100" dur="indefinite"/>
                                        <p:tgtEl>
                                          <p:spTgt spid="43"/>
                                        </p:tgtEl>
                                        <p:attrNameLst>
                                          <p:attrName>fill.on</p:attrName>
                                        </p:attrNameLst>
                                      </p:cBhvr>
                                      <p:to>
                                        <p:strVal val="true"/>
                                      </p:to>
                                    </p:set>
                                  </p:childTnLst>
                                </p:cTn>
                              </p:par>
                              <p:par>
                                <p:cTn id="101" presetID="1" presetClass="emph" presetSubtype="1" nodeType="withEffect">
                                  <p:stCondLst>
                                    <p:cond delay="0"/>
                                  </p:stCondLst>
                                  <p:childTnLst>
                                    <p:set>
                                      <p:cBhvr>
                                        <p:cTn id="102" dur="indefinite"/>
                                        <p:tgtEl>
                                          <p:spTgt spid="42"/>
                                        </p:tgtEl>
                                        <p:attrNameLst>
                                          <p:attrName>fillcolor</p:attrName>
                                        </p:attrNameLst>
                                      </p:cBhvr>
                                      <p:to>
                                        <p:clrVal>
                                          <a:srgbClr val="66FF33"/>
                                        </p:clrVal>
                                      </p:to>
                                    </p:set>
                                    <p:set>
                                      <p:cBhvr>
                                        <p:cTn id="103" dur="indefinite"/>
                                        <p:tgtEl>
                                          <p:spTgt spid="42"/>
                                        </p:tgtEl>
                                        <p:attrNameLst>
                                          <p:attrName>fill.type</p:attrName>
                                        </p:attrNameLst>
                                      </p:cBhvr>
                                      <p:to>
                                        <p:strVal val="solid"/>
                                      </p:to>
                                    </p:set>
                                    <p:set>
                                      <p:cBhvr>
                                        <p:cTn id="104" dur="indefinite"/>
                                        <p:tgtEl>
                                          <p:spTgt spid="42"/>
                                        </p:tgtEl>
                                        <p:attrNameLst>
                                          <p:attrName>fill.on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34"/>
                                        </p:tgtEl>
                                        <p:attrNameLst>
                                          <p:attrName>style.visibility</p:attrName>
                                        </p:attrNameLst>
                                      </p:cBhvr>
                                      <p:to>
                                        <p:strVal val="hidden"/>
                                      </p:to>
                                    </p:set>
                                  </p:childTnLst>
                                </p:cTn>
                              </p:par>
                              <p:par>
                                <p:cTn id="109" presetID="1" presetClass="entr" presetSubtype="0" fill="hold" grpId="0" nodeType="withEffect">
                                  <p:stCondLst>
                                    <p:cond delay="0"/>
                                  </p:stCondLst>
                                  <p:childTnLst>
                                    <p:set>
                                      <p:cBhvr>
                                        <p:cTn id="110" dur="1" fill="hold">
                                          <p:stCondLst>
                                            <p:cond delay="0"/>
                                          </p:stCondLst>
                                        </p:cTn>
                                        <p:tgtEl>
                                          <p:spTgt spid="3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3" nodeType="clickEffect">
                                  <p:stCondLst>
                                    <p:cond delay="0"/>
                                  </p:stCondLst>
                                  <p:childTnLst>
                                    <p:set>
                                      <p:cBhvr>
                                        <p:cTn id="114" dur="1" fill="hold">
                                          <p:stCondLst>
                                            <p:cond delay="0"/>
                                          </p:stCondLst>
                                        </p:cTn>
                                        <p:tgtEl>
                                          <p:spTgt spid="64"/>
                                        </p:tgtEl>
                                        <p:attrNameLst>
                                          <p:attrName>style.visibility</p:attrName>
                                        </p:attrNameLst>
                                      </p:cBhvr>
                                      <p:to>
                                        <p:strVal val="hidden"/>
                                      </p:to>
                                    </p:set>
                                  </p:childTnLst>
                                </p:cTn>
                              </p:par>
                              <p:par>
                                <p:cTn id="115" presetID="1" presetClass="entr" presetSubtype="0" fill="hold" grpId="0" nodeType="withEffect">
                                  <p:stCondLst>
                                    <p:cond delay="0"/>
                                  </p:stCondLst>
                                  <p:childTnLst>
                                    <p:set>
                                      <p:cBhvr>
                                        <p:cTn id="116" dur="1" fill="hold">
                                          <p:stCondLst>
                                            <p:cond delay="0"/>
                                          </p:stCondLst>
                                        </p:cTn>
                                        <p:tgtEl>
                                          <p:spTgt spid="66"/>
                                        </p:tgtEl>
                                        <p:attrNameLst>
                                          <p:attrName>style.visibility</p:attrName>
                                        </p:attrNameLst>
                                      </p:cBhvr>
                                      <p:to>
                                        <p:strVal val="visible"/>
                                      </p:to>
                                    </p:set>
                                  </p:childTnLst>
                                </p:cTn>
                              </p:par>
                              <p:par>
                                <p:cTn id="117" presetID="0" presetClass="path" presetSubtype="0" accel="50000" decel="50000" fill="hold" grpId="1" nodeType="withEffect">
                                  <p:stCondLst>
                                    <p:cond delay="0"/>
                                  </p:stCondLst>
                                  <p:childTnLst>
                                    <p:animMotion origin="layout" path="M 3.33333E-6 1.69288E-6 C 0.02083 0.01041 0.04184 0.02104 0.05781 0.03076 C 0.07378 0.04047 0.08455 0.03793 0.09548 0.05782 C 0.10642 0.0777 0.11718 0.12257 0.12309 0.15055 C 0.12899 0.17854 0.13593 0.21138 0.13038 0.22572 C 0.12482 0.24005 0.10729 0.23867 0.08975 0.23728 " pathEditMode="relative" rAng="0" ptsTypes="aaaaaA">
                                      <p:cBhvr>
                                        <p:cTn id="118" dur="500" fill="hold"/>
                                        <p:tgtEl>
                                          <p:spTgt spid="66"/>
                                        </p:tgtEl>
                                        <p:attrNameLst>
                                          <p:attrName>ppt_x</p:attrName>
                                          <p:attrName>ppt_y</p:attrName>
                                        </p:attrNameLst>
                                      </p:cBhvr>
                                      <p:rCtr x="6788" y="12003"/>
                                    </p:animMotion>
                                  </p:childTnLst>
                                </p:cTn>
                              </p:par>
                            </p:childTnLst>
                          </p:cTn>
                        </p:par>
                        <p:par>
                          <p:cTn id="119" fill="hold">
                            <p:stCondLst>
                              <p:cond delay="500"/>
                            </p:stCondLst>
                            <p:childTnLst>
                              <p:par>
                                <p:cTn id="120" presetID="1" presetClass="exit" presetSubtype="0" fill="hold" grpId="2" nodeType="afterEffect">
                                  <p:stCondLst>
                                    <p:cond delay="1000"/>
                                  </p:stCondLst>
                                  <p:childTnLst>
                                    <p:set>
                                      <p:cBhvr>
                                        <p:cTn id="121" dur="1" fill="hold">
                                          <p:stCondLst>
                                            <p:cond delay="0"/>
                                          </p:stCondLst>
                                        </p:cTn>
                                        <p:tgtEl>
                                          <p:spTgt spid="31"/>
                                        </p:tgtEl>
                                        <p:attrNameLst>
                                          <p:attrName>style.visibility</p:attrName>
                                        </p:attrNameLst>
                                      </p:cBhvr>
                                      <p:to>
                                        <p:strVal val="hidden"/>
                                      </p:to>
                                    </p:set>
                                  </p:childTnLst>
                                </p:cTn>
                              </p:par>
                              <p:par>
                                <p:cTn id="122" presetID="1" presetClass="entr" presetSubtype="0" fill="hold" grpId="0" nodeType="withEffect">
                                  <p:stCondLst>
                                    <p:cond delay="0"/>
                                  </p:stCondLst>
                                  <p:childTnLst>
                                    <p:set>
                                      <p:cBhvr>
                                        <p:cTn id="123" dur="1" fill="hold">
                                          <p:stCondLst>
                                            <p:cond delay="0"/>
                                          </p:stCondLst>
                                        </p:cTn>
                                        <p:tgtEl>
                                          <p:spTgt spid="32"/>
                                        </p:tgtEl>
                                        <p:attrNameLst>
                                          <p:attrName>style.visibility</p:attrName>
                                        </p:attrNameLst>
                                      </p:cBhvr>
                                      <p:to>
                                        <p:strVal val="visible"/>
                                      </p:to>
                                    </p:set>
                                  </p:childTnLst>
                                </p:cTn>
                              </p:par>
                              <p:par>
                                <p:cTn id="124" presetID="1" presetClass="emph" presetSubtype="1" nodeType="withEffect">
                                  <p:stCondLst>
                                    <p:cond delay="0"/>
                                  </p:stCondLst>
                                  <p:childTnLst>
                                    <p:set>
                                      <p:cBhvr>
                                        <p:cTn id="125" dur="indefinite"/>
                                        <p:tgtEl>
                                          <p:spTgt spid="42"/>
                                        </p:tgtEl>
                                        <p:attrNameLst>
                                          <p:attrName>fillcolor</p:attrName>
                                        </p:attrNameLst>
                                      </p:cBhvr>
                                      <p:to>
                                        <p:clrVal>
                                          <a:schemeClr val="bg1"/>
                                        </p:clrVal>
                                      </p:to>
                                    </p:set>
                                    <p:set>
                                      <p:cBhvr>
                                        <p:cTn id="126" dur="indefinite"/>
                                        <p:tgtEl>
                                          <p:spTgt spid="42"/>
                                        </p:tgtEl>
                                        <p:attrNameLst>
                                          <p:attrName>fill.type</p:attrName>
                                        </p:attrNameLst>
                                      </p:cBhvr>
                                      <p:to>
                                        <p:strVal val="solid"/>
                                      </p:to>
                                    </p:set>
                                    <p:set>
                                      <p:cBhvr>
                                        <p:cTn id="127" dur="indefinite"/>
                                        <p:tgtEl>
                                          <p:spTgt spid="42"/>
                                        </p:tgtEl>
                                        <p:attrNameLst>
                                          <p:attrName>fill.on</p:attrName>
                                        </p:attrNameLst>
                                      </p:cBhvr>
                                      <p:to>
                                        <p:strVal val="true"/>
                                      </p:to>
                                    </p:set>
                                  </p:childTnLst>
                                </p:cTn>
                              </p:par>
                              <p:par>
                                <p:cTn id="128" presetID="1" presetClass="emph" presetSubtype="1" nodeType="withEffect">
                                  <p:stCondLst>
                                    <p:cond delay="0"/>
                                  </p:stCondLst>
                                  <p:childTnLst>
                                    <p:set>
                                      <p:cBhvr>
                                        <p:cTn id="129" dur="indefinite"/>
                                        <p:tgtEl>
                                          <p:spTgt spid="44"/>
                                        </p:tgtEl>
                                        <p:attrNameLst>
                                          <p:attrName>fillcolor</p:attrName>
                                        </p:attrNameLst>
                                      </p:cBhvr>
                                      <p:to>
                                        <p:clrVal>
                                          <a:srgbClr val="66FF33"/>
                                        </p:clrVal>
                                      </p:to>
                                    </p:set>
                                    <p:set>
                                      <p:cBhvr>
                                        <p:cTn id="130" dur="indefinite"/>
                                        <p:tgtEl>
                                          <p:spTgt spid="44"/>
                                        </p:tgtEl>
                                        <p:attrNameLst>
                                          <p:attrName>fill.type</p:attrName>
                                        </p:attrNameLst>
                                      </p:cBhvr>
                                      <p:to>
                                        <p:strVal val="solid"/>
                                      </p:to>
                                    </p:set>
                                    <p:set>
                                      <p:cBhvr>
                                        <p:cTn id="131" dur="indefinite"/>
                                        <p:tgtEl>
                                          <p:spTgt spid="44"/>
                                        </p:tgtEl>
                                        <p:attrNameLst>
                                          <p:attrName>fill.on</p:attrName>
                                        </p:attrNameLst>
                                      </p:cBhvr>
                                      <p:to>
                                        <p:strVal val="true"/>
                                      </p:to>
                                    </p:se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35"/>
                                        </p:tgtEl>
                                        <p:attrNameLst>
                                          <p:attrName>style.visibility</p:attrName>
                                        </p:attrNameLst>
                                      </p:cBhvr>
                                      <p:to>
                                        <p:strVal val="hidden"/>
                                      </p:to>
                                    </p:set>
                                  </p:childTnLst>
                                </p:cTn>
                              </p:par>
                              <p:par>
                                <p:cTn id="136" presetID="1" presetClass="entr" presetSubtype="0" fill="hold" grpId="0" nodeType="withEffect">
                                  <p:stCondLst>
                                    <p:cond delay="0"/>
                                  </p:stCondLst>
                                  <p:childTnLst>
                                    <p:set>
                                      <p:cBhvr>
                                        <p:cTn id="137" dur="1" fill="hold">
                                          <p:stCondLst>
                                            <p:cond delay="0"/>
                                          </p:stCondLst>
                                        </p:cTn>
                                        <p:tgtEl>
                                          <p:spTgt spid="36"/>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2" nodeType="clickEffect">
                                  <p:stCondLst>
                                    <p:cond delay="0"/>
                                  </p:stCondLst>
                                  <p:childTnLst>
                                    <p:set>
                                      <p:cBhvr>
                                        <p:cTn id="141" dur="1" fill="hold">
                                          <p:stCondLst>
                                            <p:cond delay="0"/>
                                          </p:stCondLst>
                                        </p:cTn>
                                        <p:tgtEl>
                                          <p:spTgt spid="66"/>
                                        </p:tgtEl>
                                        <p:attrNameLst>
                                          <p:attrName>style.visibility</p:attrName>
                                        </p:attrNameLst>
                                      </p:cBhvr>
                                      <p:to>
                                        <p:strVal val="hidden"/>
                                      </p:to>
                                    </p:set>
                                  </p:childTnLst>
                                </p:cTn>
                              </p:par>
                              <p:par>
                                <p:cTn id="142" presetID="1" presetClass="entr" presetSubtype="0" fill="hold" grpId="0" nodeType="withEffect">
                                  <p:stCondLst>
                                    <p:cond delay="0"/>
                                  </p:stCondLst>
                                  <p:childTnLst>
                                    <p:set>
                                      <p:cBhvr>
                                        <p:cTn id="143" dur="1" fill="hold">
                                          <p:stCondLst>
                                            <p:cond delay="0"/>
                                          </p:stCondLst>
                                        </p:cTn>
                                        <p:tgtEl>
                                          <p:spTgt spid="65"/>
                                        </p:tgtEl>
                                        <p:attrNameLst>
                                          <p:attrName>style.visibility</p:attrName>
                                        </p:attrNameLst>
                                      </p:cBhvr>
                                      <p:to>
                                        <p:strVal val="visible"/>
                                      </p:to>
                                    </p:set>
                                  </p:childTnLst>
                                </p:cTn>
                              </p:par>
                              <p:par>
                                <p:cTn id="144" presetID="0" presetClass="path" presetSubtype="0" accel="50000" decel="50000" fill="hold" grpId="1" nodeType="withEffect">
                                  <p:stCondLst>
                                    <p:cond delay="0"/>
                                  </p:stCondLst>
                                  <p:childTnLst>
                                    <p:animMotion origin="layout" path="M 4.72222E-6 1.39685E-6 C 0.00538 -0.00324 0.01076 -0.00625 0.00451 -0.02706 C -0.00174 -0.04787 -0.02605 -0.09829 -0.03768 -0.12558 C -0.04931 -0.15287 -0.05452 -0.17299 -0.06511 -0.19103 C -0.0757 -0.20907 -0.08855 -0.22132 -0.10139 -0.23358 " pathEditMode="relative" rAng="0" ptsTypes="aaaaA">
                                      <p:cBhvr>
                                        <p:cTn id="145" dur="500" fill="hold"/>
                                        <p:tgtEl>
                                          <p:spTgt spid="65"/>
                                        </p:tgtEl>
                                        <p:attrNameLst>
                                          <p:attrName>ppt_x</p:attrName>
                                          <p:attrName>ppt_y</p:attrName>
                                        </p:attrNameLst>
                                      </p:cBhvr>
                                      <p:rCtr x="-4531" y="-11679"/>
                                    </p:animMotion>
                                  </p:childTnLst>
                                </p:cTn>
                              </p:par>
                            </p:childTnLst>
                          </p:cTn>
                        </p:par>
                        <p:par>
                          <p:cTn id="146" fill="hold">
                            <p:stCondLst>
                              <p:cond delay="500"/>
                            </p:stCondLst>
                            <p:childTnLst>
                              <p:par>
                                <p:cTn id="147" presetID="1" presetClass="exit" presetSubtype="0" fill="hold" grpId="2" nodeType="afterEffect">
                                  <p:stCondLst>
                                    <p:cond delay="1000"/>
                                  </p:stCondLst>
                                  <p:childTnLst>
                                    <p:set>
                                      <p:cBhvr>
                                        <p:cTn id="148" dur="1" fill="hold">
                                          <p:stCondLst>
                                            <p:cond delay="0"/>
                                          </p:stCondLst>
                                        </p:cTn>
                                        <p:tgtEl>
                                          <p:spTgt spid="32"/>
                                        </p:tgtEl>
                                        <p:attrNameLst>
                                          <p:attrName>style.visibility</p:attrName>
                                        </p:attrNameLst>
                                      </p:cBhvr>
                                      <p:to>
                                        <p:strVal val="hidden"/>
                                      </p:to>
                                    </p:set>
                                  </p:childTnLst>
                                </p:cTn>
                              </p:par>
                              <p:par>
                                <p:cTn id="149" presetID="1" presetClass="entr" presetSubtype="0" fill="hold" grpId="1" nodeType="with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par>
                                <p:cTn id="151" presetID="1" presetClass="emph" presetSubtype="1" nodeType="withEffect">
                                  <p:stCondLst>
                                    <p:cond delay="0"/>
                                  </p:stCondLst>
                                  <p:childTnLst>
                                    <p:set>
                                      <p:cBhvr>
                                        <p:cTn id="152" dur="indefinite"/>
                                        <p:tgtEl>
                                          <p:spTgt spid="44"/>
                                        </p:tgtEl>
                                        <p:attrNameLst>
                                          <p:attrName>fillcolor</p:attrName>
                                        </p:attrNameLst>
                                      </p:cBhvr>
                                      <p:to>
                                        <p:clrVal>
                                          <a:schemeClr val="bg1"/>
                                        </p:clrVal>
                                      </p:to>
                                    </p:set>
                                    <p:set>
                                      <p:cBhvr>
                                        <p:cTn id="153" dur="indefinite"/>
                                        <p:tgtEl>
                                          <p:spTgt spid="44"/>
                                        </p:tgtEl>
                                        <p:attrNameLst>
                                          <p:attrName>fill.type</p:attrName>
                                        </p:attrNameLst>
                                      </p:cBhvr>
                                      <p:to>
                                        <p:strVal val="solid"/>
                                      </p:to>
                                    </p:set>
                                    <p:set>
                                      <p:cBhvr>
                                        <p:cTn id="154" dur="indefinite"/>
                                        <p:tgtEl>
                                          <p:spTgt spid="44"/>
                                        </p:tgtEl>
                                        <p:attrNameLst>
                                          <p:attrName>fill.on</p:attrName>
                                        </p:attrNameLst>
                                      </p:cBhvr>
                                      <p:to>
                                        <p:strVal val="true"/>
                                      </p:to>
                                    </p:set>
                                  </p:childTnLst>
                                </p:cTn>
                              </p:par>
                              <p:par>
                                <p:cTn id="155" presetID="1" presetClass="emph" presetSubtype="1" nodeType="withEffect">
                                  <p:stCondLst>
                                    <p:cond delay="0"/>
                                  </p:stCondLst>
                                  <p:childTnLst>
                                    <p:set>
                                      <p:cBhvr>
                                        <p:cTn id="156" dur="indefinite"/>
                                        <p:tgtEl>
                                          <p:spTgt spid="42"/>
                                        </p:tgtEl>
                                        <p:attrNameLst>
                                          <p:attrName>fillcolor</p:attrName>
                                        </p:attrNameLst>
                                      </p:cBhvr>
                                      <p:to>
                                        <p:clrVal>
                                          <a:srgbClr val="66FF33"/>
                                        </p:clrVal>
                                      </p:to>
                                    </p:set>
                                    <p:set>
                                      <p:cBhvr>
                                        <p:cTn id="157" dur="indefinite"/>
                                        <p:tgtEl>
                                          <p:spTgt spid="42"/>
                                        </p:tgtEl>
                                        <p:attrNameLst>
                                          <p:attrName>fill.type</p:attrName>
                                        </p:attrNameLst>
                                      </p:cBhvr>
                                      <p:to>
                                        <p:strVal val="solid"/>
                                      </p:to>
                                    </p:set>
                                    <p:set>
                                      <p:cBhvr>
                                        <p:cTn id="158" dur="indefinite"/>
                                        <p:tgtEl>
                                          <p:spTgt spid="42"/>
                                        </p:tgtEl>
                                        <p:attrNameLst>
                                          <p:attrName>fill.on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6"/>
                                        </p:tgtEl>
                                        <p:attrNameLst>
                                          <p:attrName>style.visibility</p:attrName>
                                        </p:attrNameLst>
                                      </p:cBhvr>
                                      <p:to>
                                        <p:strVal val="hidden"/>
                                      </p:to>
                                    </p:set>
                                  </p:childTnLst>
                                </p:cTn>
                              </p:par>
                              <p:par>
                                <p:cTn id="163" presetID="1"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grpId="2" nodeType="clickEffect">
                                  <p:stCondLst>
                                    <p:cond delay="0"/>
                                  </p:stCondLst>
                                  <p:childTnLst>
                                    <p:set>
                                      <p:cBhvr>
                                        <p:cTn id="168" dur="1" fill="hold">
                                          <p:stCondLst>
                                            <p:cond delay="0"/>
                                          </p:stCondLst>
                                        </p:cTn>
                                        <p:tgtEl>
                                          <p:spTgt spid="65"/>
                                        </p:tgtEl>
                                        <p:attrNameLst>
                                          <p:attrName>style.visibility</p:attrName>
                                        </p:attrNameLst>
                                      </p:cBhvr>
                                      <p:to>
                                        <p:strVal val="hidden"/>
                                      </p:to>
                                    </p:set>
                                  </p:childTnLst>
                                </p:cTn>
                              </p:par>
                              <p:par>
                                <p:cTn id="169" presetID="1" presetClass="entr" presetSubtype="0" fill="hold" grpId="3" nodeType="withEffect">
                                  <p:stCondLst>
                                    <p:cond delay="0"/>
                                  </p:stCondLst>
                                  <p:childTnLst>
                                    <p:set>
                                      <p:cBhvr>
                                        <p:cTn id="170" dur="1" fill="hold">
                                          <p:stCondLst>
                                            <p:cond delay="0"/>
                                          </p:stCondLst>
                                        </p:cTn>
                                        <p:tgtEl>
                                          <p:spTgt spid="66"/>
                                        </p:tgtEl>
                                        <p:attrNameLst>
                                          <p:attrName>style.visibility</p:attrName>
                                        </p:attrNameLst>
                                      </p:cBhvr>
                                      <p:to>
                                        <p:strVal val="visible"/>
                                      </p:to>
                                    </p:set>
                                  </p:childTnLst>
                                </p:cTn>
                              </p:par>
                              <p:par>
                                <p:cTn id="171" presetID="0" presetClass="path" presetSubtype="0" accel="50000" decel="50000" fill="hold" grpId="4" nodeType="withEffect">
                                  <p:stCondLst>
                                    <p:cond delay="0"/>
                                  </p:stCondLst>
                                  <p:childTnLst>
                                    <p:animMotion origin="layout" path="M -1.38889E-6 -9.80574E-7 C 0.00556 -0.00231 0.0125 -0.01758 0.01302 -0.03261 C 0.01354 -0.04764 0.00573 -0.07932 0.00278 -0.09042 C -0.00017 -0.10176 -0.00139 -0.10291 -0.00451 -0.10014 C -0.00764 -0.09736 -0.01337 -0.08696 -0.01597 -0.07308 C -0.01857 -0.0592 -0.02292 -0.02891 -0.02031 -0.01711 C -0.01771 -0.00555 -0.00555 0.00278 -1.38889E-6 -9.80574E-7 Z " pathEditMode="relative" rAng="0" ptsTypes="aaaaaaa">
                                      <p:cBhvr>
                                        <p:cTn id="172" dur="500" fill="hold"/>
                                        <p:tgtEl>
                                          <p:spTgt spid="66"/>
                                        </p:tgtEl>
                                        <p:attrNameLst>
                                          <p:attrName>ppt_x</p:attrName>
                                          <p:attrName>ppt_y</p:attrName>
                                        </p:attrNameLst>
                                      </p:cBhvr>
                                      <p:rCtr x="-469" y="-5019"/>
                                    </p:animMotion>
                                  </p:childTnLst>
                                </p:cTn>
                              </p:par>
                            </p:childTnLst>
                          </p:cTn>
                        </p:par>
                      </p:childTnLst>
                    </p:cTn>
                  </p:par>
                  <p:par>
                    <p:cTn id="173" fill="hold">
                      <p:stCondLst>
                        <p:cond delay="indefinite"/>
                      </p:stCondLst>
                      <p:childTnLst>
                        <p:par>
                          <p:cTn id="174" fill="hold">
                            <p:stCondLst>
                              <p:cond delay="0"/>
                            </p:stCondLst>
                            <p:childTnLst>
                              <p:par>
                                <p:cTn id="175" presetID="1" presetClass="exit" presetSubtype="0" fill="hold" grpId="1" nodeType="clickEffect">
                                  <p:stCondLst>
                                    <p:cond delay="0"/>
                                  </p:stCondLst>
                                  <p:childTnLst>
                                    <p:set>
                                      <p:cBhvr>
                                        <p:cTn id="176" dur="1" fill="hold">
                                          <p:stCondLst>
                                            <p:cond delay="0"/>
                                          </p:stCondLst>
                                        </p:cTn>
                                        <p:tgtEl>
                                          <p:spTgt spid="37"/>
                                        </p:tgtEl>
                                        <p:attrNameLst>
                                          <p:attrName>style.visibility</p:attrName>
                                        </p:attrNameLst>
                                      </p:cBhvr>
                                      <p:to>
                                        <p:strVal val="hidden"/>
                                      </p:to>
                                    </p:set>
                                  </p:childTnLst>
                                </p:cTn>
                              </p:par>
                              <p:par>
                                <p:cTn id="177" presetID="1" presetClass="entr" presetSubtype="0" fill="hold" grpId="0" nodeType="withEffect">
                                  <p:stCondLst>
                                    <p:cond delay="0"/>
                                  </p:stCondLst>
                                  <p:childTnLst>
                                    <p:set>
                                      <p:cBhvr>
                                        <p:cTn id="178" dur="1" fill="hold">
                                          <p:stCondLst>
                                            <p:cond delay="0"/>
                                          </p:stCondLst>
                                        </p:cTn>
                                        <p:tgtEl>
                                          <p:spTgt spid="3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0" presetClass="path" presetSubtype="0" accel="50000" decel="50000" fill="hold" grpId="5" nodeType="clickEffect">
                                  <p:stCondLst>
                                    <p:cond delay="0"/>
                                  </p:stCondLst>
                                  <p:childTnLst>
                                    <p:animMotion origin="layout" path="M -2.77778E-7 3.09898E-6 C 0.0217 0.01156 0.04358 0.02312 0.05799 0.03076 C 0.0724 0.03839 0.0776 0.03376 0.08698 0.04625 C 0.09635 0.05874 0.10712 0.08117 0.11458 0.10615 C 0.12205 0.13089 0.12899 0.17622 0.13194 0.19681 C 0.1349 0.21739 0.13767 0.22294 0.13194 0.22965 C 0.12622 0.23635 0.10278 0.23612 0.09705 0.23728 " pathEditMode="relative" rAng="0" ptsTypes="aaaaaaA">
                                      <p:cBhvr>
                                        <p:cTn id="182" dur="500" fill="hold"/>
                                        <p:tgtEl>
                                          <p:spTgt spid="66"/>
                                        </p:tgtEl>
                                        <p:attrNameLst>
                                          <p:attrName>ppt_x</p:attrName>
                                          <p:attrName>ppt_y</p:attrName>
                                        </p:attrNameLst>
                                      </p:cBhvr>
                                      <p:rCtr x="6875" y="11864"/>
                                    </p:animMotion>
                                  </p:childTnLst>
                                </p:cTn>
                              </p:par>
                            </p:childTnLst>
                          </p:cTn>
                        </p:par>
                        <p:par>
                          <p:cTn id="183" fill="hold">
                            <p:stCondLst>
                              <p:cond delay="500"/>
                            </p:stCondLst>
                            <p:childTnLst>
                              <p:par>
                                <p:cTn id="184" presetID="1" presetClass="exit" presetSubtype="0" fill="hold" grpId="3" nodeType="afterEffect">
                                  <p:stCondLst>
                                    <p:cond delay="1000"/>
                                  </p:stCondLst>
                                  <p:childTnLst>
                                    <p:set>
                                      <p:cBhvr>
                                        <p:cTn id="185" dur="1" fill="hold">
                                          <p:stCondLst>
                                            <p:cond delay="0"/>
                                          </p:stCondLst>
                                        </p:cTn>
                                        <p:tgtEl>
                                          <p:spTgt spid="31"/>
                                        </p:tgtEl>
                                        <p:attrNameLst>
                                          <p:attrName>style.visibility</p:attrName>
                                        </p:attrNameLst>
                                      </p:cBhvr>
                                      <p:to>
                                        <p:strVal val="hidden"/>
                                      </p:to>
                                    </p:set>
                                  </p:childTnLst>
                                </p:cTn>
                              </p:par>
                              <p:par>
                                <p:cTn id="186" presetID="1" presetClass="entr" presetSubtype="0" fill="hold" grpId="1" nodeType="withEffect">
                                  <p:stCondLst>
                                    <p:cond delay="0"/>
                                  </p:stCondLst>
                                  <p:childTnLst>
                                    <p:set>
                                      <p:cBhvr>
                                        <p:cTn id="187" dur="1" fill="hold">
                                          <p:stCondLst>
                                            <p:cond delay="0"/>
                                          </p:stCondLst>
                                        </p:cTn>
                                        <p:tgtEl>
                                          <p:spTgt spid="32"/>
                                        </p:tgtEl>
                                        <p:attrNameLst>
                                          <p:attrName>style.visibility</p:attrName>
                                        </p:attrNameLst>
                                      </p:cBhvr>
                                      <p:to>
                                        <p:strVal val="visible"/>
                                      </p:to>
                                    </p:set>
                                  </p:childTnLst>
                                </p:cTn>
                              </p:par>
                              <p:par>
                                <p:cTn id="188" presetID="1" presetClass="emph" presetSubtype="1" nodeType="withEffect">
                                  <p:stCondLst>
                                    <p:cond delay="0"/>
                                  </p:stCondLst>
                                  <p:childTnLst>
                                    <p:set>
                                      <p:cBhvr>
                                        <p:cTn id="189" dur="indefinite"/>
                                        <p:tgtEl>
                                          <p:spTgt spid="42"/>
                                        </p:tgtEl>
                                        <p:attrNameLst>
                                          <p:attrName>fillcolor</p:attrName>
                                        </p:attrNameLst>
                                      </p:cBhvr>
                                      <p:to>
                                        <p:clrVal>
                                          <a:schemeClr val="bg1"/>
                                        </p:clrVal>
                                      </p:to>
                                    </p:set>
                                    <p:set>
                                      <p:cBhvr>
                                        <p:cTn id="190" dur="indefinite"/>
                                        <p:tgtEl>
                                          <p:spTgt spid="42"/>
                                        </p:tgtEl>
                                        <p:attrNameLst>
                                          <p:attrName>fill.type</p:attrName>
                                        </p:attrNameLst>
                                      </p:cBhvr>
                                      <p:to>
                                        <p:strVal val="solid"/>
                                      </p:to>
                                    </p:set>
                                    <p:set>
                                      <p:cBhvr>
                                        <p:cTn id="191" dur="indefinite"/>
                                        <p:tgtEl>
                                          <p:spTgt spid="42"/>
                                        </p:tgtEl>
                                        <p:attrNameLst>
                                          <p:attrName>fill.on</p:attrName>
                                        </p:attrNameLst>
                                      </p:cBhvr>
                                      <p:to>
                                        <p:strVal val="true"/>
                                      </p:to>
                                    </p:set>
                                  </p:childTnLst>
                                </p:cTn>
                              </p:par>
                              <p:par>
                                <p:cTn id="192" presetID="1" presetClass="emph" presetSubtype="1" nodeType="withEffect">
                                  <p:stCondLst>
                                    <p:cond delay="0"/>
                                  </p:stCondLst>
                                  <p:childTnLst>
                                    <p:set>
                                      <p:cBhvr>
                                        <p:cTn id="193" dur="indefinite"/>
                                        <p:tgtEl>
                                          <p:spTgt spid="44"/>
                                        </p:tgtEl>
                                        <p:attrNameLst>
                                          <p:attrName>fillcolor</p:attrName>
                                        </p:attrNameLst>
                                      </p:cBhvr>
                                      <p:to>
                                        <p:clrVal>
                                          <a:srgbClr val="66FF33"/>
                                        </p:clrVal>
                                      </p:to>
                                    </p:set>
                                    <p:set>
                                      <p:cBhvr>
                                        <p:cTn id="194" dur="indefinite"/>
                                        <p:tgtEl>
                                          <p:spTgt spid="44"/>
                                        </p:tgtEl>
                                        <p:attrNameLst>
                                          <p:attrName>fill.type</p:attrName>
                                        </p:attrNameLst>
                                      </p:cBhvr>
                                      <p:to>
                                        <p:strVal val="solid"/>
                                      </p:to>
                                    </p:set>
                                    <p:set>
                                      <p:cBhvr>
                                        <p:cTn id="195" dur="indefinite"/>
                                        <p:tgtEl>
                                          <p:spTgt spid="44"/>
                                        </p:tgtEl>
                                        <p:attrNameLst>
                                          <p:attrName>fill.on</p:attrName>
                                        </p:attrNameLst>
                                      </p:cBhvr>
                                      <p:to>
                                        <p:strVal val="true"/>
                                      </p:to>
                                    </p:set>
                                  </p:childTnLst>
                                </p:cTn>
                              </p:par>
                            </p:childTnLst>
                          </p:cTn>
                        </p:par>
                      </p:childTnLst>
                    </p:cTn>
                  </p:par>
                  <p:par>
                    <p:cTn id="196" fill="hold">
                      <p:stCondLst>
                        <p:cond delay="indefinite"/>
                      </p:stCondLst>
                      <p:childTnLst>
                        <p:par>
                          <p:cTn id="197" fill="hold">
                            <p:stCondLst>
                              <p:cond delay="0"/>
                            </p:stCondLst>
                            <p:childTnLst>
                              <p:par>
                                <p:cTn id="198" presetID="1" presetClass="exit" presetSubtype="0" fill="hold" grpId="1" nodeType="clickEffect">
                                  <p:stCondLst>
                                    <p:cond delay="0"/>
                                  </p:stCondLst>
                                  <p:childTnLst>
                                    <p:set>
                                      <p:cBhvr>
                                        <p:cTn id="199" dur="1" fill="hold">
                                          <p:stCondLst>
                                            <p:cond delay="0"/>
                                          </p:stCondLst>
                                        </p:cTn>
                                        <p:tgtEl>
                                          <p:spTgt spid="38"/>
                                        </p:tgtEl>
                                        <p:attrNameLst>
                                          <p:attrName>style.visibility</p:attrName>
                                        </p:attrNameLst>
                                      </p:cBhvr>
                                      <p:to>
                                        <p:strVal val="hidden"/>
                                      </p:to>
                                    </p:set>
                                  </p:childTnLst>
                                </p:cTn>
                              </p:par>
                              <p:par>
                                <p:cTn id="200" presetID="1" presetClass="entr" presetSubtype="0" fill="hold" grpId="0" nodeType="withEffect">
                                  <p:stCondLst>
                                    <p:cond delay="0"/>
                                  </p:stCondLst>
                                  <p:childTnLst>
                                    <p:set>
                                      <p:cBhvr>
                                        <p:cTn id="201" dur="1" fill="hold">
                                          <p:stCondLst>
                                            <p:cond delay="0"/>
                                          </p:stCondLst>
                                        </p:cTn>
                                        <p:tgtEl>
                                          <p:spTgt spid="39"/>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0" presetClass="path" presetSubtype="0" accel="50000" decel="50000" fill="hold" grpId="3" nodeType="clickEffect">
                                  <p:stCondLst>
                                    <p:cond delay="0"/>
                                  </p:stCondLst>
                                  <p:childTnLst>
                                    <p:animMotion origin="layout" path="M -1.94444E-6 -1.13784E-6 C -0.00434 0.00925 0.00243 0.07516 0.00434 0.09852 C 0.00625 0.12188 0.00868 0.13205 0.01163 0.14084 C 0.01459 0.14963 0.01806 0.15333 0.0217 0.15056 C 0.02535 0.14778 0.0309 0.13367 0.03334 0.1235 C 0.03577 0.11332 0.03681 0.10222 0.03629 0.08881 C 0.03577 0.07539 0.03646 0.05805 0.03038 0.04255 C 0.02431 0.02706 0.00434 -0.00925 -1.94444E-6 -1.13784E-6 Z " pathEditMode="relative" rAng="0" ptsTypes="aaaaaaaa">
                                      <p:cBhvr>
                                        <p:cTn id="205" dur="500" fill="hold"/>
                                        <p:tgtEl>
                                          <p:spTgt spid="65"/>
                                        </p:tgtEl>
                                        <p:attrNameLst>
                                          <p:attrName>ppt_x</p:attrName>
                                          <p:attrName>ppt_y</p:attrName>
                                        </p:attrNameLst>
                                      </p:cBhvr>
                                      <p:rCtr x="1615" y="7192"/>
                                    </p:animMotion>
                                  </p:childTnLst>
                                </p:cTn>
                              </p:par>
                              <p:par>
                                <p:cTn id="206" presetID="1" presetClass="exit" presetSubtype="0" fill="hold" grpId="6" nodeType="withEffect">
                                  <p:stCondLst>
                                    <p:cond delay="0"/>
                                  </p:stCondLst>
                                  <p:childTnLst>
                                    <p:set>
                                      <p:cBhvr>
                                        <p:cTn id="207" dur="1" fill="hold">
                                          <p:stCondLst>
                                            <p:cond delay="0"/>
                                          </p:stCondLst>
                                        </p:cTn>
                                        <p:tgtEl>
                                          <p:spTgt spid="66"/>
                                        </p:tgtEl>
                                        <p:attrNameLst>
                                          <p:attrName>style.visibility</p:attrName>
                                        </p:attrNameLst>
                                      </p:cBhvr>
                                      <p:to>
                                        <p:strVal val="hidden"/>
                                      </p:to>
                                    </p:set>
                                  </p:childTnLst>
                                </p:cTn>
                              </p:par>
                              <p:par>
                                <p:cTn id="208" presetID="1" presetClass="entr" presetSubtype="0" fill="hold" grpId="4" nodeType="withEffect">
                                  <p:stCondLst>
                                    <p:cond delay="0"/>
                                  </p:stCondLst>
                                  <p:childTnLst>
                                    <p:set>
                                      <p:cBhvr>
                                        <p:cTn id="209" dur="1" fill="hold">
                                          <p:stCondLst>
                                            <p:cond delay="0"/>
                                          </p:stCondLst>
                                        </p:cTn>
                                        <p:tgtEl>
                                          <p:spTgt spid="65"/>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xit" presetSubtype="0" fill="hold" grpId="1" nodeType="clickEffect">
                                  <p:stCondLst>
                                    <p:cond delay="0"/>
                                  </p:stCondLst>
                                  <p:childTnLst>
                                    <p:set>
                                      <p:cBhvr>
                                        <p:cTn id="213" dur="1" fill="hold">
                                          <p:stCondLst>
                                            <p:cond delay="0"/>
                                          </p:stCondLst>
                                        </p:cTn>
                                        <p:tgtEl>
                                          <p:spTgt spid="39"/>
                                        </p:tgtEl>
                                        <p:attrNameLst>
                                          <p:attrName>style.visibility</p:attrName>
                                        </p:attrNameLst>
                                      </p:cBhvr>
                                      <p:to>
                                        <p:strVal val="hidden"/>
                                      </p:to>
                                    </p:set>
                                  </p:childTnLst>
                                </p:cTn>
                              </p:par>
                              <p:par>
                                <p:cTn id="214" presetID="1" presetClass="entr" presetSubtype="0" fill="hold" grpId="0" nodeType="withEffect">
                                  <p:stCondLst>
                                    <p:cond delay="0"/>
                                  </p:stCondLst>
                                  <p:childTnLst>
                                    <p:set>
                                      <p:cBhvr>
                                        <p:cTn id="215" dur="1" fill="hold">
                                          <p:stCondLst>
                                            <p:cond delay="0"/>
                                          </p:stCondLst>
                                        </p:cTn>
                                        <p:tgtEl>
                                          <p:spTgt spid="40"/>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0" presetClass="path" presetSubtype="0" accel="50000" decel="50000" fill="hold" grpId="5" nodeType="clickEffect">
                                  <p:stCondLst>
                                    <p:cond delay="0"/>
                                  </p:stCondLst>
                                  <p:childTnLst>
                                    <p:animMotion origin="layout" path="M 4.16667E-6 5.45791E-7 C -0.01112 0.03191 -0.02205 0.06383 -0.02743 0.08094 C -0.03282 0.09806 -0.02657 0.09389 -0.03195 0.10222 C -0.03733 0.11055 -0.04948 0.12535 -0.05938 0.13113 C -0.06927 0.13691 -0.07917 0.13853 -0.09132 0.13691 C -0.10348 0.13529 -0.12292 0.12928 -0.13195 0.12165 C -0.14098 0.11401 -0.13681 0.108 -0.14497 0.09066 C -0.15313 0.07331 -0.16719 0.04533 -0.18108 0.01734 " pathEditMode="relative" rAng="0" ptsTypes="aaaaaaaA">
                                      <p:cBhvr>
                                        <p:cTn id="219" dur="500" fill="hold"/>
                                        <p:tgtEl>
                                          <p:spTgt spid="65"/>
                                        </p:tgtEl>
                                        <p:attrNameLst>
                                          <p:attrName>ppt_x</p:attrName>
                                          <p:attrName>ppt_y</p:attrName>
                                        </p:attrNameLst>
                                      </p:cBhvr>
                                      <p:rCtr x="-9063" y="6915"/>
                                    </p:animMotion>
                                  </p:childTnLst>
                                </p:cTn>
                              </p:par>
                            </p:childTnLst>
                          </p:cTn>
                        </p:par>
                        <p:par>
                          <p:cTn id="220" fill="hold">
                            <p:stCondLst>
                              <p:cond delay="500"/>
                            </p:stCondLst>
                            <p:childTnLst>
                              <p:par>
                                <p:cTn id="221" presetID="1" presetClass="exit" presetSubtype="0" fill="hold" grpId="3" nodeType="afterEffect">
                                  <p:stCondLst>
                                    <p:cond delay="1000"/>
                                  </p:stCondLst>
                                  <p:childTnLst>
                                    <p:set>
                                      <p:cBhvr>
                                        <p:cTn id="222" dur="1" fill="hold">
                                          <p:stCondLst>
                                            <p:cond delay="0"/>
                                          </p:stCondLst>
                                        </p:cTn>
                                        <p:tgtEl>
                                          <p:spTgt spid="32"/>
                                        </p:tgtEl>
                                        <p:attrNameLst>
                                          <p:attrName>style.visibility</p:attrName>
                                        </p:attrNameLst>
                                      </p:cBhvr>
                                      <p:to>
                                        <p:strVal val="hidden"/>
                                      </p:to>
                                    </p:set>
                                  </p:childTnLst>
                                </p:cTn>
                              </p:par>
                              <p:par>
                                <p:cTn id="223" presetID="1" presetClass="entr" presetSubtype="0" fill="hold" grpId="1" nodeType="withEffect">
                                  <p:stCondLst>
                                    <p:cond delay="0"/>
                                  </p:stCondLst>
                                  <p:childTnLst>
                                    <p:set>
                                      <p:cBhvr>
                                        <p:cTn id="224" dur="1" fill="hold">
                                          <p:stCondLst>
                                            <p:cond delay="0"/>
                                          </p:stCondLst>
                                        </p:cTn>
                                        <p:tgtEl>
                                          <p:spTgt spid="30"/>
                                        </p:tgtEl>
                                        <p:attrNameLst>
                                          <p:attrName>style.visibility</p:attrName>
                                        </p:attrNameLst>
                                      </p:cBhvr>
                                      <p:to>
                                        <p:strVal val="visible"/>
                                      </p:to>
                                    </p:set>
                                  </p:childTnLst>
                                </p:cTn>
                              </p:par>
                              <p:par>
                                <p:cTn id="225" presetID="1" presetClass="emph" presetSubtype="1" nodeType="withEffect">
                                  <p:stCondLst>
                                    <p:cond delay="0"/>
                                  </p:stCondLst>
                                  <p:childTnLst>
                                    <p:set>
                                      <p:cBhvr>
                                        <p:cTn id="226" dur="indefinite"/>
                                        <p:tgtEl>
                                          <p:spTgt spid="44"/>
                                        </p:tgtEl>
                                        <p:attrNameLst>
                                          <p:attrName>fillcolor</p:attrName>
                                        </p:attrNameLst>
                                      </p:cBhvr>
                                      <p:to>
                                        <p:clrVal>
                                          <a:schemeClr val="bg1"/>
                                        </p:clrVal>
                                      </p:to>
                                    </p:set>
                                    <p:set>
                                      <p:cBhvr>
                                        <p:cTn id="227" dur="indefinite"/>
                                        <p:tgtEl>
                                          <p:spTgt spid="44"/>
                                        </p:tgtEl>
                                        <p:attrNameLst>
                                          <p:attrName>fill.type</p:attrName>
                                        </p:attrNameLst>
                                      </p:cBhvr>
                                      <p:to>
                                        <p:strVal val="solid"/>
                                      </p:to>
                                    </p:set>
                                    <p:set>
                                      <p:cBhvr>
                                        <p:cTn id="228" dur="indefinite"/>
                                        <p:tgtEl>
                                          <p:spTgt spid="44"/>
                                        </p:tgtEl>
                                        <p:attrNameLst>
                                          <p:attrName>fill.on</p:attrName>
                                        </p:attrNameLst>
                                      </p:cBhvr>
                                      <p:to>
                                        <p:strVal val="true"/>
                                      </p:to>
                                    </p:set>
                                  </p:childTnLst>
                                </p:cTn>
                              </p:par>
                              <p:par>
                                <p:cTn id="229" presetID="1" presetClass="emph" presetSubtype="1" nodeType="withEffect">
                                  <p:stCondLst>
                                    <p:cond delay="0"/>
                                  </p:stCondLst>
                                  <p:childTnLst>
                                    <p:set>
                                      <p:cBhvr>
                                        <p:cTn id="230" dur="indefinite"/>
                                        <p:tgtEl>
                                          <p:spTgt spid="43"/>
                                        </p:tgtEl>
                                        <p:attrNameLst>
                                          <p:attrName>fillcolor</p:attrName>
                                        </p:attrNameLst>
                                      </p:cBhvr>
                                      <p:to>
                                        <p:clrVal>
                                          <a:srgbClr val="66FF33"/>
                                        </p:clrVal>
                                      </p:to>
                                    </p:set>
                                    <p:set>
                                      <p:cBhvr>
                                        <p:cTn id="231" dur="indefinite"/>
                                        <p:tgtEl>
                                          <p:spTgt spid="43"/>
                                        </p:tgtEl>
                                        <p:attrNameLst>
                                          <p:attrName>fill.type</p:attrName>
                                        </p:attrNameLst>
                                      </p:cBhvr>
                                      <p:to>
                                        <p:strVal val="solid"/>
                                      </p:to>
                                    </p:set>
                                    <p:set>
                                      <p:cBhvr>
                                        <p:cTn id="232" dur="indefinite"/>
                                        <p:tgtEl>
                                          <p:spTgt spid="43"/>
                                        </p:tgtEl>
                                        <p:attrNameLst>
                                          <p:attrName>fill.on</p:attrName>
                                        </p:attrNameLst>
                                      </p:cBhvr>
                                      <p:to>
                                        <p:strVal val="true"/>
                                      </p:to>
                                    </p:set>
                                  </p:childTnLst>
                                </p:cTn>
                              </p:par>
                            </p:childTnLst>
                          </p:cTn>
                        </p:par>
                      </p:childTnLst>
                    </p:cTn>
                  </p:par>
                  <p:par>
                    <p:cTn id="233" fill="hold">
                      <p:stCondLst>
                        <p:cond delay="indefinite"/>
                      </p:stCondLst>
                      <p:childTnLst>
                        <p:par>
                          <p:cTn id="234" fill="hold">
                            <p:stCondLst>
                              <p:cond delay="0"/>
                            </p:stCondLst>
                            <p:childTnLst>
                              <p:par>
                                <p:cTn id="235" presetID="1" presetClass="exit" presetSubtype="0" fill="hold" grpId="1" nodeType="clickEffect">
                                  <p:stCondLst>
                                    <p:cond delay="0"/>
                                  </p:stCondLst>
                                  <p:childTnLst>
                                    <p:set>
                                      <p:cBhvr>
                                        <p:cTn id="236" dur="1" fill="hold">
                                          <p:stCondLst>
                                            <p:cond delay="0"/>
                                          </p:stCondLst>
                                        </p:cTn>
                                        <p:tgtEl>
                                          <p:spTgt spid="40"/>
                                        </p:tgtEl>
                                        <p:attrNameLst>
                                          <p:attrName>style.visibility</p:attrName>
                                        </p:attrNameLst>
                                      </p:cBhvr>
                                      <p:to>
                                        <p:strVal val="hidden"/>
                                      </p:to>
                                    </p:set>
                                  </p:childTnLst>
                                </p:cTn>
                              </p:par>
                              <p:par>
                                <p:cTn id="237" presetID="1" presetClass="entr" presetSubtype="0" fill="hold" grpId="0" nodeType="withEffect">
                                  <p:stCondLst>
                                    <p:cond delay="0"/>
                                  </p:stCondLst>
                                  <p:childTnLst>
                                    <p:set>
                                      <p:cBhvr>
                                        <p:cTn id="238" dur="1" fill="hold">
                                          <p:stCondLst>
                                            <p:cond delay="0"/>
                                          </p:stCondLst>
                                        </p:cTn>
                                        <p:tgtEl>
                                          <p:spTgt spid="67"/>
                                        </p:tgtEl>
                                        <p:attrNameLst>
                                          <p:attrName>style.visibility</p:attrName>
                                        </p:attrNameLst>
                                      </p:cBhvr>
                                      <p:to>
                                        <p:strVal val="visible"/>
                                      </p:to>
                                    </p:set>
                                  </p:childTnLst>
                                </p:cTn>
                              </p:par>
                            </p:childTnLst>
                          </p:cTn>
                        </p:par>
                        <p:par>
                          <p:cTn id="239" fill="hold">
                            <p:stCondLst>
                              <p:cond delay="0"/>
                            </p:stCondLst>
                            <p:childTnLst>
                              <p:par>
                                <p:cTn id="240" presetID="27" presetClass="entr" presetSubtype="0" fill="hold" nodeType="afterEffect">
                                  <p:stCondLst>
                                    <p:cond delay="0"/>
                                  </p:stCondLst>
                                  <p:iterate type="lt">
                                    <p:tmPct val="100000"/>
                                  </p:iterate>
                                  <p:childTnLst>
                                    <p:set>
                                      <p:cBhvr>
                                        <p:cTn id="241" dur="1" fill="hold">
                                          <p:stCondLst>
                                            <p:cond delay="0"/>
                                          </p:stCondLst>
                                        </p:cTn>
                                        <p:tgtEl>
                                          <p:spTgt spid="29">
                                            <p:txEl>
                                              <p:pRg st="4" end="4"/>
                                            </p:txEl>
                                          </p:spTgt>
                                        </p:tgtEl>
                                        <p:attrNameLst>
                                          <p:attrName>style.visibility</p:attrName>
                                        </p:attrNameLst>
                                      </p:cBhvr>
                                      <p:to>
                                        <p:strVal val="visible"/>
                                      </p:to>
                                    </p:set>
                                    <p:anim calcmode="discrete" valueType="clr">
                                      <p:cBhvr override="childStyle">
                                        <p:cTn id="242" dur="150"/>
                                        <p:tgtEl>
                                          <p:spTgt spid="29">
                                            <p:txEl>
                                              <p:pRg st="4" end="4"/>
                                            </p:txEl>
                                          </p:spTgt>
                                        </p:tgtEl>
                                        <p:attrNameLst>
                                          <p:attrName>style.color</p:attrName>
                                        </p:attrNameLst>
                                      </p:cBhvr>
                                      <p:tavLst>
                                        <p:tav tm="0">
                                          <p:val>
                                            <p:clrVal>
                                              <a:srgbClr val="FF3300"/>
                                            </p:clrVal>
                                          </p:val>
                                        </p:tav>
                                        <p:tav tm="50000">
                                          <p:val>
                                            <p:clrVal>
                                              <a:schemeClr val="accent2"/>
                                            </p:clrVal>
                                          </p:val>
                                        </p:tav>
                                      </p:tavLst>
                                    </p:anim>
                                    <p:anim calcmode="discrete" valueType="clr">
                                      <p:cBhvr>
                                        <p:cTn id="243" dur="150"/>
                                        <p:tgtEl>
                                          <p:spTgt spid="29">
                                            <p:txEl>
                                              <p:pRg st="4" end="4"/>
                                            </p:txEl>
                                          </p:spTgt>
                                        </p:tgtEl>
                                        <p:attrNameLst>
                                          <p:attrName>fillcolor</p:attrName>
                                        </p:attrNameLst>
                                      </p:cBhvr>
                                      <p:tavLst>
                                        <p:tav tm="0">
                                          <p:val>
                                            <p:clrVal>
                                              <a:schemeClr val="accent2"/>
                                            </p:clrVal>
                                          </p:val>
                                        </p:tav>
                                        <p:tav tm="50000">
                                          <p:val>
                                            <p:clrVal>
                                              <a:schemeClr val="hlink"/>
                                            </p:clrVal>
                                          </p:val>
                                        </p:tav>
                                      </p:tavLst>
                                    </p:anim>
                                    <p:set>
                                      <p:cBhvr>
                                        <p:cTn id="244" dur="150"/>
                                        <p:tgtEl>
                                          <p:spTgt spid="29">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0" grpId="2" animBg="1"/>
      <p:bldP spid="31" grpId="0" animBg="1"/>
      <p:bldP spid="31" grpId="1" animBg="1"/>
      <p:bldP spid="31" grpId="2" animBg="1"/>
      <p:bldP spid="31" grpId="3" animBg="1"/>
      <p:bldP spid="32" grpId="0" animBg="1"/>
      <p:bldP spid="32" grpId="1" animBg="1"/>
      <p:bldP spid="32" grpId="2" animBg="1"/>
      <p:bldP spid="32" grpId="3"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63" grpId="0" animBg="1"/>
      <p:bldP spid="63" grpId="1" animBg="1"/>
      <p:bldP spid="63" grpId="2" animBg="1"/>
      <p:bldP spid="64" grpId="0" animBg="1"/>
      <p:bldP spid="64" grpId="1" animBg="1"/>
      <p:bldP spid="64" grpId="2" animBg="1"/>
      <p:bldP spid="64" grpId="3" animBg="1"/>
      <p:bldP spid="65" grpId="0" animBg="1"/>
      <p:bldP spid="65" grpId="1" animBg="1"/>
      <p:bldP spid="65" grpId="2" animBg="1"/>
      <p:bldP spid="65" grpId="3" animBg="1"/>
      <p:bldP spid="65" grpId="4" animBg="1"/>
      <p:bldP spid="65" grpId="5" animBg="1"/>
      <p:bldP spid="66" grpId="0" animBg="1"/>
      <p:bldP spid="66" grpId="1" animBg="1"/>
      <p:bldP spid="66" grpId="2" animBg="1"/>
      <p:bldP spid="66" grpId="3" animBg="1"/>
      <p:bldP spid="66" grpId="4" animBg="1"/>
      <p:bldP spid="66" grpId="5" animBg="1"/>
      <p:bldP spid="66" grpId="6" animBg="1"/>
      <p:bldP spid="6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93CBCC-6AA7-427A-BB7C-0E320051943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6597AA5-E40A-48D6-8CFE-621EAB8E30ED}"/>
              </a:ext>
            </a:extLst>
          </p:cNvPr>
          <p:cNvSpPr>
            <a:spLocks noGrp="1"/>
          </p:cNvSpPr>
          <p:nvPr>
            <p:ph type="body" sz="quarter" idx="12"/>
          </p:nvPr>
        </p:nvSpPr>
        <p:spPr/>
        <p:txBody>
          <a:bodyPr/>
          <a:lstStyle/>
          <a:p>
            <a:r>
              <a:rPr lang="en-US" dirty="0"/>
              <a:t>Designing DFA – Example 2</a:t>
            </a:r>
          </a:p>
        </p:txBody>
      </p:sp>
      <p:sp>
        <p:nvSpPr>
          <p:cNvPr id="4" name="Rectangle 3">
            <a:extLst>
              <a:ext uri="{FF2B5EF4-FFF2-40B4-BE49-F238E27FC236}">
                <a16:creationId xmlns:a16="http://schemas.microsoft.com/office/drawing/2014/main" id="{8E1E0D75-98E7-42AA-A1C4-36102A5744B4}"/>
              </a:ext>
            </a:extLst>
          </p:cNvPr>
          <p:cNvSpPr txBox="1">
            <a:spLocks noChangeArrowheads="1"/>
          </p:cNvSpPr>
          <p:nvPr/>
        </p:nvSpPr>
        <p:spPr>
          <a:xfrm>
            <a:off x="3413125" y="862013"/>
            <a:ext cx="5578475" cy="5614987"/>
          </a:xfrm>
          <a:prstGeom prst="rect">
            <a:avLst/>
          </a:prstGeom>
        </p:spPr>
        <p:txBody>
          <a:bodyPr>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b="1" dirty="0">
                <a:cs typeface="Arial" panose="020B0604020202020204" pitchFamily="34" charset="0"/>
              </a:rPr>
              <a:t>Alphabet </a:t>
            </a:r>
            <a:r>
              <a:rPr lang="el-GR" altLang="en-US" b="1" dirty="0">
                <a:cs typeface="Arial" panose="020B0604020202020204" pitchFamily="34" charset="0"/>
              </a:rPr>
              <a:t>Σ</a:t>
            </a:r>
            <a:r>
              <a:rPr lang="en-US" altLang="en-US" b="1" dirty="0">
                <a:cs typeface="Arial" panose="020B0604020202020204" pitchFamily="34" charset="0"/>
              </a:rPr>
              <a:t>={0,1,2}.</a:t>
            </a:r>
            <a:endParaRPr lang="el-GR" altLang="en-US" b="1" dirty="0">
              <a:cs typeface="Arial" panose="020B0604020202020204" pitchFamily="34" charset="0"/>
            </a:endParaRPr>
          </a:p>
          <a:p>
            <a:pPr>
              <a:lnSpc>
                <a:spcPct val="80000"/>
              </a:lnSpc>
            </a:pPr>
            <a:r>
              <a:rPr lang="en-US" altLang="en-US" b="1" dirty="0"/>
              <a:t>Language </a:t>
            </a:r>
            <a:r>
              <a:rPr lang="en-US" altLang="en-US" b="1" i="1" dirty="0"/>
              <a:t>A</a:t>
            </a:r>
            <a:r>
              <a:rPr lang="en-US" altLang="en-US" b="1" baseline="-25000" dirty="0"/>
              <a:t>2</a:t>
            </a:r>
            <a:r>
              <a:rPr lang="en-US" altLang="en-US" b="1" dirty="0"/>
              <a:t> = {</a:t>
            </a:r>
            <a:r>
              <a:rPr lang="en-US" altLang="en-US" b="1" i="1" dirty="0"/>
              <a:t>w</a:t>
            </a:r>
            <a:r>
              <a:rPr lang="en-US" altLang="en-US" b="1" dirty="0"/>
              <a:t> : the sum of all the symbols in </a:t>
            </a:r>
            <a:r>
              <a:rPr lang="en-US" altLang="en-US" b="1" i="1" dirty="0"/>
              <a:t>w</a:t>
            </a:r>
            <a:r>
              <a:rPr lang="en-US" altLang="en-US" b="1" dirty="0"/>
              <a:t> is an even number }.</a:t>
            </a:r>
          </a:p>
          <a:p>
            <a:pPr lvl="1">
              <a:lnSpc>
                <a:spcPct val="80000"/>
              </a:lnSpc>
            </a:pPr>
            <a:r>
              <a:rPr lang="en-US" altLang="en-US" sz="1900" dirty="0"/>
              <a:t>Can be represented as follows – </a:t>
            </a:r>
          </a:p>
          <a:p>
            <a:pPr lvl="2">
              <a:lnSpc>
                <a:spcPct val="80000"/>
              </a:lnSpc>
            </a:pPr>
            <a:r>
              <a:rPr lang="en-US" altLang="en-US" i="1" dirty="0"/>
              <a:t>S</a:t>
            </a:r>
            <a:r>
              <a:rPr lang="en-US" altLang="en-US" dirty="0"/>
              <a:t>= the sum of all the symbols in </a:t>
            </a:r>
            <a:r>
              <a:rPr lang="en-US" altLang="en-US" i="1" dirty="0"/>
              <a:t>w</a:t>
            </a:r>
            <a:r>
              <a:rPr lang="en-US" altLang="en-US" dirty="0"/>
              <a:t>.</a:t>
            </a:r>
          </a:p>
          <a:p>
            <a:pPr lvl="2">
              <a:lnSpc>
                <a:spcPct val="80000"/>
              </a:lnSpc>
            </a:pPr>
            <a:r>
              <a:rPr lang="en-US" altLang="en-US" dirty="0"/>
              <a:t>If </a:t>
            </a:r>
            <a:r>
              <a:rPr lang="en-US" altLang="en-US" i="1" dirty="0"/>
              <a:t>S</a:t>
            </a:r>
            <a:r>
              <a:rPr lang="en-US" altLang="en-US" dirty="0"/>
              <a:t> modulo 2 = 0 then the sum is even.</a:t>
            </a:r>
          </a:p>
          <a:p>
            <a:pPr lvl="2">
              <a:lnSpc>
                <a:spcPct val="80000"/>
              </a:lnSpc>
            </a:pPr>
            <a:r>
              <a:rPr lang="en-US" altLang="en-US" dirty="0"/>
              <a:t>Here, </a:t>
            </a:r>
            <a:r>
              <a:rPr lang="en-US" altLang="en-US" i="1" dirty="0"/>
              <a:t>b</a:t>
            </a:r>
            <a:r>
              <a:rPr lang="en-US" altLang="en-US" baseline="-25000" dirty="0"/>
              <a:t>i</a:t>
            </a:r>
            <a:r>
              <a:rPr lang="en-US" altLang="en-US" dirty="0"/>
              <a:t> is modeled as </a:t>
            </a:r>
            <a:r>
              <a:rPr lang="en-US" altLang="en-US" i="1" dirty="0"/>
              <a:t>S</a:t>
            </a:r>
            <a:r>
              <a:rPr lang="en-US" altLang="en-US" dirty="0"/>
              <a:t> modulo 2 = </a:t>
            </a:r>
            <a:r>
              <a:rPr lang="en-US" altLang="en-US" i="1" dirty="0" err="1"/>
              <a:t>i</a:t>
            </a:r>
            <a:r>
              <a:rPr lang="en-US" altLang="en-US" dirty="0"/>
              <a:t>.</a:t>
            </a:r>
          </a:p>
          <a:p>
            <a:pPr>
              <a:lnSpc>
                <a:spcPct val="80000"/>
              </a:lnSpc>
            </a:pPr>
            <a:r>
              <a:rPr lang="en-US" altLang="en-US" dirty="0"/>
              <a:t>The finite state machine </a:t>
            </a:r>
            <a:r>
              <a:rPr lang="en-US" altLang="en-US" i="1" dirty="0"/>
              <a:t>M</a:t>
            </a:r>
            <a:r>
              <a:rPr lang="en-US" altLang="en-US" baseline="-25000" dirty="0"/>
              <a:t>2</a:t>
            </a:r>
            <a:r>
              <a:rPr lang="en-US" altLang="en-US" dirty="0"/>
              <a:t>= (</a:t>
            </a:r>
            <a:r>
              <a:rPr lang="en-US" altLang="en-US" i="1" dirty="0"/>
              <a:t>Q</a:t>
            </a:r>
            <a:r>
              <a:rPr lang="en-US" altLang="en-US" i="1"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i="1"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i="1" baseline="-25000" dirty="0">
                <a:cs typeface="Arial" panose="020B0604020202020204" pitchFamily="34" charset="0"/>
                <a:sym typeface="Symbol" panose="05050102010706020507" pitchFamily="18" charset="2"/>
              </a:rPr>
              <a:t>2</a:t>
            </a:r>
            <a:r>
              <a:rPr lang="en-US" altLang="en-US" dirty="0"/>
              <a:t>), where – </a:t>
            </a:r>
          </a:p>
          <a:p>
            <a:pPr lvl="1">
              <a:lnSpc>
                <a:spcPct val="80000"/>
              </a:lnSpc>
            </a:pPr>
            <a:r>
              <a:rPr lang="en-US" altLang="en-US" sz="1900" i="1" dirty="0"/>
              <a:t>Q</a:t>
            </a:r>
            <a:r>
              <a:rPr lang="en-US" altLang="en-US" sz="1900" i="1" baseline="-25000" dirty="0"/>
              <a:t>2</a:t>
            </a:r>
            <a:r>
              <a:rPr lang="en-US" altLang="en-US" sz="1900" i="1" dirty="0"/>
              <a:t> </a:t>
            </a:r>
            <a:r>
              <a:rPr lang="en-US" altLang="en-US" sz="1900" dirty="0"/>
              <a:t>= {</a:t>
            </a:r>
            <a:r>
              <a:rPr lang="en-US" altLang="en-US" sz="1900" i="1" dirty="0"/>
              <a:t>b</a:t>
            </a:r>
            <a:r>
              <a:rPr lang="en-US" altLang="en-US" sz="1900" baseline="-25000" dirty="0"/>
              <a:t>0</a:t>
            </a:r>
            <a:r>
              <a:rPr lang="en-US" altLang="en-US" sz="1900" dirty="0"/>
              <a:t>,</a:t>
            </a:r>
            <a:r>
              <a:rPr lang="en-US" altLang="en-US" sz="1900" i="1" dirty="0"/>
              <a:t>b</a:t>
            </a:r>
            <a:r>
              <a:rPr lang="en-US" altLang="en-US" sz="1900" baseline="-25000" dirty="0"/>
              <a:t>1</a:t>
            </a:r>
            <a:r>
              <a:rPr lang="en-US" altLang="en-US" sz="1900" dirty="0"/>
              <a:t>},</a:t>
            </a:r>
          </a:p>
          <a:p>
            <a:pPr lvl="1">
              <a:lnSpc>
                <a:spcPct val="80000"/>
              </a:lnSpc>
            </a:pPr>
            <a:r>
              <a:rPr lang="en-US" altLang="en-US" sz="1900" i="1" dirty="0"/>
              <a:t>q</a:t>
            </a:r>
            <a:r>
              <a:rPr lang="en-US" altLang="en-US" sz="1900" baseline="-25000" dirty="0"/>
              <a:t>2</a:t>
            </a:r>
            <a:r>
              <a:rPr lang="en-US" altLang="en-US" sz="1900" dirty="0"/>
              <a:t> = </a:t>
            </a:r>
            <a:r>
              <a:rPr lang="en-US" altLang="en-US" sz="1900" i="1" dirty="0"/>
              <a:t>b</a:t>
            </a:r>
            <a:r>
              <a:rPr lang="en-US" altLang="en-US" sz="1900" baseline="-25000" dirty="0"/>
              <a:t>0</a:t>
            </a:r>
            <a:r>
              <a:rPr lang="en-US" altLang="en-US" sz="1900" dirty="0"/>
              <a:t>,</a:t>
            </a:r>
          </a:p>
          <a:p>
            <a:pPr lvl="1">
              <a:lnSpc>
                <a:spcPct val="80000"/>
              </a:lnSpc>
            </a:pPr>
            <a:r>
              <a:rPr lang="en-US" altLang="en-US" sz="1900" i="1" dirty="0"/>
              <a:t>F</a:t>
            </a:r>
            <a:r>
              <a:rPr lang="en-US" altLang="en-US" sz="1900" i="1" baseline="-25000" dirty="0"/>
              <a:t>2</a:t>
            </a:r>
            <a:r>
              <a:rPr lang="en-US" altLang="en-US" sz="1900" dirty="0"/>
              <a:t> = {</a:t>
            </a:r>
            <a:r>
              <a:rPr lang="en-US" altLang="en-US" sz="1900" i="1" dirty="0"/>
              <a:t>b</a:t>
            </a:r>
            <a:r>
              <a:rPr lang="en-US" altLang="en-US" sz="1900" baseline="-25000" dirty="0"/>
              <a:t>0</a:t>
            </a:r>
            <a:r>
              <a:rPr lang="en-US" altLang="en-US" sz="1900" dirty="0"/>
              <a:t>},</a:t>
            </a:r>
          </a:p>
          <a:p>
            <a:pPr lvl="1">
              <a:lnSpc>
                <a:spcPct val="80000"/>
              </a:lnSpc>
            </a:pPr>
            <a:r>
              <a:rPr lang="en-US" altLang="en-US" sz="1900" i="1" dirty="0">
                <a:cs typeface="Arial" panose="020B0604020202020204" pitchFamily="34" charset="0"/>
                <a:sym typeface="Symbol" panose="05050102010706020507" pitchFamily="18" charset="2"/>
              </a:rPr>
              <a:t></a:t>
            </a:r>
            <a:r>
              <a:rPr lang="en-US" altLang="en-US" sz="1900" i="1" baseline="-25000" dirty="0">
                <a:cs typeface="Arial" panose="020B0604020202020204" pitchFamily="34" charset="0"/>
                <a:sym typeface="Symbol" panose="05050102010706020507" pitchFamily="18" charset="2"/>
              </a:rPr>
              <a:t>2</a:t>
            </a:r>
            <a:endParaRPr lang="en-US" altLang="en-US" sz="1900" dirty="0"/>
          </a:p>
          <a:p>
            <a:pPr marL="455613" lvl="1" indent="0">
              <a:lnSpc>
                <a:spcPct val="80000"/>
              </a:lnSpc>
              <a:buFont typeface="Wingdings" pitchFamily="2" charset="2"/>
              <a:buNone/>
            </a:pPr>
            <a:r>
              <a:rPr lang="en-US" altLang="en-US" sz="1900" i="1" u="sng" baseline="-25000" dirty="0">
                <a:cs typeface="Arial" panose="020B0604020202020204" pitchFamily="34" charset="0"/>
                <a:sym typeface="Symbol" panose="05050102010706020507" pitchFamily="18" charset="2"/>
              </a:rPr>
              <a:t>       </a:t>
            </a:r>
            <a:br>
              <a:rPr lang="en-US" altLang="en-US" sz="1900" i="1" u="sng" baseline="-25000" dirty="0">
                <a:cs typeface="Arial" panose="020B0604020202020204" pitchFamily="34" charset="0"/>
                <a:sym typeface="Symbol" panose="05050102010706020507" pitchFamily="18" charset="2"/>
              </a:rPr>
            </a:br>
            <a:r>
              <a:rPr lang="en-US" altLang="en-US" sz="1900" i="1" u="sng" dirty="0">
                <a:cs typeface="Arial" panose="020B0604020202020204" pitchFamily="34" charset="0"/>
                <a:sym typeface="Symbol" panose="05050102010706020507" pitchFamily="18" charset="2"/>
              </a:rPr>
              <a:t>	</a:t>
            </a:r>
            <a:r>
              <a:rPr lang="en-US" altLang="en-US" sz="2500"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a:t>
            </a:r>
            <a:r>
              <a:rPr lang="en-US" altLang="en-US" sz="1900" u="sng" dirty="0">
                <a:cs typeface="Arial" panose="020B0604020202020204" pitchFamily="34" charset="0"/>
                <a:sym typeface="Symbol" panose="05050102010706020507" pitchFamily="18" charset="2"/>
              </a:rPr>
              <a:t> 0	1	2  </a:t>
            </a:r>
            <a:r>
              <a:rPr lang="en-US" altLang="en-US" sz="1900" u="sng" dirty="0">
                <a:solidFill>
                  <a:schemeClr val="bg1"/>
                </a:solidFill>
                <a:cs typeface="Arial" panose="020B0604020202020204" pitchFamily="34" charset="0"/>
                <a:sym typeface="Symbol" panose="05050102010706020507" pitchFamily="18" charset="2"/>
              </a:rPr>
              <a:t>.</a:t>
            </a:r>
            <a:br>
              <a:rPr lang="en-US" altLang="en-US" sz="1900" dirty="0">
                <a:cs typeface="Arial" panose="020B0604020202020204" pitchFamily="34" charset="0"/>
                <a:sym typeface="Symbol" panose="05050102010706020507" pitchFamily="18" charset="2"/>
              </a:rPr>
            </a:br>
            <a:r>
              <a:rPr lang="en-US" altLang="en-US" sz="1900" i="1" dirty="0">
                <a:cs typeface="Arial" panose="020B0604020202020204" pitchFamily="34" charset="0"/>
                <a:sym typeface="Symbol" panose="05050102010706020507" pitchFamily="18" charset="2"/>
              </a:rPr>
              <a:t>b</a:t>
            </a:r>
            <a:r>
              <a:rPr lang="en-US" altLang="en-US" sz="1900" baseline="-25000" dirty="0">
                <a:cs typeface="Arial" panose="020B0604020202020204" pitchFamily="34" charset="0"/>
                <a:sym typeface="Symbol" panose="05050102010706020507" pitchFamily="18" charset="2"/>
              </a:rPr>
              <a:t>0       </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 </a:t>
            </a:r>
          </a:p>
          <a:p>
            <a:pPr marL="455613" lvl="1" indent="0">
              <a:lnSpc>
                <a:spcPct val="80000"/>
              </a:lnSpc>
              <a:buFont typeface="Wingdings" pitchFamily="2" charset="2"/>
              <a:buNone/>
            </a:pPr>
            <a:r>
              <a:rPr lang="en-US" altLang="en-US" sz="1900" i="1" dirty="0">
                <a:cs typeface="Arial" panose="020B0604020202020204" pitchFamily="34" charset="0"/>
                <a:sym typeface="Symbol" panose="05050102010706020507" pitchFamily="18" charset="2"/>
              </a:rPr>
              <a:t>b</a:t>
            </a:r>
            <a:r>
              <a:rPr lang="en-US" altLang="en-US" sz="1900" baseline="-25000" dirty="0">
                <a:cs typeface="Arial" panose="020B0604020202020204" pitchFamily="34" charset="0"/>
                <a:sym typeface="Symbol" panose="05050102010706020507" pitchFamily="18" charset="2"/>
              </a:rPr>
              <a:t>1       </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0</a:t>
            </a:r>
            <a:r>
              <a:rPr lang="en-US" altLang="en-US" sz="1900" dirty="0">
                <a:cs typeface="Arial" panose="020B0604020202020204" pitchFamily="34" charset="0"/>
                <a:sym typeface="Symbol" panose="05050102010706020507" pitchFamily="18" charset="2"/>
              </a:rPr>
              <a:t>	</a:t>
            </a:r>
            <a:r>
              <a:rPr lang="en-US" altLang="en-US" sz="1900" i="1" dirty="0"/>
              <a:t>b</a:t>
            </a:r>
            <a:r>
              <a:rPr lang="en-US" altLang="en-US" sz="1900" baseline="-25000" dirty="0"/>
              <a:t>1</a:t>
            </a:r>
          </a:p>
        </p:txBody>
      </p:sp>
      <p:sp>
        <p:nvSpPr>
          <p:cNvPr id="5" name="Rectangle 36">
            <a:extLst>
              <a:ext uri="{FF2B5EF4-FFF2-40B4-BE49-F238E27FC236}">
                <a16:creationId xmlns:a16="http://schemas.microsoft.com/office/drawing/2014/main" id="{9ECF51E4-FC05-476F-8BA5-8E7B320FB0F7}"/>
              </a:ext>
            </a:extLst>
          </p:cNvPr>
          <p:cNvSpPr>
            <a:spLocks noChangeArrowheads="1"/>
          </p:cNvSpPr>
          <p:nvPr/>
        </p:nvSpPr>
        <p:spPr bwMode="auto">
          <a:xfrm>
            <a:off x="-12700" y="3797300"/>
            <a:ext cx="3381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1313" indent="-341313">
              <a:spcBef>
                <a:spcPct val="50000"/>
              </a:spcBef>
              <a:buBlip>
                <a:blip r:embed="rId2"/>
              </a:buBlip>
              <a:defRPr sz="3200">
                <a:solidFill>
                  <a:schemeClr val="tx1"/>
                </a:solidFill>
                <a:latin typeface="Arial" panose="020B0604020202020204" pitchFamily="34" charset="0"/>
              </a:defRPr>
            </a:lvl1pPr>
            <a:lvl2pPr marL="804863" indent="-3492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255713" indent="-33655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714500" indent="-341313">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lnSpc>
                <a:spcPct val="80000"/>
              </a:lnSpc>
            </a:pPr>
            <a:r>
              <a:rPr lang="en-US" altLang="en-US" sz="1800" dirty="0"/>
              <a:t>Input example: 01120101</a:t>
            </a:r>
          </a:p>
          <a:p>
            <a:pPr eaLnBrk="1" hangingPunct="1">
              <a:lnSpc>
                <a:spcPct val="80000"/>
              </a:lnSpc>
            </a:pPr>
            <a:r>
              <a:rPr lang="en-US" altLang="en-US" sz="1800" dirty="0"/>
              <a:t>Present State:</a:t>
            </a:r>
          </a:p>
          <a:p>
            <a:pPr eaLnBrk="1" hangingPunct="1">
              <a:lnSpc>
                <a:spcPct val="80000"/>
              </a:lnSpc>
            </a:pPr>
            <a:endParaRPr lang="en-US" altLang="en-US" sz="1800" dirty="0"/>
          </a:p>
          <a:p>
            <a:pPr eaLnBrk="1" hangingPunct="1">
              <a:lnSpc>
                <a:spcPct val="80000"/>
              </a:lnSpc>
            </a:pPr>
            <a:endParaRPr lang="en-US" altLang="en-US" sz="1200" dirty="0"/>
          </a:p>
          <a:p>
            <a:pPr eaLnBrk="1" hangingPunct="1">
              <a:lnSpc>
                <a:spcPct val="80000"/>
              </a:lnSpc>
            </a:pPr>
            <a:r>
              <a:rPr lang="en-US" altLang="en-US" sz="1800" dirty="0"/>
              <a:t>Input symbol:</a:t>
            </a:r>
          </a:p>
          <a:p>
            <a:pPr eaLnBrk="1" hangingPunct="1">
              <a:lnSpc>
                <a:spcPct val="80000"/>
              </a:lnSpc>
            </a:pPr>
            <a:endParaRPr lang="en-US" altLang="en-US" sz="2400" b="1" dirty="0"/>
          </a:p>
          <a:p>
            <a:pPr algn="ctr" eaLnBrk="1" hangingPunct="1">
              <a:lnSpc>
                <a:spcPct val="80000"/>
              </a:lnSpc>
              <a:buFontTx/>
              <a:buNone/>
            </a:pPr>
            <a:r>
              <a:rPr lang="en-US" altLang="en-US" sz="2400" b="1" dirty="0"/>
              <a:t>Accepted</a:t>
            </a:r>
          </a:p>
        </p:txBody>
      </p:sp>
      <p:sp>
        <p:nvSpPr>
          <p:cNvPr id="6" name="Text Box 37">
            <a:extLst>
              <a:ext uri="{FF2B5EF4-FFF2-40B4-BE49-F238E27FC236}">
                <a16:creationId xmlns:a16="http://schemas.microsoft.com/office/drawing/2014/main" id="{C17E56CC-A4CF-4C2D-81D7-E64E5FD68465}"/>
              </a:ext>
            </a:extLst>
          </p:cNvPr>
          <p:cNvSpPr txBox="1">
            <a:spLocks noChangeArrowheads="1"/>
          </p:cNvSpPr>
          <p:nvPr/>
        </p:nvSpPr>
        <p:spPr bwMode="auto">
          <a:xfrm>
            <a:off x="777875" y="4467225"/>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i="1">
                <a:latin typeface="Bookman Old Style" panose="02050604050505020204" pitchFamily="18" charset="0"/>
              </a:rPr>
              <a:t>b</a:t>
            </a:r>
            <a:r>
              <a:rPr lang="en-US" altLang="en-US" sz="2400" baseline="-25000">
                <a:latin typeface="Bookman Old Style" panose="02050604050505020204" pitchFamily="18" charset="0"/>
              </a:rPr>
              <a:t>0</a:t>
            </a:r>
          </a:p>
        </p:txBody>
      </p:sp>
      <p:sp>
        <p:nvSpPr>
          <p:cNvPr id="7" name="Text Box 38">
            <a:extLst>
              <a:ext uri="{FF2B5EF4-FFF2-40B4-BE49-F238E27FC236}">
                <a16:creationId xmlns:a16="http://schemas.microsoft.com/office/drawing/2014/main" id="{E71B1346-2062-4EED-ACE4-D9B3803835D0}"/>
              </a:ext>
            </a:extLst>
          </p:cNvPr>
          <p:cNvSpPr txBox="1">
            <a:spLocks noChangeArrowheads="1"/>
          </p:cNvSpPr>
          <p:nvPr/>
        </p:nvSpPr>
        <p:spPr bwMode="auto">
          <a:xfrm>
            <a:off x="776288" y="4468813"/>
            <a:ext cx="555625" cy="457200"/>
          </a:xfrm>
          <a:prstGeom prst="rect">
            <a:avLst/>
          </a:prstGeom>
          <a:solidFill>
            <a:srgbClr val="66FF33"/>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400" i="1">
                <a:latin typeface="Bookman Old Style" panose="02050604050505020204" pitchFamily="18" charset="0"/>
              </a:rPr>
              <a:t>b</a:t>
            </a:r>
            <a:r>
              <a:rPr lang="en-US" altLang="en-US" sz="2400" baseline="-25000">
                <a:latin typeface="Bookman Old Style" panose="02050604050505020204" pitchFamily="18" charset="0"/>
              </a:rPr>
              <a:t>1</a:t>
            </a:r>
          </a:p>
        </p:txBody>
      </p:sp>
      <p:sp>
        <p:nvSpPr>
          <p:cNvPr id="8" name="Text Box 40">
            <a:extLst>
              <a:ext uri="{FF2B5EF4-FFF2-40B4-BE49-F238E27FC236}">
                <a16:creationId xmlns:a16="http://schemas.microsoft.com/office/drawing/2014/main" id="{8C6B8F5A-39B5-4127-816D-0BFDDB20E0E2}"/>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1120101</a:t>
            </a:r>
          </a:p>
        </p:txBody>
      </p:sp>
      <p:sp>
        <p:nvSpPr>
          <p:cNvPr id="9" name="Text Box 41">
            <a:extLst>
              <a:ext uri="{FF2B5EF4-FFF2-40B4-BE49-F238E27FC236}">
                <a16:creationId xmlns:a16="http://schemas.microsoft.com/office/drawing/2014/main" id="{FD41D7FA-D4CC-4169-87D5-DEAAFF1F4928}"/>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120101</a:t>
            </a:r>
          </a:p>
        </p:txBody>
      </p:sp>
      <p:sp>
        <p:nvSpPr>
          <p:cNvPr id="10" name="Text Box 42">
            <a:extLst>
              <a:ext uri="{FF2B5EF4-FFF2-40B4-BE49-F238E27FC236}">
                <a16:creationId xmlns:a16="http://schemas.microsoft.com/office/drawing/2014/main" id="{6367B049-BE59-4DF2-AD3E-FBC4CA08D2B9}"/>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20101</a:t>
            </a:r>
          </a:p>
        </p:txBody>
      </p:sp>
      <p:sp>
        <p:nvSpPr>
          <p:cNvPr id="11" name="Text Box 43">
            <a:extLst>
              <a:ext uri="{FF2B5EF4-FFF2-40B4-BE49-F238E27FC236}">
                <a16:creationId xmlns:a16="http://schemas.microsoft.com/office/drawing/2014/main" id="{3A16A106-16AF-4B92-B61D-4A4C632BE74A}"/>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a:t>
            </a:r>
            <a:r>
              <a:rPr lang="en-US" altLang="en-US" sz="1600">
                <a:solidFill>
                  <a:schemeClr val="bg1"/>
                </a:solidFill>
                <a:latin typeface="Bookman Old Style" panose="02050604050505020204" pitchFamily="18" charset="0"/>
              </a:rPr>
              <a:t>2</a:t>
            </a:r>
            <a:r>
              <a:rPr lang="en-US" altLang="en-US" sz="1600">
                <a:latin typeface="Bookman Old Style" panose="02050604050505020204" pitchFamily="18" charset="0"/>
              </a:rPr>
              <a:t>0101</a:t>
            </a:r>
          </a:p>
        </p:txBody>
      </p:sp>
      <p:sp>
        <p:nvSpPr>
          <p:cNvPr id="12" name="Text Box 44">
            <a:extLst>
              <a:ext uri="{FF2B5EF4-FFF2-40B4-BE49-F238E27FC236}">
                <a16:creationId xmlns:a16="http://schemas.microsoft.com/office/drawing/2014/main" id="{76550D67-A0F2-4C57-938A-2FC9C0C0993D}"/>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101</a:t>
            </a:r>
          </a:p>
        </p:txBody>
      </p:sp>
      <p:sp>
        <p:nvSpPr>
          <p:cNvPr id="13" name="Text Box 45">
            <a:extLst>
              <a:ext uri="{FF2B5EF4-FFF2-40B4-BE49-F238E27FC236}">
                <a16:creationId xmlns:a16="http://schemas.microsoft.com/office/drawing/2014/main" id="{7B166293-0BE4-4847-A130-04FB546FD8FF}"/>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a:t>
            </a:r>
            <a:r>
              <a:rPr lang="en-US" altLang="en-US" sz="1600">
                <a:solidFill>
                  <a:schemeClr val="bg1"/>
                </a:solidFill>
                <a:latin typeface="Bookman Old Style" panose="02050604050505020204" pitchFamily="18" charset="0"/>
              </a:rPr>
              <a:t>1</a:t>
            </a:r>
            <a:r>
              <a:rPr lang="en-US" altLang="en-US" sz="1600">
                <a:latin typeface="Bookman Old Style" panose="02050604050505020204" pitchFamily="18" charset="0"/>
              </a:rPr>
              <a:t>01</a:t>
            </a:r>
          </a:p>
        </p:txBody>
      </p:sp>
      <p:sp>
        <p:nvSpPr>
          <p:cNvPr id="14" name="Text Box 46">
            <a:extLst>
              <a:ext uri="{FF2B5EF4-FFF2-40B4-BE49-F238E27FC236}">
                <a16:creationId xmlns:a16="http://schemas.microsoft.com/office/drawing/2014/main" id="{C89C697E-F133-4881-B0A3-DE71D109AAA5}"/>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a:t>
            </a:r>
            <a:r>
              <a:rPr lang="en-US" altLang="en-US" sz="1600">
                <a:solidFill>
                  <a:schemeClr val="bg1"/>
                </a:solidFill>
                <a:latin typeface="Bookman Old Style" panose="02050604050505020204" pitchFamily="18" charset="0"/>
              </a:rPr>
              <a:t>0</a:t>
            </a:r>
            <a:r>
              <a:rPr lang="en-US" altLang="en-US" sz="1600">
                <a:latin typeface="Bookman Old Style" panose="02050604050505020204" pitchFamily="18" charset="0"/>
              </a:rPr>
              <a:t>1</a:t>
            </a:r>
          </a:p>
        </p:txBody>
      </p:sp>
      <p:sp>
        <p:nvSpPr>
          <p:cNvPr id="15" name="Text Box 49">
            <a:extLst>
              <a:ext uri="{FF2B5EF4-FFF2-40B4-BE49-F238E27FC236}">
                <a16:creationId xmlns:a16="http://schemas.microsoft.com/office/drawing/2014/main" id="{1023252E-0E4F-496C-9B03-8C44D1FE2FC9}"/>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1600">
                <a:latin typeface="Bookman Old Style" panose="02050604050505020204" pitchFamily="18" charset="0"/>
              </a:rPr>
              <a:t>0112010</a:t>
            </a:r>
            <a:r>
              <a:rPr lang="en-US" altLang="en-US" sz="1600">
                <a:solidFill>
                  <a:schemeClr val="bg1"/>
                </a:solidFill>
                <a:latin typeface="Bookman Old Style" panose="02050604050505020204" pitchFamily="18" charset="0"/>
              </a:rPr>
              <a:t>1</a:t>
            </a:r>
          </a:p>
        </p:txBody>
      </p:sp>
      <p:sp>
        <p:nvSpPr>
          <p:cNvPr id="16" name="Line 35">
            <a:extLst>
              <a:ext uri="{FF2B5EF4-FFF2-40B4-BE49-F238E27FC236}">
                <a16:creationId xmlns:a16="http://schemas.microsoft.com/office/drawing/2014/main" id="{D474E529-E85E-4B9F-A1DB-4FA0E3CAFED8}"/>
              </a:ext>
            </a:extLst>
          </p:cNvPr>
          <p:cNvSpPr>
            <a:spLocks noChangeShapeType="1"/>
          </p:cNvSpPr>
          <p:nvPr/>
        </p:nvSpPr>
        <p:spPr bwMode="auto">
          <a:xfrm flipV="1">
            <a:off x="1117600" y="1925638"/>
            <a:ext cx="0" cy="542925"/>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Oval 6">
            <a:extLst>
              <a:ext uri="{FF2B5EF4-FFF2-40B4-BE49-F238E27FC236}">
                <a16:creationId xmlns:a16="http://schemas.microsoft.com/office/drawing/2014/main" id="{95073BDF-BD4F-4414-B063-F1C25E70C3CD}"/>
              </a:ext>
            </a:extLst>
          </p:cNvPr>
          <p:cNvSpPr>
            <a:spLocks noChangeArrowheads="1"/>
          </p:cNvSpPr>
          <p:nvPr/>
        </p:nvSpPr>
        <p:spPr bwMode="auto">
          <a:xfrm>
            <a:off x="666750" y="1058863"/>
            <a:ext cx="847725" cy="847725"/>
          </a:xfrm>
          <a:prstGeom prst="ellipse">
            <a:avLst/>
          </a:prstGeom>
          <a:noFill/>
          <a:ln w="88900" cmpd="dbl"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i="1">
                <a:latin typeface="Bookman Old Style" panose="02050604050505020204" pitchFamily="18" charset="0"/>
              </a:rPr>
              <a:t>b</a:t>
            </a:r>
            <a:r>
              <a:rPr lang="en-US" altLang="en-US" baseline="-25000">
                <a:latin typeface="Bookman Old Style" panose="02050604050505020204" pitchFamily="18" charset="0"/>
              </a:rPr>
              <a:t>0</a:t>
            </a:r>
          </a:p>
        </p:txBody>
      </p:sp>
      <p:sp>
        <p:nvSpPr>
          <p:cNvPr id="18" name="Oval 7">
            <a:extLst>
              <a:ext uri="{FF2B5EF4-FFF2-40B4-BE49-F238E27FC236}">
                <a16:creationId xmlns:a16="http://schemas.microsoft.com/office/drawing/2014/main" id="{5BAA0D51-E89E-4AD2-883F-E32A966238D6}"/>
              </a:ext>
            </a:extLst>
          </p:cNvPr>
          <p:cNvSpPr>
            <a:spLocks noChangeArrowheads="1"/>
          </p:cNvSpPr>
          <p:nvPr/>
        </p:nvSpPr>
        <p:spPr bwMode="auto">
          <a:xfrm>
            <a:off x="2327275" y="1023938"/>
            <a:ext cx="847725" cy="847725"/>
          </a:xfrm>
          <a:prstGeom prst="ellipse">
            <a:avLst/>
          </a:prstGeom>
          <a:noFill/>
          <a:ln w="28575" algn="ctr">
            <a:solidFill>
              <a:schemeClr val="tx1"/>
            </a:solidFill>
            <a:round/>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i="1">
                <a:latin typeface="Bookman Old Style" panose="02050604050505020204" pitchFamily="18" charset="0"/>
              </a:rPr>
              <a:t>b</a:t>
            </a:r>
            <a:r>
              <a:rPr lang="en-US" altLang="en-US" baseline="-25000">
                <a:latin typeface="Bookman Old Style" panose="02050604050505020204" pitchFamily="18" charset="0"/>
              </a:rPr>
              <a:t>1</a:t>
            </a:r>
          </a:p>
        </p:txBody>
      </p:sp>
      <p:cxnSp>
        <p:nvCxnSpPr>
          <p:cNvPr id="19" name="AutoShape 14">
            <a:extLst>
              <a:ext uri="{FF2B5EF4-FFF2-40B4-BE49-F238E27FC236}">
                <a16:creationId xmlns:a16="http://schemas.microsoft.com/office/drawing/2014/main" id="{3608B373-5E8C-408D-AB4F-03AFAF5E2098}"/>
              </a:ext>
            </a:extLst>
          </p:cNvPr>
          <p:cNvCxnSpPr>
            <a:cxnSpLocks noChangeShapeType="1"/>
            <a:stCxn id="17" idx="7"/>
            <a:endCxn id="18" idx="1"/>
          </p:cNvCxnSpPr>
          <p:nvPr/>
        </p:nvCxnSpPr>
        <p:spPr bwMode="auto">
          <a:xfrm flipV="1">
            <a:off x="1390650" y="1133475"/>
            <a:ext cx="1060450" cy="4763"/>
          </a:xfrm>
          <a:prstGeom prst="straightConnector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7">
            <a:extLst>
              <a:ext uri="{FF2B5EF4-FFF2-40B4-BE49-F238E27FC236}">
                <a16:creationId xmlns:a16="http://schemas.microsoft.com/office/drawing/2014/main" id="{2D97CCDC-B2BF-478E-901A-878289C888B0}"/>
              </a:ext>
            </a:extLst>
          </p:cNvPr>
          <p:cNvCxnSpPr>
            <a:cxnSpLocks noChangeShapeType="1"/>
            <a:stCxn id="18" idx="3"/>
            <a:endCxn id="17" idx="5"/>
          </p:cNvCxnSpPr>
          <p:nvPr/>
        </p:nvCxnSpPr>
        <p:spPr bwMode="auto">
          <a:xfrm rot="5400000">
            <a:off x="1888331" y="1264444"/>
            <a:ext cx="65088" cy="1060450"/>
          </a:xfrm>
          <a:prstGeom prst="curvedConnector3">
            <a:avLst>
              <a:gd name="adj1" fmla="val 573171"/>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8">
            <a:extLst>
              <a:ext uri="{FF2B5EF4-FFF2-40B4-BE49-F238E27FC236}">
                <a16:creationId xmlns:a16="http://schemas.microsoft.com/office/drawing/2014/main" id="{EB0F7421-B2DE-44BF-99EA-81624E2A0348}"/>
              </a:ext>
            </a:extLst>
          </p:cNvPr>
          <p:cNvCxnSpPr>
            <a:cxnSpLocks noChangeShapeType="1"/>
            <a:stCxn id="17" idx="2"/>
            <a:endCxn id="17" idx="3"/>
          </p:cNvCxnSpPr>
          <p:nvPr/>
        </p:nvCxnSpPr>
        <p:spPr bwMode="auto">
          <a:xfrm rot="10800000" flipH="1" flipV="1">
            <a:off x="622300" y="1482725"/>
            <a:ext cx="168275" cy="344488"/>
          </a:xfrm>
          <a:prstGeom prst="curvedConnector4">
            <a:avLst>
              <a:gd name="adj1" fmla="val -244343"/>
              <a:gd name="adj2" fmla="val 189403"/>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5">
            <a:extLst>
              <a:ext uri="{FF2B5EF4-FFF2-40B4-BE49-F238E27FC236}">
                <a16:creationId xmlns:a16="http://schemas.microsoft.com/office/drawing/2014/main" id="{E5A00CA2-FCED-4553-BEA6-896ED4796FFE}"/>
              </a:ext>
            </a:extLst>
          </p:cNvPr>
          <p:cNvCxnSpPr>
            <a:cxnSpLocks noChangeShapeType="1"/>
            <a:stCxn id="18" idx="4"/>
            <a:endCxn id="18" idx="5"/>
          </p:cNvCxnSpPr>
          <p:nvPr/>
        </p:nvCxnSpPr>
        <p:spPr bwMode="auto">
          <a:xfrm rot="5400000" flipH="1" flipV="1">
            <a:off x="2839244" y="1674019"/>
            <a:ext cx="123825" cy="300037"/>
          </a:xfrm>
          <a:prstGeom prst="curvedConnector3">
            <a:avLst>
              <a:gd name="adj1" fmla="val -282056"/>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27">
            <a:extLst>
              <a:ext uri="{FF2B5EF4-FFF2-40B4-BE49-F238E27FC236}">
                <a16:creationId xmlns:a16="http://schemas.microsoft.com/office/drawing/2014/main" id="{B41AEBC3-755E-49EF-B8E7-3B0BB9B5263B}"/>
              </a:ext>
            </a:extLst>
          </p:cNvPr>
          <p:cNvSpPr txBox="1">
            <a:spLocks noChangeArrowheads="1"/>
          </p:cNvSpPr>
          <p:nvPr/>
        </p:nvSpPr>
        <p:spPr bwMode="auto">
          <a:xfrm>
            <a:off x="76200" y="1171575"/>
            <a:ext cx="598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0,2</a:t>
            </a:r>
          </a:p>
        </p:txBody>
      </p:sp>
      <p:sp>
        <p:nvSpPr>
          <p:cNvPr id="24" name="Text Box 28">
            <a:extLst>
              <a:ext uri="{FF2B5EF4-FFF2-40B4-BE49-F238E27FC236}">
                <a16:creationId xmlns:a16="http://schemas.microsoft.com/office/drawing/2014/main" id="{D51F5771-5B25-4C17-BEEA-1C3B42A77685}"/>
              </a:ext>
            </a:extLst>
          </p:cNvPr>
          <p:cNvSpPr txBox="1">
            <a:spLocks noChangeArrowheads="1"/>
          </p:cNvSpPr>
          <p:nvPr/>
        </p:nvSpPr>
        <p:spPr bwMode="auto">
          <a:xfrm>
            <a:off x="2613025" y="2122488"/>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0,2</a:t>
            </a:r>
          </a:p>
        </p:txBody>
      </p:sp>
      <p:sp>
        <p:nvSpPr>
          <p:cNvPr id="25" name="Text Box 30">
            <a:extLst>
              <a:ext uri="{FF2B5EF4-FFF2-40B4-BE49-F238E27FC236}">
                <a16:creationId xmlns:a16="http://schemas.microsoft.com/office/drawing/2014/main" id="{3FC2CF70-12FD-46DF-A8CF-28A03EA77DD0}"/>
              </a:ext>
            </a:extLst>
          </p:cNvPr>
          <p:cNvSpPr txBox="1">
            <a:spLocks noChangeArrowheads="1"/>
          </p:cNvSpPr>
          <p:nvPr/>
        </p:nvSpPr>
        <p:spPr bwMode="auto">
          <a:xfrm>
            <a:off x="2051050" y="1700213"/>
            <a:ext cx="331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26" name="Text Box 33">
            <a:extLst>
              <a:ext uri="{FF2B5EF4-FFF2-40B4-BE49-F238E27FC236}">
                <a16:creationId xmlns:a16="http://schemas.microsoft.com/office/drawing/2014/main" id="{4B117D4E-165B-4085-81E5-898087624034}"/>
              </a:ext>
            </a:extLst>
          </p:cNvPr>
          <p:cNvSpPr txBox="1">
            <a:spLocks noChangeArrowheads="1"/>
          </p:cNvSpPr>
          <p:nvPr/>
        </p:nvSpPr>
        <p:spPr bwMode="auto">
          <a:xfrm>
            <a:off x="1474788" y="1069975"/>
            <a:ext cx="331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a:latin typeface="Bookman Old Style" panose="02050604050505020204" pitchFamily="18" charset="0"/>
              </a:rPr>
              <a:t>1</a:t>
            </a:r>
          </a:p>
        </p:txBody>
      </p:sp>
      <p:sp>
        <p:nvSpPr>
          <p:cNvPr id="27" name="Oval 50">
            <a:extLst>
              <a:ext uri="{FF2B5EF4-FFF2-40B4-BE49-F238E27FC236}">
                <a16:creationId xmlns:a16="http://schemas.microsoft.com/office/drawing/2014/main" id="{C9B143EB-DC33-4524-9DFE-A6F900971532}"/>
              </a:ext>
            </a:extLst>
          </p:cNvPr>
          <p:cNvSpPr>
            <a:spLocks noChangeArrowheads="1"/>
          </p:cNvSpPr>
          <p:nvPr/>
        </p:nvSpPr>
        <p:spPr bwMode="auto">
          <a:xfrm>
            <a:off x="1066800" y="2362200"/>
            <a:ext cx="106363"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28" name="Oval 54">
            <a:extLst>
              <a:ext uri="{FF2B5EF4-FFF2-40B4-BE49-F238E27FC236}">
                <a16:creationId xmlns:a16="http://schemas.microsoft.com/office/drawing/2014/main" id="{B457AF32-735A-4163-AC84-F6D5F738E4B8}"/>
              </a:ext>
            </a:extLst>
          </p:cNvPr>
          <p:cNvSpPr>
            <a:spLocks noChangeArrowheads="1"/>
          </p:cNvSpPr>
          <p:nvPr/>
        </p:nvSpPr>
        <p:spPr bwMode="auto">
          <a:xfrm>
            <a:off x="1068388" y="1203325"/>
            <a:ext cx="106362" cy="119063"/>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29" name="Oval 56">
            <a:extLst>
              <a:ext uri="{FF2B5EF4-FFF2-40B4-BE49-F238E27FC236}">
                <a16:creationId xmlns:a16="http://schemas.microsoft.com/office/drawing/2014/main" id="{1BDA5D71-CFDC-4162-9553-1B3D58E4EF75}"/>
              </a:ext>
            </a:extLst>
          </p:cNvPr>
          <p:cNvSpPr>
            <a:spLocks noChangeArrowheads="1"/>
          </p:cNvSpPr>
          <p:nvPr/>
        </p:nvSpPr>
        <p:spPr bwMode="auto">
          <a:xfrm>
            <a:off x="2713038" y="1049338"/>
            <a:ext cx="106362" cy="119062"/>
          </a:xfrm>
          <a:prstGeom prst="ellipse">
            <a:avLst/>
          </a:prstGeom>
          <a:solidFill>
            <a:srgbClr val="F62F00"/>
          </a:solidFill>
          <a:ln>
            <a:noFill/>
          </a:ln>
          <a:effectLst/>
          <a:extLst>
            <a:ext uri="{91240B29-F687-4F45-9708-019B960494DF}">
              <a14:hiddenLine xmlns:a14="http://schemas.microsoft.com/office/drawing/2010/main" w="28575" algn="ctr">
                <a:solidFill>
                  <a:schemeClr val="tx1"/>
                </a:solidFill>
                <a:round/>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Char char="•"/>
            </a:pPr>
            <a:endParaRPr lang="en-US" altLang="en-US">
              <a:latin typeface="Bookman Old Style" panose="02050604050505020204" pitchFamily="18" charset="0"/>
            </a:endParaRPr>
          </a:p>
        </p:txBody>
      </p:sp>
      <p:sp>
        <p:nvSpPr>
          <p:cNvPr id="30" name="Text Box 61">
            <a:extLst>
              <a:ext uri="{FF2B5EF4-FFF2-40B4-BE49-F238E27FC236}">
                <a16:creationId xmlns:a16="http://schemas.microsoft.com/office/drawing/2014/main" id="{238D7BDE-6197-4841-B756-A8FF77DFC2D3}"/>
              </a:ext>
            </a:extLst>
          </p:cNvPr>
          <p:cNvSpPr txBox="1">
            <a:spLocks noChangeArrowheads="1"/>
          </p:cNvSpPr>
          <p:nvPr/>
        </p:nvSpPr>
        <p:spPr bwMode="auto">
          <a:xfrm>
            <a:off x="912813" y="5483225"/>
            <a:ext cx="1497012" cy="336550"/>
          </a:xfrm>
          <a:prstGeom prst="rect">
            <a:avLst/>
          </a:prstGeom>
          <a:solidFill>
            <a:srgbClr val="F62F00"/>
          </a:solidFill>
          <a:ln>
            <a:noFill/>
          </a:ln>
          <a:effectLst/>
          <a:extLst>
            <a:ext uri="{91240B29-F687-4F45-9708-019B960494DF}">
              <a14:hiddenLine xmlns:a14="http://schemas.microsoft.com/office/drawing/2010/main" w="2857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1313" indent="-341313">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l-GR" altLang="en-US" sz="1600">
                <a:latin typeface="Bookman Old Style" panose="02050604050505020204" pitchFamily="18" charset="0"/>
              </a:rPr>
              <a:t>ε</a:t>
            </a:r>
          </a:p>
        </p:txBody>
      </p:sp>
      <mc:AlternateContent xmlns:mc="http://schemas.openxmlformats.org/markup-compatibility/2006">
        <mc:Choice xmlns:p14="http://schemas.microsoft.com/office/powerpoint/2010/main" Requires="p14">
          <p:contentPart p14:bwMode="auto" r:id="rId7">
            <p14:nvContentPartPr>
              <p14:cNvPr id="73" name="Ink 72">
                <a:extLst>
                  <a:ext uri="{FF2B5EF4-FFF2-40B4-BE49-F238E27FC236}">
                    <a16:creationId xmlns:a16="http://schemas.microsoft.com/office/drawing/2014/main" id="{9F149E81-093A-F479-DCA9-126A567A4C3D}"/>
                  </a:ext>
                </a:extLst>
              </p14:cNvPr>
              <p14:cNvContentPartPr/>
              <p14:nvPr/>
            </p14:nvContentPartPr>
            <p14:xfrm>
              <a:off x="6232047" y="1406396"/>
              <a:ext cx="436320" cy="56520"/>
            </p14:xfrm>
          </p:contentPart>
        </mc:Choice>
        <mc:Fallback>
          <p:pic>
            <p:nvPicPr>
              <p:cNvPr id="73" name="Ink 72">
                <a:extLst>
                  <a:ext uri="{FF2B5EF4-FFF2-40B4-BE49-F238E27FC236}">
                    <a16:creationId xmlns:a16="http://schemas.microsoft.com/office/drawing/2014/main" id="{9F149E81-093A-F479-DCA9-126A567A4C3D}"/>
                  </a:ext>
                </a:extLst>
              </p:cNvPr>
              <p:cNvPicPr/>
              <p:nvPr/>
            </p:nvPicPr>
            <p:blipFill>
              <a:blip r:embed="rId8"/>
              <a:stretch>
                <a:fillRect/>
              </a:stretch>
            </p:blipFill>
            <p:spPr>
              <a:xfrm>
                <a:off x="6223407" y="1397396"/>
                <a:ext cx="45396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5" name="Ink 74">
                <a:extLst>
                  <a:ext uri="{FF2B5EF4-FFF2-40B4-BE49-F238E27FC236}">
                    <a16:creationId xmlns:a16="http://schemas.microsoft.com/office/drawing/2014/main" id="{F3311D71-F5AA-82E2-8A94-C6992FB95AA9}"/>
                  </a:ext>
                </a:extLst>
              </p14:cNvPr>
              <p14:cNvContentPartPr/>
              <p14:nvPr/>
            </p14:nvContentPartPr>
            <p14:xfrm>
              <a:off x="1942287" y="3731276"/>
              <a:ext cx="148320" cy="43560"/>
            </p14:xfrm>
          </p:contentPart>
        </mc:Choice>
        <mc:Fallback>
          <p:pic>
            <p:nvPicPr>
              <p:cNvPr id="75" name="Ink 74">
                <a:extLst>
                  <a:ext uri="{FF2B5EF4-FFF2-40B4-BE49-F238E27FC236}">
                    <a16:creationId xmlns:a16="http://schemas.microsoft.com/office/drawing/2014/main" id="{F3311D71-F5AA-82E2-8A94-C6992FB95AA9}"/>
                  </a:ext>
                </a:extLst>
              </p:cNvPr>
              <p:cNvPicPr/>
              <p:nvPr/>
            </p:nvPicPr>
            <p:blipFill>
              <a:blip r:embed="rId10"/>
              <a:stretch>
                <a:fillRect/>
              </a:stretch>
            </p:blipFill>
            <p:spPr>
              <a:xfrm>
                <a:off x="1933647" y="3722636"/>
                <a:ext cx="1659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6" name="Ink 75">
                <a:extLst>
                  <a:ext uri="{FF2B5EF4-FFF2-40B4-BE49-F238E27FC236}">
                    <a16:creationId xmlns:a16="http://schemas.microsoft.com/office/drawing/2014/main" id="{5DEA201F-4E29-FCFF-3D0B-D34A05339743}"/>
                  </a:ext>
                </a:extLst>
              </p14:cNvPr>
              <p14:cNvContentPartPr/>
              <p14:nvPr/>
            </p14:nvContentPartPr>
            <p14:xfrm>
              <a:off x="2149287" y="3732356"/>
              <a:ext cx="65520" cy="40680"/>
            </p14:xfrm>
          </p:contentPart>
        </mc:Choice>
        <mc:Fallback>
          <p:pic>
            <p:nvPicPr>
              <p:cNvPr id="76" name="Ink 75">
                <a:extLst>
                  <a:ext uri="{FF2B5EF4-FFF2-40B4-BE49-F238E27FC236}">
                    <a16:creationId xmlns:a16="http://schemas.microsoft.com/office/drawing/2014/main" id="{5DEA201F-4E29-FCFF-3D0B-D34A05339743}"/>
                  </a:ext>
                </a:extLst>
              </p:cNvPr>
              <p:cNvPicPr/>
              <p:nvPr/>
            </p:nvPicPr>
            <p:blipFill>
              <a:blip r:embed="rId12"/>
              <a:stretch>
                <a:fillRect/>
              </a:stretch>
            </p:blipFill>
            <p:spPr>
              <a:xfrm>
                <a:off x="2140647" y="3723356"/>
                <a:ext cx="8316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7" name="Ink 76">
                <a:extLst>
                  <a:ext uri="{FF2B5EF4-FFF2-40B4-BE49-F238E27FC236}">
                    <a16:creationId xmlns:a16="http://schemas.microsoft.com/office/drawing/2014/main" id="{10D12D7C-1723-7AA5-ED21-B1891D08F5E9}"/>
                  </a:ext>
                </a:extLst>
              </p14:cNvPr>
              <p14:cNvContentPartPr/>
              <p14:nvPr/>
            </p14:nvContentPartPr>
            <p14:xfrm>
              <a:off x="2267727" y="3729476"/>
              <a:ext cx="66240" cy="34560"/>
            </p14:xfrm>
          </p:contentPart>
        </mc:Choice>
        <mc:Fallback>
          <p:pic>
            <p:nvPicPr>
              <p:cNvPr id="77" name="Ink 76">
                <a:extLst>
                  <a:ext uri="{FF2B5EF4-FFF2-40B4-BE49-F238E27FC236}">
                    <a16:creationId xmlns:a16="http://schemas.microsoft.com/office/drawing/2014/main" id="{10D12D7C-1723-7AA5-ED21-B1891D08F5E9}"/>
                  </a:ext>
                </a:extLst>
              </p:cNvPr>
              <p:cNvPicPr/>
              <p:nvPr/>
            </p:nvPicPr>
            <p:blipFill>
              <a:blip r:embed="rId14"/>
              <a:stretch>
                <a:fillRect/>
              </a:stretch>
            </p:blipFill>
            <p:spPr>
              <a:xfrm>
                <a:off x="2258727" y="3720476"/>
                <a:ext cx="8388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6" name="Ink 95">
                <a:extLst>
                  <a:ext uri="{FF2B5EF4-FFF2-40B4-BE49-F238E27FC236}">
                    <a16:creationId xmlns:a16="http://schemas.microsoft.com/office/drawing/2014/main" id="{156CB592-A185-E88E-D3FA-ACD7F67C7E85}"/>
                  </a:ext>
                </a:extLst>
              </p14:cNvPr>
              <p14:cNvContentPartPr/>
              <p14:nvPr/>
            </p14:nvContentPartPr>
            <p14:xfrm>
              <a:off x="6701487" y="3883196"/>
              <a:ext cx="1247760" cy="284040"/>
            </p14:xfrm>
          </p:contentPart>
        </mc:Choice>
        <mc:Fallback>
          <p:pic>
            <p:nvPicPr>
              <p:cNvPr id="96" name="Ink 95">
                <a:extLst>
                  <a:ext uri="{FF2B5EF4-FFF2-40B4-BE49-F238E27FC236}">
                    <a16:creationId xmlns:a16="http://schemas.microsoft.com/office/drawing/2014/main" id="{156CB592-A185-E88E-D3FA-ACD7F67C7E85}"/>
                  </a:ext>
                </a:extLst>
              </p:cNvPr>
              <p:cNvPicPr/>
              <p:nvPr/>
            </p:nvPicPr>
            <p:blipFill>
              <a:blip r:embed="rId16"/>
              <a:stretch>
                <a:fillRect/>
              </a:stretch>
            </p:blipFill>
            <p:spPr>
              <a:xfrm>
                <a:off x="6692487" y="3874196"/>
                <a:ext cx="126540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3" name="Ink 112">
                <a:extLst>
                  <a:ext uri="{FF2B5EF4-FFF2-40B4-BE49-F238E27FC236}">
                    <a16:creationId xmlns:a16="http://schemas.microsoft.com/office/drawing/2014/main" id="{7A17B4B0-E7D4-16D1-33D6-D0F74C332D32}"/>
                  </a:ext>
                </a:extLst>
              </p14:cNvPr>
              <p14:cNvContentPartPr/>
              <p14:nvPr/>
            </p14:nvContentPartPr>
            <p14:xfrm>
              <a:off x="7151127" y="3545156"/>
              <a:ext cx="6120" cy="165240"/>
            </p14:xfrm>
          </p:contentPart>
        </mc:Choice>
        <mc:Fallback>
          <p:pic>
            <p:nvPicPr>
              <p:cNvPr id="113" name="Ink 112">
                <a:extLst>
                  <a:ext uri="{FF2B5EF4-FFF2-40B4-BE49-F238E27FC236}">
                    <a16:creationId xmlns:a16="http://schemas.microsoft.com/office/drawing/2014/main" id="{7A17B4B0-E7D4-16D1-33D6-D0F74C332D32}"/>
                  </a:ext>
                </a:extLst>
              </p:cNvPr>
              <p:cNvPicPr/>
              <p:nvPr/>
            </p:nvPicPr>
            <p:blipFill>
              <a:blip r:embed="rId18"/>
              <a:stretch>
                <a:fillRect/>
              </a:stretch>
            </p:blipFill>
            <p:spPr>
              <a:xfrm>
                <a:off x="7142127" y="3536516"/>
                <a:ext cx="2376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2" name="Ink 121">
                <a:extLst>
                  <a:ext uri="{FF2B5EF4-FFF2-40B4-BE49-F238E27FC236}">
                    <a16:creationId xmlns:a16="http://schemas.microsoft.com/office/drawing/2014/main" id="{EB50DC4E-EB3D-15EE-5556-5AC70CA8B94C}"/>
                  </a:ext>
                </a:extLst>
              </p14:cNvPr>
              <p14:cNvContentPartPr/>
              <p14:nvPr/>
            </p14:nvContentPartPr>
            <p14:xfrm>
              <a:off x="7368207" y="5033396"/>
              <a:ext cx="216360" cy="34200"/>
            </p14:xfrm>
          </p:contentPart>
        </mc:Choice>
        <mc:Fallback>
          <p:pic>
            <p:nvPicPr>
              <p:cNvPr id="122" name="Ink 121">
                <a:extLst>
                  <a:ext uri="{FF2B5EF4-FFF2-40B4-BE49-F238E27FC236}">
                    <a16:creationId xmlns:a16="http://schemas.microsoft.com/office/drawing/2014/main" id="{EB50DC4E-EB3D-15EE-5556-5AC70CA8B94C}"/>
                  </a:ext>
                </a:extLst>
              </p:cNvPr>
              <p:cNvPicPr/>
              <p:nvPr/>
            </p:nvPicPr>
            <p:blipFill>
              <a:blip r:embed="rId20"/>
              <a:stretch>
                <a:fillRect/>
              </a:stretch>
            </p:blipFill>
            <p:spPr>
              <a:xfrm>
                <a:off x="7359207" y="5024396"/>
                <a:ext cx="23400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5" name="Ink 124">
                <a:extLst>
                  <a:ext uri="{FF2B5EF4-FFF2-40B4-BE49-F238E27FC236}">
                    <a16:creationId xmlns:a16="http://schemas.microsoft.com/office/drawing/2014/main" id="{955F235F-6BB2-9B7C-2FFE-1084F6271E39}"/>
                  </a:ext>
                </a:extLst>
              </p14:cNvPr>
              <p14:cNvContentPartPr/>
              <p14:nvPr/>
            </p14:nvContentPartPr>
            <p14:xfrm>
              <a:off x="6022167" y="3938276"/>
              <a:ext cx="620640" cy="680760"/>
            </p14:xfrm>
          </p:contentPart>
        </mc:Choice>
        <mc:Fallback>
          <p:pic>
            <p:nvPicPr>
              <p:cNvPr id="125" name="Ink 124">
                <a:extLst>
                  <a:ext uri="{FF2B5EF4-FFF2-40B4-BE49-F238E27FC236}">
                    <a16:creationId xmlns:a16="http://schemas.microsoft.com/office/drawing/2014/main" id="{955F235F-6BB2-9B7C-2FFE-1084F6271E39}"/>
                  </a:ext>
                </a:extLst>
              </p:cNvPr>
              <p:cNvPicPr/>
              <p:nvPr/>
            </p:nvPicPr>
            <p:blipFill>
              <a:blip r:embed="rId22"/>
              <a:stretch>
                <a:fillRect/>
              </a:stretch>
            </p:blipFill>
            <p:spPr>
              <a:xfrm>
                <a:off x="6013167" y="3929276"/>
                <a:ext cx="638280" cy="6984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3" name="Ink 142">
                <a:extLst>
                  <a:ext uri="{FF2B5EF4-FFF2-40B4-BE49-F238E27FC236}">
                    <a16:creationId xmlns:a16="http://schemas.microsoft.com/office/drawing/2014/main" id="{0250204E-C613-241F-E1B2-E12865DEAEE8}"/>
                  </a:ext>
                </a:extLst>
              </p14:cNvPr>
              <p14:cNvContentPartPr/>
              <p14:nvPr/>
            </p14:nvContentPartPr>
            <p14:xfrm>
              <a:off x="6664767" y="3897236"/>
              <a:ext cx="1253160" cy="230040"/>
            </p14:xfrm>
          </p:contentPart>
        </mc:Choice>
        <mc:Fallback>
          <p:pic>
            <p:nvPicPr>
              <p:cNvPr id="143" name="Ink 142">
                <a:extLst>
                  <a:ext uri="{FF2B5EF4-FFF2-40B4-BE49-F238E27FC236}">
                    <a16:creationId xmlns:a16="http://schemas.microsoft.com/office/drawing/2014/main" id="{0250204E-C613-241F-E1B2-E12865DEAEE8}"/>
                  </a:ext>
                </a:extLst>
              </p:cNvPr>
              <p:cNvPicPr/>
              <p:nvPr/>
            </p:nvPicPr>
            <p:blipFill>
              <a:blip r:embed="rId24"/>
              <a:stretch>
                <a:fillRect/>
              </a:stretch>
            </p:blipFill>
            <p:spPr>
              <a:xfrm>
                <a:off x="6655767" y="3888596"/>
                <a:ext cx="12708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2" name="Ink 181">
                <a:extLst>
                  <a:ext uri="{FF2B5EF4-FFF2-40B4-BE49-F238E27FC236}">
                    <a16:creationId xmlns:a16="http://schemas.microsoft.com/office/drawing/2014/main" id="{D02EA9E0-61E0-3199-E41B-756E9152B332}"/>
                  </a:ext>
                </a:extLst>
              </p14:cNvPr>
              <p14:cNvContentPartPr/>
              <p14:nvPr/>
            </p14:nvContentPartPr>
            <p14:xfrm>
              <a:off x="2736807" y="3600596"/>
              <a:ext cx="495360" cy="646560"/>
            </p14:xfrm>
          </p:contentPart>
        </mc:Choice>
        <mc:Fallback>
          <p:pic>
            <p:nvPicPr>
              <p:cNvPr id="182" name="Ink 181">
                <a:extLst>
                  <a:ext uri="{FF2B5EF4-FFF2-40B4-BE49-F238E27FC236}">
                    <a16:creationId xmlns:a16="http://schemas.microsoft.com/office/drawing/2014/main" id="{D02EA9E0-61E0-3199-E41B-756E9152B332}"/>
                  </a:ext>
                </a:extLst>
              </p:cNvPr>
              <p:cNvPicPr/>
              <p:nvPr/>
            </p:nvPicPr>
            <p:blipFill>
              <a:blip r:embed="rId26"/>
              <a:stretch>
                <a:fillRect/>
              </a:stretch>
            </p:blipFill>
            <p:spPr>
              <a:xfrm>
                <a:off x="2727807" y="3591956"/>
                <a:ext cx="513000" cy="6642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4" name="Ink 183">
                <a:extLst>
                  <a:ext uri="{FF2B5EF4-FFF2-40B4-BE49-F238E27FC236}">
                    <a16:creationId xmlns:a16="http://schemas.microsoft.com/office/drawing/2014/main" id="{A740CD34-3D04-39DC-FDD3-EC6333719C1A}"/>
                  </a:ext>
                </a:extLst>
              </p14:cNvPr>
              <p14:cNvContentPartPr/>
              <p14:nvPr/>
            </p14:nvContentPartPr>
            <p14:xfrm>
              <a:off x="2001687" y="3979676"/>
              <a:ext cx="1010520" cy="408600"/>
            </p14:xfrm>
          </p:contentPart>
        </mc:Choice>
        <mc:Fallback>
          <p:pic>
            <p:nvPicPr>
              <p:cNvPr id="184" name="Ink 183">
                <a:extLst>
                  <a:ext uri="{FF2B5EF4-FFF2-40B4-BE49-F238E27FC236}">
                    <a16:creationId xmlns:a16="http://schemas.microsoft.com/office/drawing/2014/main" id="{A740CD34-3D04-39DC-FDD3-EC6333719C1A}"/>
                  </a:ext>
                </a:extLst>
              </p:cNvPr>
              <p:cNvPicPr/>
              <p:nvPr/>
            </p:nvPicPr>
            <p:blipFill>
              <a:blip r:embed="rId28"/>
              <a:stretch>
                <a:fillRect/>
              </a:stretch>
            </p:blipFill>
            <p:spPr>
              <a:xfrm>
                <a:off x="1992687" y="3970676"/>
                <a:ext cx="102816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5" name="Ink 184">
                <a:extLst>
                  <a:ext uri="{FF2B5EF4-FFF2-40B4-BE49-F238E27FC236}">
                    <a16:creationId xmlns:a16="http://schemas.microsoft.com/office/drawing/2014/main" id="{D9144871-655C-F0B6-FD7B-CE162B2C6235}"/>
                  </a:ext>
                </a:extLst>
              </p14:cNvPr>
              <p14:cNvContentPartPr/>
              <p14:nvPr/>
            </p14:nvContentPartPr>
            <p14:xfrm>
              <a:off x="833847" y="5528036"/>
              <a:ext cx="1874160" cy="1220040"/>
            </p14:xfrm>
          </p:contentPart>
        </mc:Choice>
        <mc:Fallback>
          <p:pic>
            <p:nvPicPr>
              <p:cNvPr id="185" name="Ink 184">
                <a:extLst>
                  <a:ext uri="{FF2B5EF4-FFF2-40B4-BE49-F238E27FC236}">
                    <a16:creationId xmlns:a16="http://schemas.microsoft.com/office/drawing/2014/main" id="{D9144871-655C-F0B6-FD7B-CE162B2C6235}"/>
                  </a:ext>
                </a:extLst>
              </p:cNvPr>
              <p:cNvPicPr/>
              <p:nvPr/>
            </p:nvPicPr>
            <p:blipFill>
              <a:blip r:embed="rId30"/>
              <a:stretch>
                <a:fillRect/>
              </a:stretch>
            </p:blipFill>
            <p:spPr>
              <a:xfrm>
                <a:off x="824847" y="5519396"/>
                <a:ext cx="1891800" cy="1237680"/>
              </a:xfrm>
              <a:prstGeom prst="rect">
                <a:avLst/>
              </a:prstGeom>
            </p:spPr>
          </p:pic>
        </mc:Fallback>
      </mc:AlternateContent>
      <p:grpSp>
        <p:nvGrpSpPr>
          <p:cNvPr id="187" name="Group 186">
            <a:extLst>
              <a:ext uri="{FF2B5EF4-FFF2-40B4-BE49-F238E27FC236}">
                <a16:creationId xmlns:a16="http://schemas.microsoft.com/office/drawing/2014/main" id="{036CDB05-B2AE-6952-64B6-889E00A8EBA0}"/>
              </a:ext>
            </a:extLst>
          </p:cNvPr>
          <p:cNvGrpSpPr/>
          <p:nvPr/>
        </p:nvGrpSpPr>
        <p:grpSpPr>
          <a:xfrm>
            <a:off x="2396967" y="3442556"/>
            <a:ext cx="691200" cy="603720"/>
            <a:chOff x="2396967" y="3442556"/>
            <a:chExt cx="691200" cy="603720"/>
          </a:xfrm>
        </p:grpSpPr>
        <mc:AlternateContent xmlns:mc="http://schemas.openxmlformats.org/markup-compatibility/2006">
          <mc:Choice xmlns:p14="http://schemas.microsoft.com/office/powerpoint/2010/main" Requires="p14">
            <p:contentPart p14:bwMode="auto" r:id="rId31">
              <p14:nvContentPartPr>
                <p14:cNvPr id="78" name="Ink 77">
                  <a:extLst>
                    <a:ext uri="{FF2B5EF4-FFF2-40B4-BE49-F238E27FC236}">
                      <a16:creationId xmlns:a16="http://schemas.microsoft.com/office/drawing/2014/main" id="{71DA352F-9468-B1B9-0FB4-9247091D1E05}"/>
                    </a:ext>
                  </a:extLst>
                </p14:cNvPr>
                <p14:cNvContentPartPr/>
                <p14:nvPr/>
              </p14:nvContentPartPr>
              <p14:xfrm>
                <a:off x="2396967" y="3719756"/>
                <a:ext cx="59400" cy="31320"/>
              </p14:xfrm>
            </p:contentPart>
          </mc:Choice>
          <mc:Fallback>
            <p:pic>
              <p:nvPicPr>
                <p:cNvPr id="78" name="Ink 77">
                  <a:extLst>
                    <a:ext uri="{FF2B5EF4-FFF2-40B4-BE49-F238E27FC236}">
                      <a16:creationId xmlns:a16="http://schemas.microsoft.com/office/drawing/2014/main" id="{71DA352F-9468-B1B9-0FB4-9247091D1E05}"/>
                    </a:ext>
                  </a:extLst>
                </p:cNvPr>
                <p:cNvPicPr/>
                <p:nvPr/>
              </p:nvPicPr>
              <p:blipFill>
                <a:blip r:embed="rId32"/>
                <a:stretch>
                  <a:fillRect/>
                </a:stretch>
              </p:blipFill>
              <p:spPr>
                <a:xfrm>
                  <a:off x="2387967" y="3711116"/>
                  <a:ext cx="770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79" name="Ink 78">
                  <a:extLst>
                    <a:ext uri="{FF2B5EF4-FFF2-40B4-BE49-F238E27FC236}">
                      <a16:creationId xmlns:a16="http://schemas.microsoft.com/office/drawing/2014/main" id="{36EFAB16-5DB5-D6DD-B0A0-37F5396F7105}"/>
                    </a:ext>
                  </a:extLst>
                </p14:cNvPr>
                <p14:cNvContentPartPr/>
                <p14:nvPr/>
              </p14:nvContentPartPr>
              <p14:xfrm>
                <a:off x="2407767" y="3677276"/>
                <a:ext cx="80640" cy="27720"/>
              </p14:xfrm>
            </p:contentPart>
          </mc:Choice>
          <mc:Fallback>
            <p:pic>
              <p:nvPicPr>
                <p:cNvPr id="79" name="Ink 78">
                  <a:extLst>
                    <a:ext uri="{FF2B5EF4-FFF2-40B4-BE49-F238E27FC236}">
                      <a16:creationId xmlns:a16="http://schemas.microsoft.com/office/drawing/2014/main" id="{36EFAB16-5DB5-D6DD-B0A0-37F5396F7105}"/>
                    </a:ext>
                  </a:extLst>
                </p:cNvPr>
                <p:cNvPicPr/>
                <p:nvPr/>
              </p:nvPicPr>
              <p:blipFill>
                <a:blip r:embed="rId34"/>
                <a:stretch>
                  <a:fillRect/>
                </a:stretch>
              </p:blipFill>
              <p:spPr>
                <a:xfrm>
                  <a:off x="2399127" y="3668276"/>
                  <a:ext cx="9828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81" name="Ink 80">
                  <a:extLst>
                    <a:ext uri="{FF2B5EF4-FFF2-40B4-BE49-F238E27FC236}">
                      <a16:creationId xmlns:a16="http://schemas.microsoft.com/office/drawing/2014/main" id="{10B3208B-AD42-21AF-A44B-73F541CAA14A}"/>
                    </a:ext>
                  </a:extLst>
                </p14:cNvPr>
                <p14:cNvContentPartPr/>
                <p14:nvPr/>
              </p14:nvContentPartPr>
              <p14:xfrm>
                <a:off x="2529447" y="3708956"/>
                <a:ext cx="43920" cy="38160"/>
              </p14:xfrm>
            </p:contentPart>
          </mc:Choice>
          <mc:Fallback>
            <p:pic>
              <p:nvPicPr>
                <p:cNvPr id="81" name="Ink 80">
                  <a:extLst>
                    <a:ext uri="{FF2B5EF4-FFF2-40B4-BE49-F238E27FC236}">
                      <a16:creationId xmlns:a16="http://schemas.microsoft.com/office/drawing/2014/main" id="{10B3208B-AD42-21AF-A44B-73F541CAA14A}"/>
                    </a:ext>
                  </a:extLst>
                </p:cNvPr>
                <p:cNvPicPr/>
                <p:nvPr/>
              </p:nvPicPr>
              <p:blipFill>
                <a:blip r:embed="rId36"/>
                <a:stretch>
                  <a:fillRect/>
                </a:stretch>
              </p:blipFill>
              <p:spPr>
                <a:xfrm>
                  <a:off x="2520807" y="3700316"/>
                  <a:ext cx="6156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83" name="Ink 82">
                  <a:extLst>
                    <a:ext uri="{FF2B5EF4-FFF2-40B4-BE49-F238E27FC236}">
                      <a16:creationId xmlns:a16="http://schemas.microsoft.com/office/drawing/2014/main" id="{FDE0E35F-B48B-833C-53E0-F706550A7B6E}"/>
                    </a:ext>
                  </a:extLst>
                </p14:cNvPr>
                <p14:cNvContentPartPr/>
                <p14:nvPr/>
              </p14:nvContentPartPr>
              <p14:xfrm>
                <a:off x="2497407" y="3663956"/>
                <a:ext cx="25200" cy="97920"/>
              </p14:xfrm>
            </p:contentPart>
          </mc:Choice>
          <mc:Fallback>
            <p:pic>
              <p:nvPicPr>
                <p:cNvPr id="83" name="Ink 82">
                  <a:extLst>
                    <a:ext uri="{FF2B5EF4-FFF2-40B4-BE49-F238E27FC236}">
                      <a16:creationId xmlns:a16="http://schemas.microsoft.com/office/drawing/2014/main" id="{FDE0E35F-B48B-833C-53E0-F706550A7B6E}"/>
                    </a:ext>
                  </a:extLst>
                </p:cNvPr>
                <p:cNvPicPr/>
                <p:nvPr/>
              </p:nvPicPr>
              <p:blipFill>
                <a:blip r:embed="rId38"/>
                <a:stretch>
                  <a:fillRect/>
                </a:stretch>
              </p:blipFill>
              <p:spPr>
                <a:xfrm>
                  <a:off x="2488767" y="3655316"/>
                  <a:ext cx="4284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85" name="Ink 84">
                  <a:extLst>
                    <a:ext uri="{FF2B5EF4-FFF2-40B4-BE49-F238E27FC236}">
                      <a16:creationId xmlns:a16="http://schemas.microsoft.com/office/drawing/2014/main" id="{3B0EB196-5A56-FE1B-1B95-D88A1AA54508}"/>
                    </a:ext>
                  </a:extLst>
                </p14:cNvPr>
                <p14:cNvContentPartPr/>
                <p14:nvPr/>
              </p14:nvContentPartPr>
              <p14:xfrm>
                <a:off x="2664807" y="3661796"/>
                <a:ext cx="31680" cy="45720"/>
              </p14:xfrm>
            </p:contentPart>
          </mc:Choice>
          <mc:Fallback>
            <p:pic>
              <p:nvPicPr>
                <p:cNvPr id="85" name="Ink 84">
                  <a:extLst>
                    <a:ext uri="{FF2B5EF4-FFF2-40B4-BE49-F238E27FC236}">
                      <a16:creationId xmlns:a16="http://schemas.microsoft.com/office/drawing/2014/main" id="{3B0EB196-5A56-FE1B-1B95-D88A1AA54508}"/>
                    </a:ext>
                  </a:extLst>
                </p:cNvPr>
                <p:cNvPicPr/>
                <p:nvPr/>
              </p:nvPicPr>
              <p:blipFill>
                <a:blip r:embed="rId40"/>
                <a:stretch>
                  <a:fillRect/>
                </a:stretch>
              </p:blipFill>
              <p:spPr>
                <a:xfrm>
                  <a:off x="2656167" y="3653156"/>
                  <a:ext cx="493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87" name="Ink 86">
                  <a:extLst>
                    <a:ext uri="{FF2B5EF4-FFF2-40B4-BE49-F238E27FC236}">
                      <a16:creationId xmlns:a16="http://schemas.microsoft.com/office/drawing/2014/main" id="{DEBD1411-3519-0002-D82F-ABD55D347F7C}"/>
                    </a:ext>
                  </a:extLst>
                </p14:cNvPr>
                <p14:cNvContentPartPr/>
                <p14:nvPr/>
              </p14:nvContentPartPr>
              <p14:xfrm>
                <a:off x="2777487" y="3564956"/>
                <a:ext cx="66960" cy="230760"/>
              </p14:xfrm>
            </p:contentPart>
          </mc:Choice>
          <mc:Fallback>
            <p:pic>
              <p:nvPicPr>
                <p:cNvPr id="87" name="Ink 86">
                  <a:extLst>
                    <a:ext uri="{FF2B5EF4-FFF2-40B4-BE49-F238E27FC236}">
                      <a16:creationId xmlns:a16="http://schemas.microsoft.com/office/drawing/2014/main" id="{DEBD1411-3519-0002-D82F-ABD55D347F7C}"/>
                    </a:ext>
                  </a:extLst>
                </p:cNvPr>
                <p:cNvPicPr/>
                <p:nvPr/>
              </p:nvPicPr>
              <p:blipFill>
                <a:blip r:embed="rId42"/>
                <a:stretch>
                  <a:fillRect/>
                </a:stretch>
              </p:blipFill>
              <p:spPr>
                <a:xfrm>
                  <a:off x="2768847" y="3555956"/>
                  <a:ext cx="846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88" name="Ink 87">
                  <a:extLst>
                    <a:ext uri="{FF2B5EF4-FFF2-40B4-BE49-F238E27FC236}">
                      <a16:creationId xmlns:a16="http://schemas.microsoft.com/office/drawing/2014/main" id="{3F1A4EEF-EC74-838D-8891-33F11CA2104B}"/>
                    </a:ext>
                  </a:extLst>
                </p14:cNvPr>
                <p14:cNvContentPartPr/>
                <p14:nvPr/>
              </p14:nvContentPartPr>
              <p14:xfrm>
                <a:off x="3021207" y="3442556"/>
                <a:ext cx="24480" cy="266760"/>
              </p14:xfrm>
            </p:contentPart>
          </mc:Choice>
          <mc:Fallback>
            <p:pic>
              <p:nvPicPr>
                <p:cNvPr id="88" name="Ink 87">
                  <a:extLst>
                    <a:ext uri="{FF2B5EF4-FFF2-40B4-BE49-F238E27FC236}">
                      <a16:creationId xmlns:a16="http://schemas.microsoft.com/office/drawing/2014/main" id="{3F1A4EEF-EC74-838D-8891-33F11CA2104B}"/>
                    </a:ext>
                  </a:extLst>
                </p:cNvPr>
                <p:cNvPicPr/>
                <p:nvPr/>
              </p:nvPicPr>
              <p:blipFill>
                <a:blip r:embed="rId44"/>
                <a:stretch>
                  <a:fillRect/>
                </a:stretch>
              </p:blipFill>
              <p:spPr>
                <a:xfrm>
                  <a:off x="3012567" y="3433916"/>
                  <a:ext cx="4212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186" name="Ink 185">
                  <a:extLst>
                    <a:ext uri="{FF2B5EF4-FFF2-40B4-BE49-F238E27FC236}">
                      <a16:creationId xmlns:a16="http://schemas.microsoft.com/office/drawing/2014/main" id="{807B2144-120E-7EDA-CE1F-D84673385425}"/>
                    </a:ext>
                  </a:extLst>
                </p14:cNvPr>
                <p14:cNvContentPartPr/>
                <p14:nvPr/>
              </p14:nvContentPartPr>
              <p14:xfrm>
                <a:off x="3050367" y="3806876"/>
                <a:ext cx="37800" cy="239400"/>
              </p14:xfrm>
            </p:contentPart>
          </mc:Choice>
          <mc:Fallback>
            <p:pic>
              <p:nvPicPr>
                <p:cNvPr id="186" name="Ink 185">
                  <a:extLst>
                    <a:ext uri="{FF2B5EF4-FFF2-40B4-BE49-F238E27FC236}">
                      <a16:creationId xmlns:a16="http://schemas.microsoft.com/office/drawing/2014/main" id="{807B2144-120E-7EDA-CE1F-D84673385425}"/>
                    </a:ext>
                  </a:extLst>
                </p:cNvPr>
                <p:cNvPicPr/>
                <p:nvPr/>
              </p:nvPicPr>
              <p:blipFill>
                <a:blip r:embed="rId46"/>
                <a:stretch>
                  <a:fillRect/>
                </a:stretch>
              </p:blipFill>
              <p:spPr>
                <a:xfrm>
                  <a:off x="3041367" y="3798236"/>
                  <a:ext cx="55440" cy="257040"/>
                </a:xfrm>
                <a:prstGeom prst="rect">
                  <a:avLst/>
                </a:prstGeom>
              </p:spPr>
            </p:pic>
          </mc:Fallback>
        </mc:AlternateContent>
      </p:grpSp>
      <p:grpSp>
        <p:nvGrpSpPr>
          <p:cNvPr id="191" name="Group 190">
            <a:extLst>
              <a:ext uri="{FF2B5EF4-FFF2-40B4-BE49-F238E27FC236}">
                <a16:creationId xmlns:a16="http://schemas.microsoft.com/office/drawing/2014/main" id="{7F8AFE32-1158-0B13-0E6C-99F63F5F72F9}"/>
              </a:ext>
            </a:extLst>
          </p:cNvPr>
          <p:cNvGrpSpPr/>
          <p:nvPr/>
        </p:nvGrpSpPr>
        <p:grpSpPr>
          <a:xfrm>
            <a:off x="830247" y="5688236"/>
            <a:ext cx="1760400" cy="1329120"/>
            <a:chOff x="830247" y="5688236"/>
            <a:chExt cx="1760400" cy="1329120"/>
          </a:xfrm>
        </p:grpSpPr>
        <mc:AlternateContent xmlns:mc="http://schemas.openxmlformats.org/markup-compatibility/2006">
          <mc:Choice xmlns:p14="http://schemas.microsoft.com/office/powerpoint/2010/main" Requires="p14">
            <p:contentPart p14:bwMode="auto" r:id="rId47">
              <p14:nvContentPartPr>
                <p14:cNvPr id="188" name="Ink 187">
                  <a:extLst>
                    <a:ext uri="{FF2B5EF4-FFF2-40B4-BE49-F238E27FC236}">
                      <a16:creationId xmlns:a16="http://schemas.microsoft.com/office/drawing/2014/main" id="{1068F5FA-9ACC-28DA-93A2-94903E962B41}"/>
                    </a:ext>
                  </a:extLst>
                </p14:cNvPr>
                <p14:cNvContentPartPr/>
                <p14:nvPr/>
              </p14:nvContentPartPr>
              <p14:xfrm>
                <a:off x="830247" y="5726396"/>
                <a:ext cx="1453320" cy="440280"/>
              </p14:xfrm>
            </p:contentPart>
          </mc:Choice>
          <mc:Fallback>
            <p:pic>
              <p:nvPicPr>
                <p:cNvPr id="188" name="Ink 187">
                  <a:extLst>
                    <a:ext uri="{FF2B5EF4-FFF2-40B4-BE49-F238E27FC236}">
                      <a16:creationId xmlns:a16="http://schemas.microsoft.com/office/drawing/2014/main" id="{1068F5FA-9ACC-28DA-93A2-94903E962B41}"/>
                    </a:ext>
                  </a:extLst>
                </p:cNvPr>
                <p:cNvPicPr/>
                <p:nvPr/>
              </p:nvPicPr>
              <p:blipFill>
                <a:blip r:embed="rId48"/>
                <a:stretch>
                  <a:fillRect/>
                </a:stretch>
              </p:blipFill>
              <p:spPr>
                <a:xfrm>
                  <a:off x="821247" y="5717756"/>
                  <a:ext cx="1470960" cy="4579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89" name="Ink 188">
                  <a:extLst>
                    <a:ext uri="{FF2B5EF4-FFF2-40B4-BE49-F238E27FC236}">
                      <a16:creationId xmlns:a16="http://schemas.microsoft.com/office/drawing/2014/main" id="{9B59BB9D-9211-8254-2B3A-A1A9B585BBCB}"/>
                    </a:ext>
                  </a:extLst>
                </p14:cNvPr>
                <p14:cNvContentPartPr/>
                <p14:nvPr/>
              </p14:nvContentPartPr>
              <p14:xfrm>
                <a:off x="2033007" y="5902076"/>
                <a:ext cx="520920" cy="960840"/>
              </p14:xfrm>
            </p:contentPart>
          </mc:Choice>
          <mc:Fallback>
            <p:pic>
              <p:nvPicPr>
                <p:cNvPr id="189" name="Ink 188">
                  <a:extLst>
                    <a:ext uri="{FF2B5EF4-FFF2-40B4-BE49-F238E27FC236}">
                      <a16:creationId xmlns:a16="http://schemas.microsoft.com/office/drawing/2014/main" id="{9B59BB9D-9211-8254-2B3A-A1A9B585BBCB}"/>
                    </a:ext>
                  </a:extLst>
                </p:cNvPr>
                <p:cNvPicPr/>
                <p:nvPr/>
              </p:nvPicPr>
              <p:blipFill>
                <a:blip r:embed="rId50"/>
                <a:stretch>
                  <a:fillRect/>
                </a:stretch>
              </p:blipFill>
              <p:spPr>
                <a:xfrm>
                  <a:off x="2024007" y="5893076"/>
                  <a:ext cx="538560" cy="978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190" name="Ink 189">
                  <a:extLst>
                    <a:ext uri="{FF2B5EF4-FFF2-40B4-BE49-F238E27FC236}">
                      <a16:creationId xmlns:a16="http://schemas.microsoft.com/office/drawing/2014/main" id="{D4E92A96-202F-4F4B-7325-885C04271FA7}"/>
                    </a:ext>
                  </a:extLst>
                </p14:cNvPr>
                <p14:cNvContentPartPr/>
                <p14:nvPr/>
              </p14:nvContentPartPr>
              <p14:xfrm>
                <a:off x="906567" y="5688236"/>
                <a:ext cx="1684080" cy="1329120"/>
              </p14:xfrm>
            </p:contentPart>
          </mc:Choice>
          <mc:Fallback>
            <p:pic>
              <p:nvPicPr>
                <p:cNvPr id="190" name="Ink 189">
                  <a:extLst>
                    <a:ext uri="{FF2B5EF4-FFF2-40B4-BE49-F238E27FC236}">
                      <a16:creationId xmlns:a16="http://schemas.microsoft.com/office/drawing/2014/main" id="{D4E92A96-202F-4F4B-7325-885C04271FA7}"/>
                    </a:ext>
                  </a:extLst>
                </p:cNvPr>
                <p:cNvPicPr/>
                <p:nvPr/>
              </p:nvPicPr>
              <p:blipFill>
                <a:blip r:embed="rId52"/>
                <a:stretch>
                  <a:fillRect/>
                </a:stretch>
              </p:blipFill>
              <p:spPr>
                <a:xfrm>
                  <a:off x="897927" y="5679236"/>
                  <a:ext cx="1701720" cy="1346760"/>
                </a:xfrm>
                <a:prstGeom prst="rect">
                  <a:avLst/>
                </a:prstGeom>
              </p:spPr>
            </p:pic>
          </mc:Fallback>
        </mc:AlternateContent>
      </p:grpSp>
      <p:grpSp>
        <p:nvGrpSpPr>
          <p:cNvPr id="193" name="Group 192">
            <a:extLst>
              <a:ext uri="{FF2B5EF4-FFF2-40B4-BE49-F238E27FC236}">
                <a16:creationId xmlns:a16="http://schemas.microsoft.com/office/drawing/2014/main" id="{F290AE00-0A8A-8F74-A583-EC6D367DA8EE}"/>
              </a:ext>
            </a:extLst>
          </p:cNvPr>
          <p:cNvGrpSpPr/>
          <p:nvPr/>
        </p:nvGrpSpPr>
        <p:grpSpPr>
          <a:xfrm>
            <a:off x="3457167" y="3340676"/>
            <a:ext cx="5156280" cy="3284280"/>
            <a:chOff x="3457167" y="3340676"/>
            <a:chExt cx="5156280" cy="3284280"/>
          </a:xfrm>
        </p:grpSpPr>
        <mc:AlternateContent xmlns:mc="http://schemas.openxmlformats.org/markup-compatibility/2006">
          <mc:Choice xmlns:p14="http://schemas.microsoft.com/office/powerpoint/2010/main" Requires="p14">
            <p:contentPart p14:bwMode="auto" r:id="rId53">
              <p14:nvContentPartPr>
                <p14:cNvPr id="89" name="Ink 88">
                  <a:extLst>
                    <a:ext uri="{FF2B5EF4-FFF2-40B4-BE49-F238E27FC236}">
                      <a16:creationId xmlns:a16="http://schemas.microsoft.com/office/drawing/2014/main" id="{A9C37397-1089-EE13-7824-0027023441B5}"/>
                    </a:ext>
                  </a:extLst>
                </p14:cNvPr>
                <p14:cNvContentPartPr/>
                <p14:nvPr/>
              </p14:nvContentPartPr>
              <p14:xfrm>
                <a:off x="5338167" y="4243556"/>
                <a:ext cx="605160" cy="88560"/>
              </p14:xfrm>
            </p:contentPart>
          </mc:Choice>
          <mc:Fallback>
            <p:pic>
              <p:nvPicPr>
                <p:cNvPr id="89" name="Ink 88">
                  <a:extLst>
                    <a:ext uri="{FF2B5EF4-FFF2-40B4-BE49-F238E27FC236}">
                      <a16:creationId xmlns:a16="http://schemas.microsoft.com/office/drawing/2014/main" id="{A9C37397-1089-EE13-7824-0027023441B5}"/>
                    </a:ext>
                  </a:extLst>
                </p:cNvPr>
                <p:cNvPicPr/>
                <p:nvPr/>
              </p:nvPicPr>
              <p:blipFill>
                <a:blip r:embed="rId54"/>
                <a:stretch>
                  <a:fillRect/>
                </a:stretch>
              </p:blipFill>
              <p:spPr>
                <a:xfrm>
                  <a:off x="5329167" y="4234556"/>
                  <a:ext cx="6228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90" name="Ink 89">
                  <a:extLst>
                    <a:ext uri="{FF2B5EF4-FFF2-40B4-BE49-F238E27FC236}">
                      <a16:creationId xmlns:a16="http://schemas.microsoft.com/office/drawing/2014/main" id="{1E394EEB-87D5-1D90-D151-9969FD1FD06E}"/>
                    </a:ext>
                  </a:extLst>
                </p14:cNvPr>
                <p14:cNvContentPartPr/>
                <p14:nvPr/>
              </p14:nvContentPartPr>
              <p14:xfrm>
                <a:off x="5662887" y="4182356"/>
                <a:ext cx="338400" cy="352080"/>
              </p14:xfrm>
            </p:contentPart>
          </mc:Choice>
          <mc:Fallback>
            <p:pic>
              <p:nvPicPr>
                <p:cNvPr id="90" name="Ink 89">
                  <a:extLst>
                    <a:ext uri="{FF2B5EF4-FFF2-40B4-BE49-F238E27FC236}">
                      <a16:creationId xmlns:a16="http://schemas.microsoft.com/office/drawing/2014/main" id="{1E394EEB-87D5-1D90-D151-9969FD1FD06E}"/>
                    </a:ext>
                  </a:extLst>
                </p:cNvPr>
                <p:cNvPicPr/>
                <p:nvPr/>
              </p:nvPicPr>
              <p:blipFill>
                <a:blip r:embed="rId56"/>
                <a:stretch>
                  <a:fillRect/>
                </a:stretch>
              </p:blipFill>
              <p:spPr>
                <a:xfrm>
                  <a:off x="5653887" y="4173716"/>
                  <a:ext cx="35604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92" name="Ink 91">
                  <a:extLst>
                    <a:ext uri="{FF2B5EF4-FFF2-40B4-BE49-F238E27FC236}">
                      <a16:creationId xmlns:a16="http://schemas.microsoft.com/office/drawing/2014/main" id="{A0AD2AF1-8926-83D0-0378-A7EF87F3A5ED}"/>
                    </a:ext>
                  </a:extLst>
                </p14:cNvPr>
                <p14:cNvContentPartPr/>
                <p14:nvPr/>
              </p14:nvContentPartPr>
              <p14:xfrm>
                <a:off x="6167247" y="4093796"/>
                <a:ext cx="302760" cy="451800"/>
              </p14:xfrm>
            </p:contentPart>
          </mc:Choice>
          <mc:Fallback>
            <p:pic>
              <p:nvPicPr>
                <p:cNvPr id="92" name="Ink 91">
                  <a:extLst>
                    <a:ext uri="{FF2B5EF4-FFF2-40B4-BE49-F238E27FC236}">
                      <a16:creationId xmlns:a16="http://schemas.microsoft.com/office/drawing/2014/main" id="{A0AD2AF1-8926-83D0-0378-A7EF87F3A5ED}"/>
                    </a:ext>
                  </a:extLst>
                </p:cNvPr>
                <p:cNvPicPr/>
                <p:nvPr/>
              </p:nvPicPr>
              <p:blipFill>
                <a:blip r:embed="rId58"/>
                <a:stretch>
                  <a:fillRect/>
                </a:stretch>
              </p:blipFill>
              <p:spPr>
                <a:xfrm>
                  <a:off x="6158247" y="4084796"/>
                  <a:ext cx="320400" cy="4694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93" name="Ink 92">
                  <a:extLst>
                    <a:ext uri="{FF2B5EF4-FFF2-40B4-BE49-F238E27FC236}">
                      <a16:creationId xmlns:a16="http://schemas.microsoft.com/office/drawing/2014/main" id="{C2BE6ED2-AFF9-869E-C040-B044D4C2FF86}"/>
                    </a:ext>
                  </a:extLst>
                </p14:cNvPr>
                <p14:cNvContentPartPr/>
                <p14:nvPr/>
              </p14:nvContentPartPr>
              <p14:xfrm>
                <a:off x="6545607" y="4208276"/>
                <a:ext cx="12240" cy="176040"/>
              </p14:xfrm>
            </p:contentPart>
          </mc:Choice>
          <mc:Fallback>
            <p:pic>
              <p:nvPicPr>
                <p:cNvPr id="93" name="Ink 92">
                  <a:extLst>
                    <a:ext uri="{FF2B5EF4-FFF2-40B4-BE49-F238E27FC236}">
                      <a16:creationId xmlns:a16="http://schemas.microsoft.com/office/drawing/2014/main" id="{C2BE6ED2-AFF9-869E-C040-B044D4C2FF86}"/>
                    </a:ext>
                  </a:extLst>
                </p:cNvPr>
                <p:cNvPicPr/>
                <p:nvPr/>
              </p:nvPicPr>
              <p:blipFill>
                <a:blip r:embed="rId60"/>
                <a:stretch>
                  <a:fillRect/>
                </a:stretch>
              </p:blipFill>
              <p:spPr>
                <a:xfrm>
                  <a:off x="6536967" y="4199276"/>
                  <a:ext cx="298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94" name="Ink 93">
                  <a:extLst>
                    <a:ext uri="{FF2B5EF4-FFF2-40B4-BE49-F238E27FC236}">
                      <a16:creationId xmlns:a16="http://schemas.microsoft.com/office/drawing/2014/main" id="{F06DD302-5DE9-0FEC-84D3-B4240D96FFC4}"/>
                    </a:ext>
                  </a:extLst>
                </p14:cNvPr>
                <p14:cNvContentPartPr/>
                <p14:nvPr/>
              </p14:nvContentPartPr>
              <p14:xfrm>
                <a:off x="5896887" y="3830996"/>
                <a:ext cx="802440" cy="941400"/>
              </p14:xfrm>
            </p:contentPart>
          </mc:Choice>
          <mc:Fallback>
            <p:pic>
              <p:nvPicPr>
                <p:cNvPr id="94" name="Ink 93">
                  <a:extLst>
                    <a:ext uri="{FF2B5EF4-FFF2-40B4-BE49-F238E27FC236}">
                      <a16:creationId xmlns:a16="http://schemas.microsoft.com/office/drawing/2014/main" id="{F06DD302-5DE9-0FEC-84D3-B4240D96FFC4}"/>
                    </a:ext>
                  </a:extLst>
                </p:cNvPr>
                <p:cNvPicPr/>
                <p:nvPr/>
              </p:nvPicPr>
              <p:blipFill>
                <a:blip r:embed="rId62"/>
                <a:stretch>
                  <a:fillRect/>
                </a:stretch>
              </p:blipFill>
              <p:spPr>
                <a:xfrm>
                  <a:off x="5888247" y="3822356"/>
                  <a:ext cx="820080" cy="959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114" name="Ink 113">
                  <a:extLst>
                    <a:ext uri="{FF2B5EF4-FFF2-40B4-BE49-F238E27FC236}">
                      <a16:creationId xmlns:a16="http://schemas.microsoft.com/office/drawing/2014/main" id="{76CFDB2A-C756-091D-989F-631D2A47C684}"/>
                    </a:ext>
                  </a:extLst>
                </p14:cNvPr>
                <p14:cNvContentPartPr/>
                <p14:nvPr/>
              </p14:nvContentPartPr>
              <p14:xfrm>
                <a:off x="6776007" y="4409876"/>
                <a:ext cx="1404000" cy="200880"/>
              </p14:xfrm>
            </p:contentPart>
          </mc:Choice>
          <mc:Fallback>
            <p:pic>
              <p:nvPicPr>
                <p:cNvPr id="114" name="Ink 113">
                  <a:extLst>
                    <a:ext uri="{FF2B5EF4-FFF2-40B4-BE49-F238E27FC236}">
                      <a16:creationId xmlns:a16="http://schemas.microsoft.com/office/drawing/2014/main" id="{76CFDB2A-C756-091D-989F-631D2A47C684}"/>
                    </a:ext>
                  </a:extLst>
                </p:cNvPr>
                <p:cNvPicPr/>
                <p:nvPr/>
              </p:nvPicPr>
              <p:blipFill>
                <a:blip r:embed="rId64"/>
                <a:stretch>
                  <a:fillRect/>
                </a:stretch>
              </p:blipFill>
              <p:spPr>
                <a:xfrm>
                  <a:off x="6767367" y="4400876"/>
                  <a:ext cx="142164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116" name="Ink 115">
                  <a:extLst>
                    <a:ext uri="{FF2B5EF4-FFF2-40B4-BE49-F238E27FC236}">
                      <a16:creationId xmlns:a16="http://schemas.microsoft.com/office/drawing/2014/main" id="{E88018B4-DE5C-D4EC-A3EB-1C6AEA3C704B}"/>
                    </a:ext>
                  </a:extLst>
                </p14:cNvPr>
                <p14:cNvContentPartPr/>
                <p14:nvPr/>
              </p14:nvContentPartPr>
              <p14:xfrm>
                <a:off x="6701487" y="4376396"/>
                <a:ext cx="369360" cy="210600"/>
              </p14:xfrm>
            </p:contentPart>
          </mc:Choice>
          <mc:Fallback>
            <p:pic>
              <p:nvPicPr>
                <p:cNvPr id="116" name="Ink 115">
                  <a:extLst>
                    <a:ext uri="{FF2B5EF4-FFF2-40B4-BE49-F238E27FC236}">
                      <a16:creationId xmlns:a16="http://schemas.microsoft.com/office/drawing/2014/main" id="{E88018B4-DE5C-D4EC-A3EB-1C6AEA3C704B}"/>
                    </a:ext>
                  </a:extLst>
                </p:cNvPr>
                <p:cNvPicPr/>
                <p:nvPr/>
              </p:nvPicPr>
              <p:blipFill>
                <a:blip r:embed="rId66"/>
                <a:stretch>
                  <a:fillRect/>
                </a:stretch>
              </p:blipFill>
              <p:spPr>
                <a:xfrm>
                  <a:off x="6692487" y="4367756"/>
                  <a:ext cx="3870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17" name="Ink 116">
                  <a:extLst>
                    <a:ext uri="{FF2B5EF4-FFF2-40B4-BE49-F238E27FC236}">
                      <a16:creationId xmlns:a16="http://schemas.microsoft.com/office/drawing/2014/main" id="{8D659EE6-AB1E-6991-7F39-20EF7AAD52EC}"/>
                    </a:ext>
                  </a:extLst>
                </p14:cNvPr>
                <p14:cNvContentPartPr/>
                <p14:nvPr/>
              </p14:nvContentPartPr>
              <p14:xfrm>
                <a:off x="7305567" y="4748636"/>
                <a:ext cx="175680" cy="262080"/>
              </p14:xfrm>
            </p:contentPart>
          </mc:Choice>
          <mc:Fallback>
            <p:pic>
              <p:nvPicPr>
                <p:cNvPr id="117" name="Ink 116">
                  <a:extLst>
                    <a:ext uri="{FF2B5EF4-FFF2-40B4-BE49-F238E27FC236}">
                      <a16:creationId xmlns:a16="http://schemas.microsoft.com/office/drawing/2014/main" id="{8D659EE6-AB1E-6991-7F39-20EF7AAD52EC}"/>
                    </a:ext>
                  </a:extLst>
                </p:cNvPr>
                <p:cNvPicPr/>
                <p:nvPr/>
              </p:nvPicPr>
              <p:blipFill>
                <a:blip r:embed="rId68"/>
                <a:stretch>
                  <a:fillRect/>
                </a:stretch>
              </p:blipFill>
              <p:spPr>
                <a:xfrm>
                  <a:off x="7296927" y="4739996"/>
                  <a:ext cx="1933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127" name="Ink 126">
                  <a:extLst>
                    <a:ext uri="{FF2B5EF4-FFF2-40B4-BE49-F238E27FC236}">
                      <a16:creationId xmlns:a16="http://schemas.microsoft.com/office/drawing/2014/main" id="{D2E6762B-C9F2-ACA3-BB5D-9FDE4DAFEEC4}"/>
                    </a:ext>
                  </a:extLst>
                </p14:cNvPr>
                <p14:cNvContentPartPr/>
                <p14:nvPr/>
              </p14:nvContentPartPr>
              <p14:xfrm>
                <a:off x="6025047" y="4004516"/>
                <a:ext cx="6840" cy="3960"/>
              </p14:xfrm>
            </p:contentPart>
          </mc:Choice>
          <mc:Fallback>
            <p:pic>
              <p:nvPicPr>
                <p:cNvPr id="127" name="Ink 126">
                  <a:extLst>
                    <a:ext uri="{FF2B5EF4-FFF2-40B4-BE49-F238E27FC236}">
                      <a16:creationId xmlns:a16="http://schemas.microsoft.com/office/drawing/2014/main" id="{D2E6762B-C9F2-ACA3-BB5D-9FDE4DAFEEC4}"/>
                    </a:ext>
                  </a:extLst>
                </p:cNvPr>
                <p:cNvPicPr/>
                <p:nvPr/>
              </p:nvPicPr>
              <p:blipFill>
                <a:blip r:embed="rId70"/>
                <a:stretch>
                  <a:fillRect/>
                </a:stretch>
              </p:blipFill>
              <p:spPr>
                <a:xfrm>
                  <a:off x="6016407" y="3995876"/>
                  <a:ext cx="244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104" name="Ink 103">
                  <a:extLst>
                    <a:ext uri="{FF2B5EF4-FFF2-40B4-BE49-F238E27FC236}">
                      <a16:creationId xmlns:a16="http://schemas.microsoft.com/office/drawing/2014/main" id="{47F7F6FD-195E-4A08-CD49-FC063A42CEB9}"/>
                    </a:ext>
                  </a:extLst>
                </p14:cNvPr>
                <p14:cNvContentPartPr/>
                <p14:nvPr/>
              </p14:nvContentPartPr>
              <p14:xfrm>
                <a:off x="8123847" y="4085876"/>
                <a:ext cx="172800" cy="237240"/>
              </p14:xfrm>
            </p:contentPart>
          </mc:Choice>
          <mc:Fallback>
            <p:pic>
              <p:nvPicPr>
                <p:cNvPr id="104" name="Ink 103">
                  <a:extLst>
                    <a:ext uri="{FF2B5EF4-FFF2-40B4-BE49-F238E27FC236}">
                      <a16:creationId xmlns:a16="http://schemas.microsoft.com/office/drawing/2014/main" id="{47F7F6FD-195E-4A08-CD49-FC063A42CEB9}"/>
                    </a:ext>
                  </a:extLst>
                </p:cNvPr>
                <p:cNvPicPr/>
                <p:nvPr/>
              </p:nvPicPr>
              <p:blipFill>
                <a:blip r:embed="rId72"/>
                <a:stretch>
                  <a:fillRect/>
                </a:stretch>
              </p:blipFill>
              <p:spPr>
                <a:xfrm>
                  <a:off x="8114847" y="4076876"/>
                  <a:ext cx="1904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105" name="Ink 104">
                  <a:extLst>
                    <a:ext uri="{FF2B5EF4-FFF2-40B4-BE49-F238E27FC236}">
                      <a16:creationId xmlns:a16="http://schemas.microsoft.com/office/drawing/2014/main" id="{1CCD7CAD-2243-6C52-687A-6DBF389FDA64}"/>
                    </a:ext>
                  </a:extLst>
                </p14:cNvPr>
                <p14:cNvContentPartPr/>
                <p14:nvPr/>
              </p14:nvContentPartPr>
              <p14:xfrm>
                <a:off x="8375487" y="4155356"/>
                <a:ext cx="124200" cy="231120"/>
              </p14:xfrm>
            </p:contentPart>
          </mc:Choice>
          <mc:Fallback>
            <p:pic>
              <p:nvPicPr>
                <p:cNvPr id="105" name="Ink 104">
                  <a:extLst>
                    <a:ext uri="{FF2B5EF4-FFF2-40B4-BE49-F238E27FC236}">
                      <a16:creationId xmlns:a16="http://schemas.microsoft.com/office/drawing/2014/main" id="{1CCD7CAD-2243-6C52-687A-6DBF389FDA64}"/>
                    </a:ext>
                  </a:extLst>
                </p:cNvPr>
                <p:cNvPicPr/>
                <p:nvPr/>
              </p:nvPicPr>
              <p:blipFill>
                <a:blip r:embed="rId74"/>
                <a:stretch>
                  <a:fillRect/>
                </a:stretch>
              </p:blipFill>
              <p:spPr>
                <a:xfrm>
                  <a:off x="8366487" y="4146716"/>
                  <a:ext cx="14184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108" name="Ink 107">
                  <a:extLst>
                    <a:ext uri="{FF2B5EF4-FFF2-40B4-BE49-F238E27FC236}">
                      <a16:creationId xmlns:a16="http://schemas.microsoft.com/office/drawing/2014/main" id="{3E703D76-D6B1-9754-5694-5D8260B2296A}"/>
                    </a:ext>
                  </a:extLst>
                </p14:cNvPr>
                <p14:cNvContentPartPr/>
                <p14:nvPr/>
              </p14:nvContentPartPr>
              <p14:xfrm>
                <a:off x="8039247" y="3880316"/>
                <a:ext cx="574200" cy="267840"/>
              </p14:xfrm>
            </p:contentPart>
          </mc:Choice>
          <mc:Fallback>
            <p:pic>
              <p:nvPicPr>
                <p:cNvPr id="108" name="Ink 107">
                  <a:extLst>
                    <a:ext uri="{FF2B5EF4-FFF2-40B4-BE49-F238E27FC236}">
                      <a16:creationId xmlns:a16="http://schemas.microsoft.com/office/drawing/2014/main" id="{3E703D76-D6B1-9754-5694-5D8260B2296A}"/>
                    </a:ext>
                  </a:extLst>
                </p:cNvPr>
                <p:cNvPicPr/>
                <p:nvPr/>
              </p:nvPicPr>
              <p:blipFill>
                <a:blip r:embed="rId76"/>
                <a:stretch>
                  <a:fillRect/>
                </a:stretch>
              </p:blipFill>
              <p:spPr>
                <a:xfrm>
                  <a:off x="8030247" y="3871316"/>
                  <a:ext cx="59184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09" name="Ink 108">
                  <a:extLst>
                    <a:ext uri="{FF2B5EF4-FFF2-40B4-BE49-F238E27FC236}">
                      <a16:creationId xmlns:a16="http://schemas.microsoft.com/office/drawing/2014/main" id="{69BB4838-9B57-D170-5AAA-9FDC7443A11D}"/>
                    </a:ext>
                  </a:extLst>
                </p14:cNvPr>
                <p14:cNvContentPartPr/>
                <p14:nvPr/>
              </p14:nvContentPartPr>
              <p14:xfrm>
                <a:off x="8076327" y="4003796"/>
                <a:ext cx="299160" cy="505800"/>
              </p14:xfrm>
            </p:contentPart>
          </mc:Choice>
          <mc:Fallback>
            <p:pic>
              <p:nvPicPr>
                <p:cNvPr id="109" name="Ink 108">
                  <a:extLst>
                    <a:ext uri="{FF2B5EF4-FFF2-40B4-BE49-F238E27FC236}">
                      <a16:creationId xmlns:a16="http://schemas.microsoft.com/office/drawing/2014/main" id="{69BB4838-9B57-D170-5AAA-9FDC7443A11D}"/>
                    </a:ext>
                  </a:extLst>
                </p:cNvPr>
                <p:cNvPicPr/>
                <p:nvPr/>
              </p:nvPicPr>
              <p:blipFill>
                <a:blip r:embed="rId78"/>
                <a:stretch>
                  <a:fillRect/>
                </a:stretch>
              </p:blipFill>
              <p:spPr>
                <a:xfrm>
                  <a:off x="8067687" y="3995156"/>
                  <a:ext cx="31680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11" name="Ink 110">
                  <a:extLst>
                    <a:ext uri="{FF2B5EF4-FFF2-40B4-BE49-F238E27FC236}">
                      <a16:creationId xmlns:a16="http://schemas.microsoft.com/office/drawing/2014/main" id="{625301FE-43E4-BAF7-8567-F89DA833C648}"/>
                    </a:ext>
                  </a:extLst>
                </p14:cNvPr>
                <p14:cNvContentPartPr/>
                <p14:nvPr/>
              </p14:nvContentPartPr>
              <p14:xfrm>
                <a:off x="8354247" y="4143476"/>
                <a:ext cx="217080" cy="291240"/>
              </p14:xfrm>
            </p:contentPart>
          </mc:Choice>
          <mc:Fallback>
            <p:pic>
              <p:nvPicPr>
                <p:cNvPr id="111" name="Ink 110">
                  <a:extLst>
                    <a:ext uri="{FF2B5EF4-FFF2-40B4-BE49-F238E27FC236}">
                      <a16:creationId xmlns:a16="http://schemas.microsoft.com/office/drawing/2014/main" id="{625301FE-43E4-BAF7-8567-F89DA833C648}"/>
                    </a:ext>
                  </a:extLst>
                </p:cNvPr>
                <p:cNvPicPr/>
                <p:nvPr/>
              </p:nvPicPr>
              <p:blipFill>
                <a:blip r:embed="rId80"/>
                <a:stretch>
                  <a:fillRect/>
                </a:stretch>
              </p:blipFill>
              <p:spPr>
                <a:xfrm>
                  <a:off x="8345247" y="4134836"/>
                  <a:ext cx="23472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129" name="Ink 128">
                  <a:extLst>
                    <a:ext uri="{FF2B5EF4-FFF2-40B4-BE49-F238E27FC236}">
                      <a16:creationId xmlns:a16="http://schemas.microsoft.com/office/drawing/2014/main" id="{8C4998FD-D3E0-DF6C-F165-1C05A92D8BE3}"/>
                    </a:ext>
                  </a:extLst>
                </p14:cNvPr>
                <p14:cNvContentPartPr/>
                <p14:nvPr/>
              </p14:nvContentPartPr>
              <p14:xfrm>
                <a:off x="7604367" y="4135196"/>
                <a:ext cx="313920" cy="32040"/>
              </p14:xfrm>
            </p:contentPart>
          </mc:Choice>
          <mc:Fallback>
            <p:pic>
              <p:nvPicPr>
                <p:cNvPr id="129" name="Ink 128">
                  <a:extLst>
                    <a:ext uri="{FF2B5EF4-FFF2-40B4-BE49-F238E27FC236}">
                      <a16:creationId xmlns:a16="http://schemas.microsoft.com/office/drawing/2014/main" id="{8C4998FD-D3E0-DF6C-F165-1C05A92D8BE3}"/>
                    </a:ext>
                  </a:extLst>
                </p:cNvPr>
                <p:cNvPicPr/>
                <p:nvPr/>
              </p:nvPicPr>
              <p:blipFill>
                <a:blip r:embed="rId82"/>
                <a:stretch>
                  <a:fillRect/>
                </a:stretch>
              </p:blipFill>
              <p:spPr>
                <a:xfrm>
                  <a:off x="7595367" y="4126196"/>
                  <a:ext cx="33156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130" name="Ink 129">
                  <a:extLst>
                    <a:ext uri="{FF2B5EF4-FFF2-40B4-BE49-F238E27FC236}">
                      <a16:creationId xmlns:a16="http://schemas.microsoft.com/office/drawing/2014/main" id="{AD0053BD-9F66-C234-A83F-638CD641A4F7}"/>
                    </a:ext>
                  </a:extLst>
                </p14:cNvPr>
                <p14:cNvContentPartPr/>
                <p14:nvPr/>
              </p14:nvContentPartPr>
              <p14:xfrm>
                <a:off x="7824687" y="3829916"/>
                <a:ext cx="87120" cy="295920"/>
              </p14:xfrm>
            </p:contentPart>
          </mc:Choice>
          <mc:Fallback>
            <p:pic>
              <p:nvPicPr>
                <p:cNvPr id="130" name="Ink 129">
                  <a:extLst>
                    <a:ext uri="{FF2B5EF4-FFF2-40B4-BE49-F238E27FC236}">
                      <a16:creationId xmlns:a16="http://schemas.microsoft.com/office/drawing/2014/main" id="{AD0053BD-9F66-C234-A83F-638CD641A4F7}"/>
                    </a:ext>
                  </a:extLst>
                </p:cNvPr>
                <p:cNvPicPr/>
                <p:nvPr/>
              </p:nvPicPr>
              <p:blipFill>
                <a:blip r:embed="rId84"/>
                <a:stretch>
                  <a:fillRect/>
                </a:stretch>
              </p:blipFill>
              <p:spPr>
                <a:xfrm>
                  <a:off x="7816047" y="3821276"/>
                  <a:ext cx="10476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134" name="Ink 133">
                  <a:extLst>
                    <a:ext uri="{FF2B5EF4-FFF2-40B4-BE49-F238E27FC236}">
                      <a16:creationId xmlns:a16="http://schemas.microsoft.com/office/drawing/2014/main" id="{B33B1329-78BE-AC11-8289-AA16034E41EC}"/>
                    </a:ext>
                  </a:extLst>
                </p14:cNvPr>
                <p14:cNvContentPartPr/>
                <p14:nvPr/>
              </p14:nvContentPartPr>
              <p14:xfrm>
                <a:off x="5881767" y="3830996"/>
                <a:ext cx="303480" cy="165600"/>
              </p14:xfrm>
            </p:contentPart>
          </mc:Choice>
          <mc:Fallback>
            <p:pic>
              <p:nvPicPr>
                <p:cNvPr id="134" name="Ink 133">
                  <a:extLst>
                    <a:ext uri="{FF2B5EF4-FFF2-40B4-BE49-F238E27FC236}">
                      <a16:creationId xmlns:a16="http://schemas.microsoft.com/office/drawing/2014/main" id="{B33B1329-78BE-AC11-8289-AA16034E41EC}"/>
                    </a:ext>
                  </a:extLst>
                </p:cNvPr>
                <p:cNvPicPr/>
                <p:nvPr/>
              </p:nvPicPr>
              <p:blipFill>
                <a:blip r:embed="rId86"/>
                <a:stretch>
                  <a:fillRect/>
                </a:stretch>
              </p:blipFill>
              <p:spPr>
                <a:xfrm>
                  <a:off x="5873127" y="3821996"/>
                  <a:ext cx="3211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135" name="Ink 134">
                  <a:extLst>
                    <a:ext uri="{FF2B5EF4-FFF2-40B4-BE49-F238E27FC236}">
                      <a16:creationId xmlns:a16="http://schemas.microsoft.com/office/drawing/2014/main" id="{5CBD7F93-A512-B09C-6D34-BFE58DE0FC65}"/>
                    </a:ext>
                  </a:extLst>
                </p14:cNvPr>
                <p14:cNvContentPartPr/>
                <p14:nvPr/>
              </p14:nvContentPartPr>
              <p14:xfrm>
                <a:off x="5962407" y="3863756"/>
                <a:ext cx="235080" cy="55080"/>
              </p14:xfrm>
            </p:contentPart>
          </mc:Choice>
          <mc:Fallback>
            <p:pic>
              <p:nvPicPr>
                <p:cNvPr id="135" name="Ink 134">
                  <a:extLst>
                    <a:ext uri="{FF2B5EF4-FFF2-40B4-BE49-F238E27FC236}">
                      <a16:creationId xmlns:a16="http://schemas.microsoft.com/office/drawing/2014/main" id="{5CBD7F93-A512-B09C-6D34-BFE58DE0FC65}"/>
                    </a:ext>
                  </a:extLst>
                </p:cNvPr>
                <p:cNvPicPr/>
                <p:nvPr/>
              </p:nvPicPr>
              <p:blipFill>
                <a:blip r:embed="rId88"/>
                <a:stretch>
                  <a:fillRect/>
                </a:stretch>
              </p:blipFill>
              <p:spPr>
                <a:xfrm>
                  <a:off x="5953767" y="3854756"/>
                  <a:ext cx="2527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37" name="Ink 136">
                  <a:extLst>
                    <a:ext uri="{FF2B5EF4-FFF2-40B4-BE49-F238E27FC236}">
                      <a16:creationId xmlns:a16="http://schemas.microsoft.com/office/drawing/2014/main" id="{87ACD252-C9D5-08AD-22B3-25F78735499D}"/>
                    </a:ext>
                  </a:extLst>
                </p14:cNvPr>
                <p14:cNvContentPartPr/>
                <p14:nvPr/>
              </p14:nvContentPartPr>
              <p14:xfrm>
                <a:off x="5803287" y="3347156"/>
                <a:ext cx="521280" cy="520200"/>
              </p14:xfrm>
            </p:contentPart>
          </mc:Choice>
          <mc:Fallback>
            <p:pic>
              <p:nvPicPr>
                <p:cNvPr id="137" name="Ink 136">
                  <a:extLst>
                    <a:ext uri="{FF2B5EF4-FFF2-40B4-BE49-F238E27FC236}">
                      <a16:creationId xmlns:a16="http://schemas.microsoft.com/office/drawing/2014/main" id="{87ACD252-C9D5-08AD-22B3-25F78735499D}"/>
                    </a:ext>
                  </a:extLst>
                </p:cNvPr>
                <p:cNvPicPr/>
                <p:nvPr/>
              </p:nvPicPr>
              <p:blipFill>
                <a:blip r:embed="rId90"/>
                <a:stretch>
                  <a:fillRect/>
                </a:stretch>
              </p:blipFill>
              <p:spPr>
                <a:xfrm>
                  <a:off x="5794287" y="3338516"/>
                  <a:ext cx="538920" cy="5378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138" name="Ink 137">
                  <a:extLst>
                    <a:ext uri="{FF2B5EF4-FFF2-40B4-BE49-F238E27FC236}">
                      <a16:creationId xmlns:a16="http://schemas.microsoft.com/office/drawing/2014/main" id="{DDA0CBCC-3A90-689A-A597-AAFE5B540622}"/>
                    </a:ext>
                  </a:extLst>
                </p14:cNvPr>
                <p14:cNvContentPartPr/>
                <p14:nvPr/>
              </p14:nvContentPartPr>
              <p14:xfrm>
                <a:off x="6162207" y="3681236"/>
                <a:ext cx="213840" cy="150840"/>
              </p14:xfrm>
            </p:contentPart>
          </mc:Choice>
          <mc:Fallback>
            <p:pic>
              <p:nvPicPr>
                <p:cNvPr id="138" name="Ink 137">
                  <a:extLst>
                    <a:ext uri="{FF2B5EF4-FFF2-40B4-BE49-F238E27FC236}">
                      <a16:creationId xmlns:a16="http://schemas.microsoft.com/office/drawing/2014/main" id="{DDA0CBCC-3A90-689A-A597-AAFE5B540622}"/>
                    </a:ext>
                  </a:extLst>
                </p:cNvPr>
                <p:cNvPicPr/>
                <p:nvPr/>
              </p:nvPicPr>
              <p:blipFill>
                <a:blip r:embed="rId92"/>
                <a:stretch>
                  <a:fillRect/>
                </a:stretch>
              </p:blipFill>
              <p:spPr>
                <a:xfrm>
                  <a:off x="6153207" y="3672236"/>
                  <a:ext cx="2314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140" name="Ink 139">
                  <a:extLst>
                    <a:ext uri="{FF2B5EF4-FFF2-40B4-BE49-F238E27FC236}">
                      <a16:creationId xmlns:a16="http://schemas.microsoft.com/office/drawing/2014/main" id="{09173211-1079-3C95-18F5-EC7A78E640DE}"/>
                    </a:ext>
                  </a:extLst>
                </p14:cNvPr>
                <p14:cNvContentPartPr/>
                <p14:nvPr/>
              </p14:nvContentPartPr>
              <p14:xfrm>
                <a:off x="6184167" y="3636236"/>
                <a:ext cx="219960" cy="162720"/>
              </p14:xfrm>
            </p:contentPart>
          </mc:Choice>
          <mc:Fallback>
            <p:pic>
              <p:nvPicPr>
                <p:cNvPr id="140" name="Ink 139">
                  <a:extLst>
                    <a:ext uri="{FF2B5EF4-FFF2-40B4-BE49-F238E27FC236}">
                      <a16:creationId xmlns:a16="http://schemas.microsoft.com/office/drawing/2014/main" id="{09173211-1079-3C95-18F5-EC7A78E640DE}"/>
                    </a:ext>
                  </a:extLst>
                </p:cNvPr>
                <p:cNvPicPr/>
                <p:nvPr/>
              </p:nvPicPr>
              <p:blipFill>
                <a:blip r:embed="rId94"/>
                <a:stretch>
                  <a:fillRect/>
                </a:stretch>
              </p:blipFill>
              <p:spPr>
                <a:xfrm>
                  <a:off x="6175167" y="3627596"/>
                  <a:ext cx="2376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142" name="Ink 141">
                  <a:extLst>
                    <a:ext uri="{FF2B5EF4-FFF2-40B4-BE49-F238E27FC236}">
                      <a16:creationId xmlns:a16="http://schemas.microsoft.com/office/drawing/2014/main" id="{246D803C-DB01-EFB3-CBC3-A59F0724E4D8}"/>
                    </a:ext>
                  </a:extLst>
                </p14:cNvPr>
                <p14:cNvContentPartPr/>
                <p14:nvPr/>
              </p14:nvContentPartPr>
              <p14:xfrm>
                <a:off x="5487567" y="3340676"/>
                <a:ext cx="303840" cy="235800"/>
              </p14:xfrm>
            </p:contentPart>
          </mc:Choice>
          <mc:Fallback>
            <p:pic>
              <p:nvPicPr>
                <p:cNvPr id="142" name="Ink 141">
                  <a:extLst>
                    <a:ext uri="{FF2B5EF4-FFF2-40B4-BE49-F238E27FC236}">
                      <a16:creationId xmlns:a16="http://schemas.microsoft.com/office/drawing/2014/main" id="{246D803C-DB01-EFB3-CBC3-A59F0724E4D8}"/>
                    </a:ext>
                  </a:extLst>
                </p:cNvPr>
                <p:cNvPicPr/>
                <p:nvPr/>
              </p:nvPicPr>
              <p:blipFill>
                <a:blip r:embed="rId96"/>
                <a:stretch>
                  <a:fillRect/>
                </a:stretch>
              </p:blipFill>
              <p:spPr>
                <a:xfrm>
                  <a:off x="5478567" y="3332036"/>
                  <a:ext cx="32148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192" name="Ink 191">
                  <a:extLst>
                    <a:ext uri="{FF2B5EF4-FFF2-40B4-BE49-F238E27FC236}">
                      <a16:creationId xmlns:a16="http://schemas.microsoft.com/office/drawing/2014/main" id="{1D93FCF0-E2AB-BDF3-DFA4-D9A6520B7BE0}"/>
                    </a:ext>
                  </a:extLst>
                </p14:cNvPr>
                <p14:cNvContentPartPr/>
                <p14:nvPr/>
              </p14:nvContentPartPr>
              <p14:xfrm>
                <a:off x="3457167" y="4494476"/>
                <a:ext cx="3157200" cy="2130480"/>
              </p14:xfrm>
            </p:contentPart>
          </mc:Choice>
          <mc:Fallback>
            <p:pic>
              <p:nvPicPr>
                <p:cNvPr id="192" name="Ink 191">
                  <a:extLst>
                    <a:ext uri="{FF2B5EF4-FFF2-40B4-BE49-F238E27FC236}">
                      <a16:creationId xmlns:a16="http://schemas.microsoft.com/office/drawing/2014/main" id="{1D93FCF0-E2AB-BDF3-DFA4-D9A6520B7BE0}"/>
                    </a:ext>
                  </a:extLst>
                </p:cNvPr>
                <p:cNvPicPr/>
                <p:nvPr/>
              </p:nvPicPr>
              <p:blipFill>
                <a:blip r:embed="rId98"/>
                <a:stretch>
                  <a:fillRect/>
                </a:stretch>
              </p:blipFill>
              <p:spPr>
                <a:xfrm>
                  <a:off x="3448527" y="4485476"/>
                  <a:ext cx="3174840" cy="2148120"/>
                </a:xfrm>
                <a:prstGeom prst="rect">
                  <a:avLst/>
                </a:prstGeom>
              </p:spPr>
            </p:pic>
          </mc:Fallback>
        </mc:AlternateContent>
      </p:grpSp>
    </p:spTree>
    <p:extLst>
      <p:ext uri="{BB962C8B-B14F-4D97-AF65-F5344CB8AC3E}">
        <p14:creationId xmlns:p14="http://schemas.microsoft.com/office/powerpoint/2010/main" val="77338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1" nodeType="clickEffect">
                                  <p:stCondLst>
                                    <p:cond delay="0"/>
                                  </p:stCondLst>
                                  <p:childTnLst>
                                    <p:animMotion origin="layout" path="M 0.00086 0.0007 C 0.00086 -0.0703 0.00104 -0.14107 0.00086 -0.16928 " pathEditMode="relative" ptsTypes="aA">
                                      <p:cBhvr>
                                        <p:cTn id="14" dur="500" fill="hold"/>
                                        <p:tgtEl>
                                          <p:spTgt spid="27"/>
                                        </p:tgtEl>
                                        <p:attrNameLst>
                                          <p:attrName>ppt_x</p:attrName>
                                          <p:attrName>ppt_y</p:attrName>
                                        </p:attrNameLst>
                                      </p:cBhvr>
                                    </p:animMotion>
                                  </p:childTnLst>
                                </p:cTn>
                              </p:par>
                            </p:childTnLst>
                          </p:cTn>
                        </p:par>
                        <p:par>
                          <p:cTn id="15" fill="hold">
                            <p:stCondLst>
                              <p:cond delay="500"/>
                            </p:stCondLst>
                            <p:childTnLst>
                              <p:par>
                                <p:cTn id="16" presetID="1" presetClass="emph" presetSubtype="1" nodeType="afterEffect">
                                  <p:stCondLst>
                                    <p:cond delay="0"/>
                                  </p:stCondLst>
                                  <p:childTnLst>
                                    <p:set>
                                      <p:cBhvr>
                                        <p:cTn id="17" dur="indefinite"/>
                                        <p:tgtEl>
                                          <p:spTgt spid="17"/>
                                        </p:tgtEl>
                                        <p:attrNameLst>
                                          <p:attrName>fillcolor</p:attrName>
                                        </p:attrNameLst>
                                      </p:cBhvr>
                                      <p:to>
                                        <p:clrVal>
                                          <a:srgbClr val="66FF33"/>
                                        </p:clrVal>
                                      </p:to>
                                    </p:set>
                                    <p:set>
                                      <p:cBhvr>
                                        <p:cTn id="18" dur="indefinite"/>
                                        <p:tgtEl>
                                          <p:spTgt spid="17"/>
                                        </p:tgtEl>
                                        <p:attrNameLst>
                                          <p:attrName>fill.type</p:attrName>
                                        </p:attrNameLst>
                                      </p:cBhvr>
                                      <p:to>
                                        <p:strVal val="solid"/>
                                      </p:to>
                                    </p:set>
                                    <p:set>
                                      <p:cBhvr>
                                        <p:cTn id="19" dur="indefinite"/>
                                        <p:tgtEl>
                                          <p:spTgt spid="17"/>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2" nodeType="clickEffect">
                                  <p:stCondLst>
                                    <p:cond delay="0"/>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par>
                                <p:cTn id="30" presetID="0" presetClass="path" presetSubtype="0" accel="50000" decel="50000" fill="hold" grpId="1" nodeType="withEffect">
                                  <p:stCondLst>
                                    <p:cond delay="0"/>
                                  </p:stCondLst>
                                  <p:childTnLst>
                                    <p:animMotion origin="layout" path="M -1.94444E-6 3.72803E-6 C -0.00486 -0.00602 -0.04357 0.02451 -0.0566 0.03099 C -0.06962 0.03746 -0.071 0.03214 -0.0783 0.03862 C -0.08559 0.04509 -0.0967 0.05989 -0.1 0.06961 C -0.1033 0.07932 -0.10104 0.08811 -0.09878 0.09643 C -0.09618 0.10476 -0.09045 0.1147 -0.08559 0.11979 C -0.08073 0.12488 -0.07517 0.12742 -0.06962 0.12742 C -0.06406 0.12742 -0.05677 0.12372 -0.05225 0.11979 C -0.04791 0.11586 -0.04462 0.10939 -0.04219 0.1043 C -0.03975 0.09921 -0.0401 0.09482 -0.03767 0.0888 C -0.03524 0.08279 -0.03385 0.0821 -0.0276 0.06753 C -0.02135 0.05296 0.00486 0.00601 -1.94444E-6 3.72803E-6 Z " pathEditMode="relative" rAng="0" ptsTypes="aaaaaaaaaaaa">
                                      <p:cBhvr>
                                        <p:cTn id="31" dur="500" fill="hold"/>
                                        <p:tgtEl>
                                          <p:spTgt spid="28"/>
                                        </p:tgtEl>
                                        <p:attrNameLst>
                                          <p:attrName>ppt_x</p:attrName>
                                          <p:attrName>ppt_y</p:attrName>
                                        </p:attrNameLst>
                                      </p:cBhvr>
                                      <p:rCtr x="-4931" y="6059"/>
                                    </p:animMotion>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8"/>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0" presetClass="path" presetSubtype="0" accel="50000" decel="50000" fill="hold" grpId="2" nodeType="clickEffect">
                                  <p:stCondLst>
                                    <p:cond delay="0"/>
                                  </p:stCondLst>
                                  <p:childTnLst>
                                    <p:animMotion origin="layout" path="M 2.77778E-6 2.32192E-6 C 0.00017 -0.00763 0.00034 -0.01527 0.03038 -0.0192 C 0.06041 -0.02313 0.11996 -0.02313 0.17968 -0.02313 " pathEditMode="relative" rAng="0" ptsTypes="aaA">
                                      <p:cBhvr>
                                        <p:cTn id="41" dur="500" fill="hold"/>
                                        <p:tgtEl>
                                          <p:spTgt spid="28"/>
                                        </p:tgtEl>
                                        <p:attrNameLst>
                                          <p:attrName>ppt_x</p:attrName>
                                          <p:attrName>ppt_y</p:attrName>
                                        </p:attrNameLst>
                                      </p:cBhvr>
                                      <p:rCtr x="8976" y="-1156"/>
                                    </p:animMotion>
                                  </p:childTnLst>
                                </p:cTn>
                              </p:par>
                            </p:childTnLst>
                          </p:cTn>
                        </p:par>
                        <p:par>
                          <p:cTn id="42" fill="hold">
                            <p:stCondLst>
                              <p:cond delay="500"/>
                            </p:stCondLst>
                            <p:childTnLst>
                              <p:par>
                                <p:cTn id="43" presetID="1" presetClass="emph" presetSubtype="1" nodeType="afterEffect">
                                  <p:stCondLst>
                                    <p:cond delay="0"/>
                                  </p:stCondLst>
                                  <p:childTnLst>
                                    <p:set>
                                      <p:cBhvr>
                                        <p:cTn id="44" dur="indefinite"/>
                                        <p:tgtEl>
                                          <p:spTgt spid="17"/>
                                        </p:tgtEl>
                                        <p:attrNameLst>
                                          <p:attrName>fillcolor</p:attrName>
                                        </p:attrNameLst>
                                      </p:cBhvr>
                                      <p:to>
                                        <p:clrVal>
                                          <a:schemeClr val="bg1"/>
                                        </p:clrVal>
                                      </p:to>
                                    </p:set>
                                    <p:set>
                                      <p:cBhvr>
                                        <p:cTn id="45" dur="indefinite"/>
                                        <p:tgtEl>
                                          <p:spTgt spid="17"/>
                                        </p:tgtEl>
                                        <p:attrNameLst>
                                          <p:attrName>fill.type</p:attrName>
                                        </p:attrNameLst>
                                      </p:cBhvr>
                                      <p:to>
                                        <p:strVal val="solid"/>
                                      </p:to>
                                    </p:set>
                                    <p:set>
                                      <p:cBhvr>
                                        <p:cTn id="46" dur="indefinite"/>
                                        <p:tgtEl>
                                          <p:spTgt spid="17"/>
                                        </p:tgtEl>
                                        <p:attrNameLst>
                                          <p:attrName>fill.on</p:attrName>
                                        </p:attrNameLst>
                                      </p:cBhvr>
                                      <p:to>
                                        <p:strVal val="true"/>
                                      </p:to>
                                    </p:set>
                                  </p:childTnLst>
                                </p:cTn>
                              </p:par>
                              <p:par>
                                <p:cTn id="47" presetID="1" presetClass="emph" presetSubtype="1" nodeType="withEffect">
                                  <p:stCondLst>
                                    <p:cond delay="0"/>
                                  </p:stCondLst>
                                  <p:childTnLst>
                                    <p:set>
                                      <p:cBhvr>
                                        <p:cTn id="48" dur="indefinite"/>
                                        <p:tgtEl>
                                          <p:spTgt spid="18"/>
                                        </p:tgtEl>
                                        <p:attrNameLst>
                                          <p:attrName>fillcolor</p:attrName>
                                        </p:attrNameLst>
                                      </p:cBhvr>
                                      <p:to>
                                        <p:clrVal>
                                          <a:srgbClr val="66FF33"/>
                                        </p:clrVal>
                                      </p:to>
                                    </p:set>
                                    <p:set>
                                      <p:cBhvr>
                                        <p:cTn id="49" dur="indefinite"/>
                                        <p:tgtEl>
                                          <p:spTgt spid="18"/>
                                        </p:tgtEl>
                                        <p:attrNameLst>
                                          <p:attrName>fill.type</p:attrName>
                                        </p:attrNameLst>
                                      </p:cBhvr>
                                      <p:to>
                                        <p:strVal val="solid"/>
                                      </p:to>
                                    </p:set>
                                    <p:set>
                                      <p:cBhvr>
                                        <p:cTn id="50" dur="indefinite"/>
                                        <p:tgtEl>
                                          <p:spTgt spid="18"/>
                                        </p:tgtEl>
                                        <p:attrNameLst>
                                          <p:attrName>fill.on</p:attrName>
                                        </p:attrNameLst>
                                      </p:cBhvr>
                                      <p:to>
                                        <p:strVal val="true"/>
                                      </p:to>
                                    </p:set>
                                  </p:childTnLst>
                                </p:cTn>
                              </p:par>
                            </p:childTnLst>
                          </p:cTn>
                        </p:par>
                        <p:par>
                          <p:cTn id="51" fill="hold">
                            <p:stCondLst>
                              <p:cond delay="500"/>
                            </p:stCondLst>
                            <p:childTnLst>
                              <p:par>
                                <p:cTn id="52" presetID="1" presetClass="exit" presetSubtype="0" fill="hold" grpId="3" nodeType="afterEffect">
                                  <p:stCondLst>
                                    <p:cond delay="0"/>
                                  </p:stCondLst>
                                  <p:childTnLst>
                                    <p:set>
                                      <p:cBhvr>
                                        <p:cTn id="53" dur="1" fill="hold">
                                          <p:stCondLst>
                                            <p:cond delay="0"/>
                                          </p:stCondLst>
                                        </p:cTn>
                                        <p:tgtEl>
                                          <p:spTgt spid="6"/>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9"/>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3" nodeType="clickEffect">
                                  <p:stCondLst>
                                    <p:cond delay="0"/>
                                  </p:stCondLst>
                                  <p:childTnLst>
                                    <p:set>
                                      <p:cBhvr>
                                        <p:cTn id="65" dur="1" fill="hold">
                                          <p:stCondLst>
                                            <p:cond delay="0"/>
                                          </p:stCondLst>
                                        </p:cTn>
                                        <p:tgtEl>
                                          <p:spTgt spid="28"/>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childTnLst>
                                </p:cTn>
                              </p:par>
                              <p:par>
                                <p:cTn id="68" presetID="0" presetClass="path" presetSubtype="0" accel="50000" decel="50000" fill="hold" grpId="1" nodeType="withEffect">
                                  <p:stCondLst>
                                    <p:cond delay="0"/>
                                  </p:stCondLst>
                                  <p:childTnLst>
                                    <p:animMotion origin="layout" path="M -3.05556E-6 -9.43571E-7 C -0.01406 0.03677 -0.02795 0.07378 -0.03472 0.09251 C -0.04149 0.11124 -0.03628 0.10546 -0.04062 0.11193 C -0.04496 0.11841 -0.05191 0.12512 -0.06093 0.13113 C -0.06996 0.13714 -0.08298 0.14778 -0.09427 0.14847 C -0.10555 0.14917 -0.12031 0.13992 -0.12899 0.13506 C -0.13767 0.1302 -0.14218 0.12627 -0.14635 0.11957 C -0.15052 0.11286 -0.14739 0.11193 -0.15364 0.09459 C -0.15989 0.07724 -0.17205 0.04625 -0.18402 0.01526 " pathEditMode="relative" rAng="0" ptsTypes="aaaaaaaaA">
                                      <p:cBhvr>
                                        <p:cTn id="69" dur="500" fill="hold"/>
                                        <p:tgtEl>
                                          <p:spTgt spid="29"/>
                                        </p:tgtEl>
                                        <p:attrNameLst>
                                          <p:attrName>ppt_x</p:attrName>
                                          <p:attrName>ppt_y</p:attrName>
                                        </p:attrNameLst>
                                      </p:cBhvr>
                                      <p:rCtr x="-9201" y="7447"/>
                                    </p:animMotion>
                                  </p:childTnLst>
                                </p:cTn>
                              </p:par>
                            </p:childTnLst>
                          </p:cTn>
                        </p:par>
                        <p:par>
                          <p:cTn id="70" fill="hold">
                            <p:stCondLst>
                              <p:cond delay="500"/>
                            </p:stCondLst>
                            <p:childTnLst>
                              <p:par>
                                <p:cTn id="71" presetID="1" presetClass="emph" presetSubtype="1" nodeType="afterEffect">
                                  <p:stCondLst>
                                    <p:cond delay="0"/>
                                  </p:stCondLst>
                                  <p:childTnLst>
                                    <p:set>
                                      <p:cBhvr>
                                        <p:cTn id="72" dur="indefinite"/>
                                        <p:tgtEl>
                                          <p:spTgt spid="18"/>
                                        </p:tgtEl>
                                        <p:attrNameLst>
                                          <p:attrName>fillcolor</p:attrName>
                                        </p:attrNameLst>
                                      </p:cBhvr>
                                      <p:to>
                                        <p:clrVal>
                                          <a:schemeClr val="bg1"/>
                                        </p:clrVal>
                                      </p:to>
                                    </p:set>
                                    <p:set>
                                      <p:cBhvr>
                                        <p:cTn id="73" dur="indefinite"/>
                                        <p:tgtEl>
                                          <p:spTgt spid="18"/>
                                        </p:tgtEl>
                                        <p:attrNameLst>
                                          <p:attrName>fill.type</p:attrName>
                                        </p:attrNameLst>
                                      </p:cBhvr>
                                      <p:to>
                                        <p:strVal val="solid"/>
                                      </p:to>
                                    </p:set>
                                    <p:set>
                                      <p:cBhvr>
                                        <p:cTn id="74" dur="indefinite"/>
                                        <p:tgtEl>
                                          <p:spTgt spid="18"/>
                                        </p:tgtEl>
                                        <p:attrNameLst>
                                          <p:attrName>fill.on</p:attrName>
                                        </p:attrNameLst>
                                      </p:cBhvr>
                                      <p:to>
                                        <p:strVal val="true"/>
                                      </p:to>
                                    </p:set>
                                  </p:childTnLst>
                                </p:cTn>
                              </p:par>
                              <p:par>
                                <p:cTn id="75" presetID="1" presetClass="emph" presetSubtype="1" nodeType="withEffect">
                                  <p:stCondLst>
                                    <p:cond delay="0"/>
                                  </p:stCondLst>
                                  <p:childTnLst>
                                    <p:set>
                                      <p:cBhvr>
                                        <p:cTn id="76" dur="indefinite"/>
                                        <p:tgtEl>
                                          <p:spTgt spid="17"/>
                                        </p:tgtEl>
                                        <p:attrNameLst>
                                          <p:attrName>fillcolor</p:attrName>
                                        </p:attrNameLst>
                                      </p:cBhvr>
                                      <p:to>
                                        <p:clrVal>
                                          <a:srgbClr val="66FF33"/>
                                        </p:clrVal>
                                      </p:to>
                                    </p:set>
                                    <p:set>
                                      <p:cBhvr>
                                        <p:cTn id="77" dur="indefinite"/>
                                        <p:tgtEl>
                                          <p:spTgt spid="17"/>
                                        </p:tgtEl>
                                        <p:attrNameLst>
                                          <p:attrName>fill.type</p:attrName>
                                        </p:attrNameLst>
                                      </p:cBhvr>
                                      <p:to>
                                        <p:strVal val="solid"/>
                                      </p:to>
                                    </p:set>
                                    <p:set>
                                      <p:cBhvr>
                                        <p:cTn id="78" dur="indefinite"/>
                                        <p:tgtEl>
                                          <p:spTgt spid="17"/>
                                        </p:tgtEl>
                                        <p:attrNameLst>
                                          <p:attrName>fill.on</p:attrName>
                                        </p:attrNameLst>
                                      </p:cBhvr>
                                      <p:to>
                                        <p:strVal val="true"/>
                                      </p:to>
                                    </p:set>
                                  </p:childTnLst>
                                </p:cTn>
                              </p:par>
                            </p:childTnLst>
                          </p:cTn>
                        </p:par>
                        <p:par>
                          <p:cTn id="79" fill="hold">
                            <p:stCondLst>
                              <p:cond delay="500"/>
                            </p:stCondLst>
                            <p:childTnLst>
                              <p:par>
                                <p:cTn id="80" presetID="1" presetClass="exit" presetSubtype="0" fill="hold" grpId="2" nodeType="afterEffect">
                                  <p:stCondLst>
                                    <p:cond delay="0"/>
                                  </p:stCondLst>
                                  <p:childTnLst>
                                    <p:set>
                                      <p:cBhvr>
                                        <p:cTn id="81" dur="1" fill="hold">
                                          <p:stCondLst>
                                            <p:cond delay="0"/>
                                          </p:stCondLst>
                                        </p:cTn>
                                        <p:tgtEl>
                                          <p:spTgt spid="7"/>
                                        </p:tgtEl>
                                        <p:attrNameLst>
                                          <p:attrName>style.visibility</p:attrName>
                                        </p:attrNameLst>
                                      </p:cBhvr>
                                      <p:to>
                                        <p:strVal val="hidden"/>
                                      </p:to>
                                    </p:set>
                                  </p:childTnLst>
                                </p:cTn>
                              </p:par>
                              <p:par>
                                <p:cTn id="82" presetID="1" presetClass="entr" presetSubtype="0" fill="hold" grpId="1" nodeType="withEffect">
                                  <p:stCondLst>
                                    <p:cond delay="0"/>
                                  </p:stCondLst>
                                  <p:childTnLst>
                                    <p:set>
                                      <p:cBhvr>
                                        <p:cTn id="83" dur="1" fill="hold">
                                          <p:stCondLst>
                                            <p:cond delay="0"/>
                                          </p:stCondLst>
                                        </p:cTn>
                                        <p:tgtEl>
                                          <p:spTgt spid="6"/>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1" nodeType="clickEffect">
                                  <p:stCondLst>
                                    <p:cond delay="0"/>
                                  </p:stCondLst>
                                  <p:childTnLst>
                                    <p:set>
                                      <p:cBhvr>
                                        <p:cTn id="87" dur="1" fill="hold">
                                          <p:stCondLst>
                                            <p:cond delay="0"/>
                                          </p:stCondLst>
                                        </p:cTn>
                                        <p:tgtEl>
                                          <p:spTgt spid="10"/>
                                        </p:tgtEl>
                                        <p:attrNameLst>
                                          <p:attrName>style.visibility</p:attrName>
                                        </p:attrNameLst>
                                      </p:cBhvr>
                                      <p:to>
                                        <p:strVal val="hidden"/>
                                      </p:to>
                                    </p:set>
                                  </p:childTnLst>
                                </p:cTn>
                              </p:par>
                              <p:par>
                                <p:cTn id="88" presetID="1" presetClass="entr" presetSubtype="0" fill="hold" grpId="0" nodeType="withEffect">
                                  <p:stCondLst>
                                    <p:cond delay="0"/>
                                  </p:stCondLst>
                                  <p:childTnLst>
                                    <p:set>
                                      <p:cBhvr>
                                        <p:cTn id="89" dur="1" fill="hold">
                                          <p:stCondLst>
                                            <p:cond delay="0"/>
                                          </p:stCondLst>
                                        </p:cTn>
                                        <p:tgtEl>
                                          <p:spTgt spid="1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2" nodeType="clickEffect">
                                  <p:stCondLst>
                                    <p:cond delay="0"/>
                                  </p:stCondLst>
                                  <p:childTnLst>
                                    <p:set>
                                      <p:cBhvr>
                                        <p:cTn id="93" dur="1" fill="hold">
                                          <p:stCondLst>
                                            <p:cond delay="0"/>
                                          </p:stCondLst>
                                        </p:cTn>
                                        <p:tgtEl>
                                          <p:spTgt spid="29"/>
                                        </p:tgtEl>
                                        <p:attrNameLst>
                                          <p:attrName>style.visibility</p:attrName>
                                        </p:attrNameLst>
                                      </p:cBhvr>
                                      <p:to>
                                        <p:strVal val="hidden"/>
                                      </p:to>
                                    </p:set>
                                  </p:childTnLst>
                                </p:cTn>
                              </p:par>
                              <p:par>
                                <p:cTn id="94" presetID="1" presetClass="entr" presetSubtype="0" fill="hold" grpId="4" nodeType="with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par>
                                <p:cTn id="96" presetID="0" presetClass="path" presetSubtype="0" accel="50000" decel="50000" fill="hold" grpId="5" nodeType="withEffect">
                                  <p:stCondLst>
                                    <p:cond delay="0"/>
                                  </p:stCondLst>
                                  <p:childTnLst>
                                    <p:animMotion origin="layout" path="M -5.55556E-7 2.18316E-6 C -0.00365 -0.00763 -0.04358 0.02336 -0.05521 0.02914 C -0.06684 0.03492 -0.06389 0.03168 -0.06962 0.03492 C -0.07535 0.03816 -0.0849 0.04186 -0.08993 0.04833 C -0.09496 0.05481 -0.09878 0.06498 -0.1 0.07354 C -0.10121 0.0821 -0.09983 0.09297 -0.09722 0.10037 C -0.09462 0.10777 -0.08802 0.11401 -0.0842 0.11794 C -0.08055 0.12188 -0.07882 0.12349 -0.07396 0.12373 C -0.0691 0.12396 -0.06146 0.12465 -0.05521 0.11979 C -0.04896 0.11494 -0.03993 0.10199 -0.03628 0.09459 C -0.03264 0.08719 -0.03941 0.09089 -0.03333 0.07539 C -0.02726 0.0599 0.00365 0.00763 -5.55556E-7 2.18316E-6 Z " pathEditMode="relative" rAng="0" ptsTypes="aaaaaaaaaaaa">
                                      <p:cBhvr>
                                        <p:cTn id="97" dur="500" fill="hold"/>
                                        <p:tgtEl>
                                          <p:spTgt spid="28"/>
                                        </p:tgtEl>
                                        <p:attrNameLst>
                                          <p:attrName>ppt_x</p:attrName>
                                          <p:attrName>ppt_y</p:attrName>
                                        </p:attrNameLst>
                                      </p:cBhvr>
                                      <p:rCtr x="-4878" y="5851"/>
                                    </p:animMotion>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1" nodeType="clickEffect">
                                  <p:stCondLst>
                                    <p:cond delay="0"/>
                                  </p:stCondLst>
                                  <p:childTnLst>
                                    <p:set>
                                      <p:cBhvr>
                                        <p:cTn id="101" dur="1" fill="hold">
                                          <p:stCondLst>
                                            <p:cond delay="0"/>
                                          </p:stCondLst>
                                        </p:cTn>
                                        <p:tgtEl>
                                          <p:spTgt spid="11"/>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12"/>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0" presetClass="path" presetSubtype="0" accel="50000" decel="50000" fill="hold" grpId="6" nodeType="clickEffect">
                                  <p:stCondLst>
                                    <p:cond delay="0"/>
                                  </p:stCondLst>
                                  <p:childTnLst>
                                    <p:animMotion origin="layout" path="M 4.44444E-6 3.72803E-6 C -0.00365 -0.00879 -0.04532 0.02243 -0.05799 0.0289 C -0.07066 0.03538 -0.0698 0.03422 -0.07553 0.03862 C -0.08125 0.04301 -0.08855 0.04856 -0.09289 0.05596 C -0.09723 0.06336 -0.10139 0.07423 -0.10157 0.08302 C -0.10174 0.09181 -0.09757 0.10152 -0.09428 0.10823 C -0.09098 0.11494 -0.08612 0.12026 -0.08125 0.12349 C -0.07639 0.12673 -0.07153 0.12927 -0.06528 0.12742 C -0.05903 0.12557 -0.04844 0.11956 -0.04358 0.11193 C -0.03872 0.1043 -0.04393 0.09944 -0.03629 0.08117 C -0.02865 0.0629 0.00364 0.00878 4.44444E-6 3.72803E-6 Z " pathEditMode="relative" rAng="0" ptsTypes="aaaaaaaaaaa">
                                      <p:cBhvr>
                                        <p:cTn id="107" dur="500" fill="hold"/>
                                        <p:tgtEl>
                                          <p:spTgt spid="28"/>
                                        </p:tgtEl>
                                        <p:attrNameLst>
                                          <p:attrName>ppt_x</p:attrName>
                                          <p:attrName>ppt_y</p:attrName>
                                        </p:attrNameLst>
                                      </p:cBhvr>
                                      <p:rCtr x="-4913" y="6013"/>
                                    </p:animMotion>
                                  </p:childTnLst>
                                </p:cTn>
                              </p:par>
                            </p:childTnLst>
                          </p:cTn>
                        </p:par>
                      </p:childTnLst>
                    </p:cTn>
                  </p:par>
                  <p:par>
                    <p:cTn id="108" fill="hold">
                      <p:stCondLst>
                        <p:cond delay="indefinite"/>
                      </p:stCondLst>
                      <p:childTnLst>
                        <p:par>
                          <p:cTn id="109" fill="hold">
                            <p:stCondLst>
                              <p:cond delay="0"/>
                            </p:stCondLst>
                            <p:childTnLst>
                              <p:par>
                                <p:cTn id="110" presetID="1" presetClass="exit" presetSubtype="0" fill="hold" grpId="1" nodeType="clickEffect">
                                  <p:stCondLst>
                                    <p:cond delay="0"/>
                                  </p:stCondLst>
                                  <p:childTnLst>
                                    <p:set>
                                      <p:cBhvr>
                                        <p:cTn id="111" dur="1" fill="hold">
                                          <p:stCondLst>
                                            <p:cond delay="0"/>
                                          </p:stCondLst>
                                        </p:cTn>
                                        <p:tgtEl>
                                          <p:spTgt spid="12"/>
                                        </p:tgtEl>
                                        <p:attrNameLst>
                                          <p:attrName>style.visibility</p:attrName>
                                        </p:attrNameLst>
                                      </p:cBhvr>
                                      <p:to>
                                        <p:strVal val="hidden"/>
                                      </p:to>
                                    </p:set>
                                  </p:childTnLst>
                                </p:cTn>
                              </p:par>
                              <p:par>
                                <p:cTn id="112" presetID="1" presetClass="entr" presetSubtype="0" fill="hold" grpId="0" nodeType="withEffect">
                                  <p:stCondLst>
                                    <p:cond delay="0"/>
                                  </p:stCondLst>
                                  <p:childTnLst>
                                    <p:set>
                                      <p:cBhvr>
                                        <p:cTn id="113" dur="1" fill="hold">
                                          <p:stCondLst>
                                            <p:cond delay="0"/>
                                          </p:stCondLst>
                                        </p:cTn>
                                        <p:tgtEl>
                                          <p:spTgt spid="1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0" presetClass="path" presetSubtype="0" accel="50000" decel="50000" fill="hold" grpId="7" nodeType="clickEffect">
                                  <p:stCondLst>
                                    <p:cond delay="0"/>
                                  </p:stCondLst>
                                  <p:childTnLst>
                                    <p:animMotion origin="layout" path="M 0.00069 -0.00046 C 0.00035 -0.00763 5.55556E-7 -0.01457 0.02969 -0.01781 C 0.05937 -0.02105 0.1191 -0.02035 0.17882 -0.01966 " pathEditMode="relative" ptsTypes="aaA">
                                      <p:cBhvr>
                                        <p:cTn id="117" dur="500" fill="hold"/>
                                        <p:tgtEl>
                                          <p:spTgt spid="28"/>
                                        </p:tgtEl>
                                        <p:attrNameLst>
                                          <p:attrName>ppt_x</p:attrName>
                                          <p:attrName>ppt_y</p:attrName>
                                        </p:attrNameLst>
                                      </p:cBhvr>
                                    </p:animMotion>
                                  </p:childTnLst>
                                </p:cTn>
                              </p:par>
                            </p:childTnLst>
                          </p:cTn>
                        </p:par>
                        <p:par>
                          <p:cTn id="118" fill="hold">
                            <p:stCondLst>
                              <p:cond delay="500"/>
                            </p:stCondLst>
                            <p:childTnLst>
                              <p:par>
                                <p:cTn id="119" presetID="1" presetClass="emph" presetSubtype="1" nodeType="afterEffect">
                                  <p:stCondLst>
                                    <p:cond delay="0"/>
                                  </p:stCondLst>
                                  <p:childTnLst>
                                    <p:set>
                                      <p:cBhvr>
                                        <p:cTn id="120" dur="indefinite"/>
                                        <p:tgtEl>
                                          <p:spTgt spid="17"/>
                                        </p:tgtEl>
                                        <p:attrNameLst>
                                          <p:attrName>fillcolor</p:attrName>
                                        </p:attrNameLst>
                                      </p:cBhvr>
                                      <p:to>
                                        <p:clrVal>
                                          <a:schemeClr val="bg1"/>
                                        </p:clrVal>
                                      </p:to>
                                    </p:set>
                                    <p:set>
                                      <p:cBhvr>
                                        <p:cTn id="121" dur="indefinite"/>
                                        <p:tgtEl>
                                          <p:spTgt spid="17"/>
                                        </p:tgtEl>
                                        <p:attrNameLst>
                                          <p:attrName>fill.type</p:attrName>
                                        </p:attrNameLst>
                                      </p:cBhvr>
                                      <p:to>
                                        <p:strVal val="solid"/>
                                      </p:to>
                                    </p:set>
                                    <p:set>
                                      <p:cBhvr>
                                        <p:cTn id="122" dur="indefinite"/>
                                        <p:tgtEl>
                                          <p:spTgt spid="17"/>
                                        </p:tgtEl>
                                        <p:attrNameLst>
                                          <p:attrName>fill.on</p:attrName>
                                        </p:attrNameLst>
                                      </p:cBhvr>
                                      <p:to>
                                        <p:strVal val="true"/>
                                      </p:to>
                                    </p:set>
                                  </p:childTnLst>
                                </p:cTn>
                              </p:par>
                              <p:par>
                                <p:cTn id="123" presetID="1" presetClass="emph" presetSubtype="1" nodeType="withEffect">
                                  <p:stCondLst>
                                    <p:cond delay="0"/>
                                  </p:stCondLst>
                                  <p:childTnLst>
                                    <p:set>
                                      <p:cBhvr>
                                        <p:cTn id="124" dur="indefinite"/>
                                        <p:tgtEl>
                                          <p:spTgt spid="18"/>
                                        </p:tgtEl>
                                        <p:attrNameLst>
                                          <p:attrName>fillcolor</p:attrName>
                                        </p:attrNameLst>
                                      </p:cBhvr>
                                      <p:to>
                                        <p:clrVal>
                                          <a:srgbClr val="66FF33"/>
                                        </p:clrVal>
                                      </p:to>
                                    </p:set>
                                    <p:set>
                                      <p:cBhvr>
                                        <p:cTn id="125" dur="indefinite"/>
                                        <p:tgtEl>
                                          <p:spTgt spid="18"/>
                                        </p:tgtEl>
                                        <p:attrNameLst>
                                          <p:attrName>fill.type</p:attrName>
                                        </p:attrNameLst>
                                      </p:cBhvr>
                                      <p:to>
                                        <p:strVal val="solid"/>
                                      </p:to>
                                    </p:set>
                                    <p:set>
                                      <p:cBhvr>
                                        <p:cTn id="126" dur="indefinite"/>
                                        <p:tgtEl>
                                          <p:spTgt spid="18"/>
                                        </p:tgtEl>
                                        <p:attrNameLst>
                                          <p:attrName>fill.on</p:attrName>
                                        </p:attrNameLst>
                                      </p:cBhvr>
                                      <p:to>
                                        <p:strVal val="true"/>
                                      </p:to>
                                    </p:set>
                                  </p:childTnLst>
                                </p:cTn>
                              </p:par>
                            </p:childTnLst>
                          </p:cTn>
                        </p:par>
                        <p:par>
                          <p:cTn id="127" fill="hold">
                            <p:stCondLst>
                              <p:cond delay="500"/>
                            </p:stCondLst>
                            <p:childTnLst>
                              <p:par>
                                <p:cTn id="128" presetID="1" presetClass="exit" presetSubtype="0" fill="hold" grpId="4" nodeType="afterEffect">
                                  <p:stCondLst>
                                    <p:cond delay="0"/>
                                  </p:stCondLst>
                                  <p:childTnLst>
                                    <p:set>
                                      <p:cBhvr>
                                        <p:cTn id="129" dur="1" fill="hold">
                                          <p:stCondLst>
                                            <p:cond delay="0"/>
                                          </p:stCondLst>
                                        </p:cTn>
                                        <p:tgtEl>
                                          <p:spTgt spid="6"/>
                                        </p:tgtEl>
                                        <p:attrNameLst>
                                          <p:attrName>style.visibility</p:attrName>
                                        </p:attrNameLst>
                                      </p:cBhvr>
                                      <p:to>
                                        <p:strVal val="hidden"/>
                                      </p:to>
                                    </p:set>
                                  </p:childTnLst>
                                </p:cTn>
                              </p:par>
                              <p:par>
                                <p:cTn id="130" presetID="1" presetClass="entr" presetSubtype="0" fill="hold" grpId="1" nodeType="withEffect">
                                  <p:stCondLst>
                                    <p:cond delay="0"/>
                                  </p:stCondLst>
                                  <p:childTnLst>
                                    <p:set>
                                      <p:cBhvr>
                                        <p:cTn id="131" dur="1" fill="hold">
                                          <p:stCondLst>
                                            <p:cond delay="0"/>
                                          </p:stCondLst>
                                        </p:cTn>
                                        <p:tgtEl>
                                          <p:spTgt spid="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13"/>
                                        </p:tgtEl>
                                        <p:attrNameLst>
                                          <p:attrName>style.visibility</p:attrName>
                                        </p:attrNameLst>
                                      </p:cBhvr>
                                      <p:to>
                                        <p:strVal val="hidden"/>
                                      </p:to>
                                    </p:set>
                                  </p:childTnLst>
                                </p:cTn>
                              </p:par>
                              <p:par>
                                <p:cTn id="136" presetID="1" presetClass="entr" presetSubtype="0" fill="hold" grpId="0" nodeType="withEffect">
                                  <p:stCondLst>
                                    <p:cond delay="0"/>
                                  </p:stCondLst>
                                  <p:childTnLst>
                                    <p:set>
                                      <p:cBhvr>
                                        <p:cTn id="137" dur="1" fill="hold">
                                          <p:stCondLst>
                                            <p:cond delay="0"/>
                                          </p:stCondLst>
                                        </p:cTn>
                                        <p:tgtEl>
                                          <p:spTgt spid="14"/>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8" nodeType="clickEffect">
                                  <p:stCondLst>
                                    <p:cond delay="0"/>
                                  </p:stCondLst>
                                  <p:childTnLst>
                                    <p:set>
                                      <p:cBhvr>
                                        <p:cTn id="141" dur="1" fill="hold">
                                          <p:stCondLst>
                                            <p:cond delay="0"/>
                                          </p:stCondLst>
                                        </p:cTn>
                                        <p:tgtEl>
                                          <p:spTgt spid="28"/>
                                        </p:tgtEl>
                                        <p:attrNameLst>
                                          <p:attrName>style.visibility</p:attrName>
                                        </p:attrNameLst>
                                      </p:cBhvr>
                                      <p:to>
                                        <p:strVal val="hidden"/>
                                      </p:to>
                                    </p:set>
                                  </p:childTnLst>
                                </p:cTn>
                              </p:par>
                              <p:par>
                                <p:cTn id="142" presetID="1" presetClass="entr" presetSubtype="0" fill="hold" grpId="3" nodeType="withEffect">
                                  <p:stCondLst>
                                    <p:cond delay="0"/>
                                  </p:stCondLst>
                                  <p:childTnLst>
                                    <p:set>
                                      <p:cBhvr>
                                        <p:cTn id="143" dur="1" fill="hold">
                                          <p:stCondLst>
                                            <p:cond delay="0"/>
                                          </p:stCondLst>
                                        </p:cTn>
                                        <p:tgtEl>
                                          <p:spTgt spid="29"/>
                                        </p:tgtEl>
                                        <p:attrNameLst>
                                          <p:attrName>style.visibility</p:attrName>
                                        </p:attrNameLst>
                                      </p:cBhvr>
                                      <p:to>
                                        <p:strVal val="visible"/>
                                      </p:to>
                                    </p:set>
                                  </p:childTnLst>
                                </p:cTn>
                              </p:par>
                              <p:par>
                                <p:cTn id="144" presetID="0" presetClass="path" presetSubtype="0" accel="50000" decel="50000" fill="hold" grpId="4" nodeType="withEffect">
                                  <p:stCondLst>
                                    <p:cond delay="0"/>
                                  </p:stCondLst>
                                  <p:childTnLst>
                                    <p:animMotion origin="layout" path="M 1.66667E-6 6.19796E-6 C -0.00538 0.00764 -0.00139 0.08997 -0.00139 0.11194 C -0.00139 0.13391 -0.00122 0.12536 1.66667E-6 0.13137 C 0.00121 0.13738 0.00347 0.14386 0.0059 0.14871 C 0.00833 0.15357 0.01163 0.15935 0.01458 0.16028 C 0.01753 0.1612 0.02083 0.15935 0.02326 0.15449 C 0.02569 0.14964 0.02726 0.14062 0.02899 0.13137 C 0.03073 0.12212 0.03299 0.1094 0.03333 0.09853 C 0.03368 0.08766 0.03576 0.08234 0.03055 0.06569 C 0.02535 0.04904 0.00538 -0.00762 1.66667E-6 6.19796E-6 Z " pathEditMode="relative" ptsTypes="aaaaaaaaaa">
                                      <p:cBhvr>
                                        <p:cTn id="145" dur="500" fill="hold"/>
                                        <p:tgtEl>
                                          <p:spTgt spid="29"/>
                                        </p:tgtEl>
                                        <p:attrNameLst>
                                          <p:attrName>ppt_x</p:attrName>
                                          <p:attrName>ppt_y</p:attrName>
                                        </p:attrNameLst>
                                      </p:cBhvr>
                                    </p:animMotion>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grpId="1" nodeType="clickEffect">
                                  <p:stCondLst>
                                    <p:cond delay="0"/>
                                  </p:stCondLst>
                                  <p:childTnLst>
                                    <p:set>
                                      <p:cBhvr>
                                        <p:cTn id="149" dur="1" fill="hold">
                                          <p:stCondLst>
                                            <p:cond delay="0"/>
                                          </p:stCondLst>
                                        </p:cTn>
                                        <p:tgtEl>
                                          <p:spTgt spid="14"/>
                                        </p:tgtEl>
                                        <p:attrNameLst>
                                          <p:attrName>style.visibility</p:attrName>
                                        </p:attrNameLst>
                                      </p:cBhvr>
                                      <p:to>
                                        <p:strVal val="hidden"/>
                                      </p:to>
                                    </p:set>
                                  </p:childTnLst>
                                </p:cTn>
                              </p:par>
                              <p:par>
                                <p:cTn id="150" presetID="1" presetClass="entr" presetSubtype="0" fill="hold" grpId="0" nodeType="withEffect">
                                  <p:stCondLst>
                                    <p:cond delay="0"/>
                                  </p:stCondLst>
                                  <p:childTnLst>
                                    <p:set>
                                      <p:cBhvr>
                                        <p:cTn id="151" dur="1" fill="hold">
                                          <p:stCondLst>
                                            <p:cond delay="0"/>
                                          </p:stCondLst>
                                        </p:cTn>
                                        <p:tgtEl>
                                          <p:spTgt spid="15"/>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0" presetClass="path" presetSubtype="0" accel="50000" decel="50000" fill="hold" grpId="5" nodeType="clickEffect">
                                  <p:stCondLst>
                                    <p:cond delay="0"/>
                                  </p:stCondLst>
                                  <p:childTnLst>
                                    <p:animMotion origin="layout" path="M 8.33333E-7 -3.47826E-6 C -0.01406 0.04001 -0.02795 0.08002 -0.0349 0.10037 C -0.04184 0.12073 -0.03837 0.11517 -0.04201 0.12165 C -0.04566 0.12813 -0.05122 0.13506 -0.0566 0.139 C -0.06198 0.14293 -0.0684 0.14246 -0.07396 0.14478 C -0.07951 0.14709 -0.08455 0.15241 -0.08993 0.15241 C -0.09531 0.15241 -0.10139 0.1464 -0.1059 0.14478 C -0.11042 0.14316 -0.11163 0.1457 -0.11736 0.14293 C -0.12309 0.14015 -0.1349 0.13344 -0.14063 0.12743 C -0.14635 0.12142 -0.14549 0.1235 -0.15226 0.10616 C -0.15903 0.08881 -0.17639 0.03701 -0.18125 0.02313 " pathEditMode="relative" rAng="0" ptsTypes="aaaaaaaaaaA">
                                      <p:cBhvr>
                                        <p:cTn id="155" dur="500" fill="hold"/>
                                        <p:tgtEl>
                                          <p:spTgt spid="29"/>
                                        </p:tgtEl>
                                        <p:attrNameLst>
                                          <p:attrName>ppt_x</p:attrName>
                                          <p:attrName>ppt_y</p:attrName>
                                        </p:attrNameLst>
                                      </p:cBhvr>
                                      <p:rCtr x="-9063" y="7609"/>
                                    </p:animMotion>
                                  </p:childTnLst>
                                </p:cTn>
                              </p:par>
                            </p:childTnLst>
                          </p:cTn>
                        </p:par>
                        <p:par>
                          <p:cTn id="156" fill="hold">
                            <p:stCondLst>
                              <p:cond delay="500"/>
                            </p:stCondLst>
                            <p:childTnLst>
                              <p:par>
                                <p:cTn id="157" presetID="1" presetClass="emph" presetSubtype="1" nodeType="afterEffect">
                                  <p:stCondLst>
                                    <p:cond delay="0"/>
                                  </p:stCondLst>
                                  <p:childTnLst>
                                    <p:set>
                                      <p:cBhvr>
                                        <p:cTn id="158" dur="indefinite"/>
                                        <p:tgtEl>
                                          <p:spTgt spid="17"/>
                                        </p:tgtEl>
                                        <p:attrNameLst>
                                          <p:attrName>fillcolor</p:attrName>
                                        </p:attrNameLst>
                                      </p:cBhvr>
                                      <p:to>
                                        <p:clrVal>
                                          <a:srgbClr val="66FF33"/>
                                        </p:clrVal>
                                      </p:to>
                                    </p:set>
                                    <p:set>
                                      <p:cBhvr>
                                        <p:cTn id="159" dur="indefinite"/>
                                        <p:tgtEl>
                                          <p:spTgt spid="17"/>
                                        </p:tgtEl>
                                        <p:attrNameLst>
                                          <p:attrName>fill.type</p:attrName>
                                        </p:attrNameLst>
                                      </p:cBhvr>
                                      <p:to>
                                        <p:strVal val="solid"/>
                                      </p:to>
                                    </p:set>
                                    <p:set>
                                      <p:cBhvr>
                                        <p:cTn id="160" dur="indefinite"/>
                                        <p:tgtEl>
                                          <p:spTgt spid="17"/>
                                        </p:tgtEl>
                                        <p:attrNameLst>
                                          <p:attrName>fill.on</p:attrName>
                                        </p:attrNameLst>
                                      </p:cBhvr>
                                      <p:to>
                                        <p:strVal val="true"/>
                                      </p:to>
                                    </p:set>
                                  </p:childTnLst>
                                </p:cTn>
                              </p:par>
                              <p:par>
                                <p:cTn id="161" presetID="1" presetClass="emph" presetSubtype="1" nodeType="withEffect">
                                  <p:stCondLst>
                                    <p:cond delay="0"/>
                                  </p:stCondLst>
                                  <p:childTnLst>
                                    <p:set>
                                      <p:cBhvr>
                                        <p:cTn id="162" dur="indefinite"/>
                                        <p:tgtEl>
                                          <p:spTgt spid="18"/>
                                        </p:tgtEl>
                                        <p:attrNameLst>
                                          <p:attrName>fillcolor</p:attrName>
                                        </p:attrNameLst>
                                      </p:cBhvr>
                                      <p:to>
                                        <p:clrVal>
                                          <a:schemeClr val="bg1"/>
                                        </p:clrVal>
                                      </p:to>
                                    </p:set>
                                    <p:set>
                                      <p:cBhvr>
                                        <p:cTn id="163" dur="indefinite"/>
                                        <p:tgtEl>
                                          <p:spTgt spid="18"/>
                                        </p:tgtEl>
                                        <p:attrNameLst>
                                          <p:attrName>fill.type</p:attrName>
                                        </p:attrNameLst>
                                      </p:cBhvr>
                                      <p:to>
                                        <p:strVal val="solid"/>
                                      </p:to>
                                    </p:set>
                                    <p:set>
                                      <p:cBhvr>
                                        <p:cTn id="164" dur="indefinite"/>
                                        <p:tgtEl>
                                          <p:spTgt spid="18"/>
                                        </p:tgtEl>
                                        <p:attrNameLst>
                                          <p:attrName>fill.on</p:attrName>
                                        </p:attrNameLst>
                                      </p:cBhvr>
                                      <p:to>
                                        <p:strVal val="true"/>
                                      </p:to>
                                    </p:set>
                                  </p:childTnLst>
                                </p:cTn>
                              </p:par>
                            </p:childTnLst>
                          </p:cTn>
                        </p:par>
                        <p:par>
                          <p:cTn id="165" fill="hold">
                            <p:stCondLst>
                              <p:cond delay="500"/>
                            </p:stCondLst>
                            <p:childTnLst>
                              <p:par>
                                <p:cTn id="166" presetID="1" presetClass="exit" presetSubtype="0" fill="hold" grpId="3" nodeType="afterEffect">
                                  <p:stCondLst>
                                    <p:cond delay="0"/>
                                  </p:stCondLst>
                                  <p:childTnLst>
                                    <p:set>
                                      <p:cBhvr>
                                        <p:cTn id="167" dur="1" fill="hold">
                                          <p:stCondLst>
                                            <p:cond delay="0"/>
                                          </p:stCondLst>
                                        </p:cTn>
                                        <p:tgtEl>
                                          <p:spTgt spid="7"/>
                                        </p:tgtEl>
                                        <p:attrNameLst>
                                          <p:attrName>style.visibility</p:attrName>
                                        </p:attrNameLst>
                                      </p:cBhvr>
                                      <p:to>
                                        <p:strVal val="hidden"/>
                                      </p:to>
                                    </p:set>
                                  </p:childTnLst>
                                </p:cTn>
                              </p:par>
                              <p:par>
                                <p:cTn id="168" presetID="1" presetClass="entr" presetSubtype="0" fill="hold" grpId="2" nodeType="withEffect">
                                  <p:stCondLst>
                                    <p:cond delay="0"/>
                                  </p:stCondLst>
                                  <p:childTnLst>
                                    <p:set>
                                      <p:cBhvr>
                                        <p:cTn id="169" dur="1" fill="hold">
                                          <p:stCondLst>
                                            <p:cond delay="0"/>
                                          </p:stCondLst>
                                        </p:cTn>
                                        <p:tgtEl>
                                          <p:spTgt spid="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xit" presetSubtype="0" fill="hold" grpId="1" nodeType="clickEffect">
                                  <p:stCondLst>
                                    <p:cond delay="0"/>
                                  </p:stCondLst>
                                  <p:childTnLst>
                                    <p:set>
                                      <p:cBhvr>
                                        <p:cTn id="173" dur="1" fill="hold">
                                          <p:stCondLst>
                                            <p:cond delay="0"/>
                                          </p:stCondLst>
                                        </p:cTn>
                                        <p:tgtEl>
                                          <p:spTgt spid="15"/>
                                        </p:tgtEl>
                                        <p:attrNameLst>
                                          <p:attrName>style.visibility</p:attrName>
                                        </p:attrNameLst>
                                      </p:cBhvr>
                                      <p:to>
                                        <p:strVal val="hidden"/>
                                      </p:to>
                                    </p:set>
                                  </p:childTnLst>
                                </p:cTn>
                              </p:par>
                              <p:par>
                                <p:cTn id="174" presetID="1" presetClass="entr" presetSubtype="0" fill="hold" grpId="0" nodeType="withEffect">
                                  <p:stCondLst>
                                    <p:cond delay="0"/>
                                  </p:stCondLst>
                                  <p:childTnLst>
                                    <p:set>
                                      <p:cBhvr>
                                        <p:cTn id="175" dur="1" fill="hold">
                                          <p:stCondLst>
                                            <p:cond delay="0"/>
                                          </p:stCondLst>
                                        </p:cTn>
                                        <p:tgtEl>
                                          <p:spTgt spid="30"/>
                                        </p:tgtEl>
                                        <p:attrNameLst>
                                          <p:attrName>style.visibility</p:attrName>
                                        </p:attrNameLst>
                                      </p:cBhvr>
                                      <p:to>
                                        <p:strVal val="visible"/>
                                      </p:to>
                                    </p:set>
                                  </p:childTnLst>
                                </p:cTn>
                              </p:par>
                            </p:childTnLst>
                          </p:cTn>
                        </p:par>
                        <p:par>
                          <p:cTn id="176" fill="hold">
                            <p:stCondLst>
                              <p:cond delay="0"/>
                            </p:stCondLst>
                            <p:childTnLst>
                              <p:par>
                                <p:cTn id="177" presetID="27" presetClass="entr" presetSubtype="0" fill="hold" nodeType="afterEffect">
                                  <p:stCondLst>
                                    <p:cond delay="0"/>
                                  </p:stCondLst>
                                  <p:iterate type="lt">
                                    <p:tmPct val="50000"/>
                                  </p:iterate>
                                  <p:childTnLst>
                                    <p:set>
                                      <p:cBhvr>
                                        <p:cTn id="178" dur="1" fill="hold">
                                          <p:stCondLst>
                                            <p:cond delay="0"/>
                                          </p:stCondLst>
                                        </p:cTn>
                                        <p:tgtEl>
                                          <p:spTgt spid="5">
                                            <p:txEl>
                                              <p:pRg st="6" end="6"/>
                                            </p:txEl>
                                          </p:spTgt>
                                        </p:tgtEl>
                                        <p:attrNameLst>
                                          <p:attrName>style.visibility</p:attrName>
                                        </p:attrNameLst>
                                      </p:cBhvr>
                                      <p:to>
                                        <p:strVal val="visible"/>
                                      </p:to>
                                    </p:set>
                                    <p:anim calcmode="discrete" valueType="clr">
                                      <p:cBhvr override="childStyle">
                                        <p:cTn id="179" dur="80"/>
                                        <p:tgtEl>
                                          <p:spTgt spid="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0" dur="80"/>
                                        <p:tgtEl>
                                          <p:spTgt spid="5">
                                            <p:txEl>
                                              <p:pRg st="6" end="6"/>
                                            </p:txEl>
                                          </p:spTgt>
                                        </p:tgtEl>
                                        <p:attrNameLst>
                                          <p:attrName>fillcolor</p:attrName>
                                        </p:attrNameLst>
                                      </p:cBhvr>
                                      <p:tavLst>
                                        <p:tav tm="0">
                                          <p:val>
                                            <p:clrVal>
                                              <a:schemeClr val="accent2"/>
                                            </p:clrVal>
                                          </p:val>
                                        </p:tav>
                                        <p:tav tm="50000">
                                          <p:val>
                                            <p:clrVal>
                                              <a:schemeClr val="hlink"/>
                                            </p:clrVal>
                                          </p:val>
                                        </p:tav>
                                      </p:tavLst>
                                    </p:anim>
                                    <p:set>
                                      <p:cBhvr>
                                        <p:cTn id="181" dur="80"/>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7" grpId="0" animBg="1"/>
      <p:bldP spid="7" grpId="1" animBg="1"/>
      <p:bldP spid="7" grpId="2" animBg="1"/>
      <p:bldP spid="7" grpId="3"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7" grpId="0" animBg="1"/>
      <p:bldP spid="27" grpId="1" animBg="1"/>
      <p:bldP spid="27" grpId="2" animBg="1"/>
      <p:bldP spid="28" grpId="0" animBg="1"/>
      <p:bldP spid="28" grpId="1" animBg="1"/>
      <p:bldP spid="28" grpId="2" animBg="1"/>
      <p:bldP spid="28" grpId="3" animBg="1"/>
      <p:bldP spid="28" grpId="4" animBg="1"/>
      <p:bldP spid="28" grpId="5" animBg="1"/>
      <p:bldP spid="28" grpId="6" animBg="1"/>
      <p:bldP spid="28" grpId="7" animBg="1"/>
      <p:bldP spid="28" grpId="8" animBg="1"/>
      <p:bldP spid="29" grpId="0" animBg="1"/>
      <p:bldP spid="29" grpId="1" animBg="1"/>
      <p:bldP spid="29" grpId="2" animBg="1"/>
      <p:bldP spid="29" grpId="3" animBg="1"/>
      <p:bldP spid="29" grpId="4" animBg="1"/>
      <p:bldP spid="29" grpId="5" animBg="1"/>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C064613-26CC-4CA4-8B38-6DD4B90E8E12}"/>
              </a:ext>
            </a:extLst>
          </p:cNvPr>
          <p:cNvSpPr/>
          <p:nvPr/>
        </p:nvSpPr>
        <p:spPr>
          <a:xfrm>
            <a:off x="2204357" y="333428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Rounded Corners 38">
            <a:extLst>
              <a:ext uri="{FF2B5EF4-FFF2-40B4-BE49-F238E27FC236}">
                <a16:creationId xmlns:a16="http://schemas.microsoft.com/office/drawing/2014/main" id="{BD91F170-586A-43FE-997C-8D3D7C1D29A8}"/>
              </a:ext>
            </a:extLst>
          </p:cNvPr>
          <p:cNvSpPr/>
          <p:nvPr/>
        </p:nvSpPr>
        <p:spPr>
          <a:xfrm>
            <a:off x="3402493" y="399475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26097" y="947057"/>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4455178" y="280283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6435471" y="106408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370913" y="114299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213658"/>
          </a:xfrm>
        </p:spPr>
        <p:txBody>
          <a:bodyPr/>
          <a:lstStyle/>
          <a:p>
            <a:pPr>
              <a:spcBef>
                <a:spcPts val="0"/>
              </a:spcBef>
            </a:pPr>
            <a:r>
              <a:rPr lang="en-US" sz="2400" cap="none" dirty="0"/>
              <a:t>A3 ={w : w is a binary string containing an odd number of </a:t>
            </a:r>
            <a:r>
              <a:rPr lang="en-US" sz="2400" b="0" i="1" cap="none" dirty="0"/>
              <a:t>1</a:t>
            </a:r>
            <a:r>
              <a:rPr lang="en-US" sz="2400" cap="none" dirty="0"/>
              <a:t>s}.</a:t>
            </a:r>
          </a:p>
          <a:p>
            <a:pPr>
              <a:spcBef>
                <a:spcPts val="0"/>
              </a:spcBef>
            </a:pPr>
            <a:r>
              <a:rPr lang="en-US" sz="2400" cap="none" dirty="0"/>
              <a:t>A4 ={w : w is a binary string containing an even number of </a:t>
            </a:r>
            <a:r>
              <a:rPr lang="en-US" sz="2400" b="0" i="1" cap="none" dirty="0"/>
              <a:t>0</a:t>
            </a:r>
            <a:r>
              <a:rPr lang="en-US" sz="2400" cap="none" dirty="0"/>
              <a:t>s}.</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747157"/>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747157"/>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1843307"/>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171700"/>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Curved 11">
            <a:extLst>
              <a:ext uri="{FF2B5EF4-FFF2-40B4-BE49-F238E27FC236}">
                <a16:creationId xmlns:a16="http://schemas.microsoft.com/office/drawing/2014/main" id="{60D00A1C-9561-4F45-8FE8-B17E011227B1}"/>
              </a:ext>
            </a:extLst>
          </p:cNvPr>
          <p:cNvCxnSpPr>
            <a:stCxn id="4" idx="7"/>
            <a:endCxn id="5" idx="1"/>
          </p:cNvCxnSpPr>
          <p:nvPr/>
        </p:nvCxnSpPr>
        <p:spPr>
          <a:xfrm rot="5400000" flipH="1" flipV="1">
            <a:off x="4746172" y="595663"/>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85489E31-9AAC-4560-89A7-44EEDEDEDEB4}"/>
              </a:ext>
            </a:extLst>
          </p:cNvPr>
          <p:cNvCxnSpPr>
            <a:stCxn id="5" idx="3"/>
            <a:endCxn id="4" idx="5"/>
          </p:cNvCxnSpPr>
          <p:nvPr/>
        </p:nvCxnSpPr>
        <p:spPr>
          <a:xfrm rot="5400000">
            <a:off x="4746172" y="1196057"/>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Curved 17">
            <a:extLst>
              <a:ext uri="{FF2B5EF4-FFF2-40B4-BE49-F238E27FC236}">
                <a16:creationId xmlns:a16="http://schemas.microsoft.com/office/drawing/2014/main" id="{16A737BC-6FDB-4C0C-B26F-5778B1189B8C}"/>
              </a:ext>
            </a:extLst>
          </p:cNvPr>
          <p:cNvCxnSpPr>
            <a:cxnSpLocks/>
            <a:stCxn id="4" idx="1"/>
            <a:endCxn id="4" idx="0"/>
          </p:cNvCxnSpPr>
          <p:nvPr/>
        </p:nvCxnSpPr>
        <p:spPr>
          <a:xfrm rot="5400000" flipH="1" flipV="1">
            <a:off x="2966522" y="1662118"/>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899A57D-414D-4E8E-823B-04C2F81DFF14}"/>
              </a:ext>
            </a:extLst>
          </p:cNvPr>
          <p:cNvCxnSpPr>
            <a:stCxn id="5" idx="0"/>
            <a:endCxn id="5" idx="7"/>
          </p:cNvCxnSpPr>
          <p:nvPr/>
        </p:nvCxnSpPr>
        <p:spPr>
          <a:xfrm rot="16200000" flipH="1">
            <a:off x="6401476" y="1662118"/>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9DDF094-676A-4C42-87C2-6AC6ED82838E}"/>
              </a:ext>
            </a:extLst>
          </p:cNvPr>
          <p:cNvSpPr txBox="1"/>
          <p:nvPr/>
        </p:nvSpPr>
        <p:spPr>
          <a:xfrm>
            <a:off x="584202" y="1954053"/>
            <a:ext cx="718851" cy="510778"/>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A</a:t>
            </a:r>
            <a:r>
              <a:rPr lang="en-US" sz="2400" b="1" dirty="0">
                <a:latin typeface="+mj-lt"/>
              </a:rPr>
              <a:t>3</a:t>
            </a:r>
          </a:p>
        </p:txBody>
      </p:sp>
      <p:sp>
        <p:nvSpPr>
          <p:cNvPr id="19" name="Rectangle: Rounded Corners 18">
            <a:extLst>
              <a:ext uri="{FF2B5EF4-FFF2-40B4-BE49-F238E27FC236}">
                <a16:creationId xmlns:a16="http://schemas.microsoft.com/office/drawing/2014/main" id="{F0CF69BE-6F7B-4D1F-B7EE-EE9EA869E018}"/>
              </a:ext>
            </a:extLst>
          </p:cNvPr>
          <p:cNvSpPr/>
          <p:nvPr/>
        </p:nvSpPr>
        <p:spPr>
          <a:xfrm>
            <a:off x="3999281" y="315511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0" name="Rectangle: Rounded Corners 19">
            <a:extLst>
              <a:ext uri="{FF2B5EF4-FFF2-40B4-BE49-F238E27FC236}">
                <a16:creationId xmlns:a16="http://schemas.microsoft.com/office/drawing/2014/main" id="{69E6C0D6-D28F-4DE8-82C4-C759F7293C54}"/>
              </a:ext>
            </a:extLst>
          </p:cNvPr>
          <p:cNvSpPr/>
          <p:nvPr/>
        </p:nvSpPr>
        <p:spPr>
          <a:xfrm>
            <a:off x="6028362" y="501089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2" name="Rectangle: Rounded Corners 21">
            <a:extLst>
              <a:ext uri="{FF2B5EF4-FFF2-40B4-BE49-F238E27FC236}">
                <a16:creationId xmlns:a16="http://schemas.microsoft.com/office/drawing/2014/main" id="{9CDE3375-01AD-4FCE-988B-85CA2DC5EF08}"/>
              </a:ext>
            </a:extLst>
          </p:cNvPr>
          <p:cNvSpPr/>
          <p:nvPr/>
        </p:nvSpPr>
        <p:spPr>
          <a:xfrm>
            <a:off x="8008655" y="327214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7" name="Rectangle: Rounded Corners 26">
            <a:extLst>
              <a:ext uri="{FF2B5EF4-FFF2-40B4-BE49-F238E27FC236}">
                <a16:creationId xmlns:a16="http://schemas.microsoft.com/office/drawing/2014/main" id="{5F2D0FAF-270D-45BD-9C7C-6D7312698102}"/>
              </a:ext>
            </a:extLst>
          </p:cNvPr>
          <p:cNvSpPr/>
          <p:nvPr/>
        </p:nvSpPr>
        <p:spPr>
          <a:xfrm>
            <a:off x="5944097" y="335105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8" name="Oval 27">
            <a:extLst>
              <a:ext uri="{FF2B5EF4-FFF2-40B4-BE49-F238E27FC236}">
                <a16:creationId xmlns:a16="http://schemas.microsoft.com/office/drawing/2014/main" id="{C872AB96-A1AF-44FA-A65A-D37A00C0895E}"/>
              </a:ext>
            </a:extLst>
          </p:cNvPr>
          <p:cNvSpPr/>
          <p:nvPr/>
        </p:nvSpPr>
        <p:spPr>
          <a:xfrm>
            <a:off x="4332713" y="395521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29" name="Oval 28">
            <a:extLst>
              <a:ext uri="{FF2B5EF4-FFF2-40B4-BE49-F238E27FC236}">
                <a16:creationId xmlns:a16="http://schemas.microsoft.com/office/drawing/2014/main" id="{D28584C7-7813-41FC-B88A-D7B2E785ABC0}"/>
              </a:ext>
            </a:extLst>
          </p:cNvPr>
          <p:cNvSpPr/>
          <p:nvPr/>
        </p:nvSpPr>
        <p:spPr>
          <a:xfrm>
            <a:off x="7473242" y="395521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30" name="Oval 29">
            <a:extLst>
              <a:ext uri="{FF2B5EF4-FFF2-40B4-BE49-F238E27FC236}">
                <a16:creationId xmlns:a16="http://schemas.microsoft.com/office/drawing/2014/main" id="{30331513-B1F4-4596-831B-44F5E176B9D9}"/>
              </a:ext>
            </a:extLst>
          </p:cNvPr>
          <p:cNvSpPr/>
          <p:nvPr/>
        </p:nvSpPr>
        <p:spPr>
          <a:xfrm>
            <a:off x="7567648" y="4051360"/>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1182A76-B7C7-48A0-A6F2-AF3E98D7D3A5}"/>
              </a:ext>
            </a:extLst>
          </p:cNvPr>
          <p:cNvCxnSpPr>
            <a:cxnSpLocks/>
          </p:cNvCxnSpPr>
          <p:nvPr/>
        </p:nvCxnSpPr>
        <p:spPr>
          <a:xfrm>
            <a:off x="1649186" y="4360834"/>
            <a:ext cx="776911" cy="48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1F52D3DD-8919-4222-AF6D-979BE21B98F8}"/>
              </a:ext>
            </a:extLst>
          </p:cNvPr>
          <p:cNvCxnSpPr>
            <a:stCxn id="28" idx="7"/>
            <a:endCxn id="29" idx="1"/>
          </p:cNvCxnSpPr>
          <p:nvPr/>
        </p:nvCxnSpPr>
        <p:spPr>
          <a:xfrm rot="5400000" flipH="1" flipV="1">
            <a:off x="6319356" y="280371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DEC70C22-E86A-4385-8568-9711F5C00236}"/>
              </a:ext>
            </a:extLst>
          </p:cNvPr>
          <p:cNvCxnSpPr>
            <a:stCxn id="29" idx="3"/>
            <a:endCxn id="28" idx="5"/>
          </p:cNvCxnSpPr>
          <p:nvPr/>
        </p:nvCxnSpPr>
        <p:spPr>
          <a:xfrm rot="5400000">
            <a:off x="6319356" y="3404110"/>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CD5CE290-E88F-4F79-B593-932D84A24F76}"/>
              </a:ext>
            </a:extLst>
          </p:cNvPr>
          <p:cNvCxnSpPr>
            <a:cxnSpLocks/>
            <a:stCxn id="28" idx="1"/>
            <a:endCxn id="28" idx="0"/>
          </p:cNvCxnSpPr>
          <p:nvPr/>
        </p:nvCxnSpPr>
        <p:spPr>
          <a:xfrm rot="5400000" flipH="1" flipV="1">
            <a:off x="4539706" y="3870171"/>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B0D9FC47-3F71-47D0-B399-AD59E2CC365D}"/>
              </a:ext>
            </a:extLst>
          </p:cNvPr>
          <p:cNvCxnSpPr>
            <a:stCxn id="29" idx="0"/>
            <a:endCxn id="29" idx="7"/>
          </p:cNvCxnSpPr>
          <p:nvPr/>
        </p:nvCxnSpPr>
        <p:spPr>
          <a:xfrm rot="16200000" flipH="1">
            <a:off x="7974660" y="3870171"/>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9FFB73-EDD7-467D-B466-45847347B911}"/>
              </a:ext>
            </a:extLst>
          </p:cNvPr>
          <p:cNvSpPr txBox="1"/>
          <p:nvPr/>
        </p:nvSpPr>
        <p:spPr>
          <a:xfrm>
            <a:off x="526142" y="4130345"/>
            <a:ext cx="776911" cy="510778"/>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A</a:t>
            </a:r>
            <a:r>
              <a:rPr lang="en-US" sz="2400" b="1" dirty="0">
                <a:latin typeface="+mj-lt"/>
              </a:rPr>
              <a:t>4</a:t>
            </a:r>
          </a:p>
        </p:txBody>
      </p:sp>
      <p:sp>
        <p:nvSpPr>
          <p:cNvPr id="37" name="Oval 36">
            <a:extLst>
              <a:ext uri="{FF2B5EF4-FFF2-40B4-BE49-F238E27FC236}">
                <a16:creationId xmlns:a16="http://schemas.microsoft.com/office/drawing/2014/main" id="{1715345E-081B-4F5A-86C2-A907BF95018D}"/>
              </a:ext>
            </a:extLst>
          </p:cNvPr>
          <p:cNvSpPr/>
          <p:nvPr/>
        </p:nvSpPr>
        <p:spPr>
          <a:xfrm>
            <a:off x="2426097" y="393629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cxnSp>
        <p:nvCxnSpPr>
          <p:cNvPr id="11" name="Straight Arrow Connector 10">
            <a:extLst>
              <a:ext uri="{FF2B5EF4-FFF2-40B4-BE49-F238E27FC236}">
                <a16:creationId xmlns:a16="http://schemas.microsoft.com/office/drawing/2014/main" id="{9A361B4A-739E-4D5C-AA29-F8576BF74618}"/>
              </a:ext>
            </a:extLst>
          </p:cNvPr>
          <p:cNvCxnSpPr>
            <a:stCxn id="37" idx="6"/>
            <a:endCxn id="28" idx="2"/>
          </p:cNvCxnSpPr>
          <p:nvPr/>
        </p:nvCxnSpPr>
        <p:spPr>
          <a:xfrm>
            <a:off x="3258854" y="4360834"/>
            <a:ext cx="1073859" cy="1891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02C0DE9C-04F8-4706-8CE6-00DAD9561CBB}"/>
              </a:ext>
            </a:extLst>
          </p:cNvPr>
          <p:cNvCxnSpPr>
            <a:stCxn id="37" idx="1"/>
            <a:endCxn id="37" idx="7"/>
          </p:cNvCxnSpPr>
          <p:nvPr/>
        </p:nvCxnSpPr>
        <p:spPr>
          <a:xfrm rot="5400000" flipH="1" flipV="1">
            <a:off x="2842475" y="3766213"/>
            <a:ext cx="12700" cy="588849"/>
          </a:xfrm>
          <a:prstGeom prst="curvedConnector3">
            <a:avLst>
              <a:gd name="adj1" fmla="val 48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4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par>
                          <p:cTn id="22" fill="hold">
                            <p:stCondLst>
                              <p:cond delay="500"/>
                            </p:stCondLst>
                            <p:childTnLst>
                              <p:par>
                                <p:cTn id="23" presetID="21" presetClass="entr" presetSubtype="8" fill="hold" nodeType="afterEffect">
                                  <p:stCondLst>
                                    <p:cond delay="200"/>
                                  </p:stCondLst>
                                  <p:childTnLst>
                                    <p:set>
                                      <p:cBhvr>
                                        <p:cTn id="24" dur="1" fill="hold">
                                          <p:stCondLst>
                                            <p:cond delay="0"/>
                                          </p:stCondLst>
                                        </p:cTn>
                                        <p:tgtEl>
                                          <p:spTgt spid="12"/>
                                        </p:tgtEl>
                                        <p:attrNameLst>
                                          <p:attrName>style.visibility</p:attrName>
                                        </p:attrNameLst>
                                      </p:cBhvr>
                                      <p:to>
                                        <p:strVal val="visible"/>
                                      </p:to>
                                    </p:set>
                                    <p:animEffect transition="in" filter="wheel(8)">
                                      <p:cBhvr>
                                        <p:cTn id="25" dur="1000"/>
                                        <p:tgtEl>
                                          <p:spTgt spid="12"/>
                                        </p:tgtEl>
                                      </p:cBhvr>
                                    </p:animEffect>
                                  </p:childTnLst>
                                </p:cTn>
                              </p:par>
                            </p:childTnLst>
                          </p:cTn>
                        </p:par>
                        <p:par>
                          <p:cTn id="26" fill="hold">
                            <p:stCondLst>
                              <p:cond delay="1700"/>
                            </p:stCondLst>
                            <p:childTnLst>
                              <p:par>
                                <p:cTn id="27" presetID="1" presetClass="entr" presetSubtype="0" fill="hold" grpId="0" nodeType="afterEffect">
                                  <p:stCondLst>
                                    <p:cond delay="2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heel(8)">
                                      <p:cBhvr>
                                        <p:cTn id="38" dur="1000"/>
                                        <p:tgtEl>
                                          <p:spTgt spid="14"/>
                                        </p:tgtEl>
                                      </p:cBhvr>
                                    </p:animEffect>
                                  </p:childTnLst>
                                </p:cTn>
                              </p:par>
                            </p:childTnLst>
                          </p:cTn>
                        </p:par>
                        <p:par>
                          <p:cTn id="39" fill="hold">
                            <p:stCondLst>
                              <p:cond delay="1000"/>
                            </p:stCondLst>
                            <p:childTnLst>
                              <p:par>
                                <p:cTn id="40" presetID="1" presetClass="entr" presetSubtype="0" fill="hold" grpId="0" nodeType="afterEffect">
                                  <p:stCondLst>
                                    <p:cond delay="20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8)">
                                      <p:cBhvr>
                                        <p:cTn id="46" dur="1000"/>
                                        <p:tgtEl>
                                          <p:spTgt spid="18"/>
                                        </p:tgtEl>
                                      </p:cBhvr>
                                    </p:animEffect>
                                  </p:childTnLst>
                                </p:cTn>
                              </p:par>
                            </p:childTnLst>
                          </p:cTn>
                        </p:par>
                        <p:par>
                          <p:cTn id="47" fill="hold">
                            <p:stCondLst>
                              <p:cond delay="1000"/>
                            </p:stCondLst>
                            <p:childTnLst>
                              <p:par>
                                <p:cTn id="48" presetID="1" presetClass="entr" presetSubtype="0" fill="hold" grpId="0" nodeType="afterEffect">
                                  <p:stCondLst>
                                    <p:cond delay="20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20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8)">
                                      <p:cBhvr>
                                        <p:cTn id="76" dur="1000"/>
                                        <p:tgtEl>
                                          <p:spTgt spid="11"/>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down)">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heel(8)">
                                      <p:cBhvr>
                                        <p:cTn id="88" dur="1000"/>
                                        <p:tgtEl>
                                          <p:spTgt spid="32"/>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00"/>
                                        <p:tgtEl>
                                          <p:spTgt spid="2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down)">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heel(8)">
                                      <p:cBhvr>
                                        <p:cTn id="105" dur="1000"/>
                                        <p:tgtEl>
                                          <p:spTgt spid="33"/>
                                        </p:tgtEl>
                                      </p:cBhvr>
                                    </p:animEffect>
                                  </p:childTnLst>
                                </p:cTn>
                              </p:par>
                            </p:childTnLst>
                          </p:cTn>
                        </p:par>
                        <p:par>
                          <p:cTn id="106" fill="hold">
                            <p:stCondLst>
                              <p:cond delay="1000"/>
                            </p:stCondLst>
                            <p:childTnLst>
                              <p:par>
                                <p:cTn id="107" presetID="1" presetClass="entr" presetSubtype="0" fill="hold" grpId="0" nodeType="afterEffect">
                                  <p:stCondLst>
                                    <p:cond delay="20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heel(8)">
                                      <p:cBhvr>
                                        <p:cTn id="113" dur="1000"/>
                                        <p:tgtEl>
                                          <p:spTgt spid="35"/>
                                        </p:tgtEl>
                                      </p:cBhvr>
                                    </p:animEffect>
                                  </p:childTnLst>
                                </p:cTn>
                              </p:par>
                            </p:childTnLst>
                          </p:cTn>
                        </p:par>
                        <p:par>
                          <p:cTn id="114" fill="hold">
                            <p:stCondLst>
                              <p:cond delay="1000"/>
                            </p:stCondLst>
                            <p:childTnLst>
                              <p:par>
                                <p:cTn id="115" presetID="1" presetClass="entr" presetSubtype="0" fill="hold" grpId="0" nodeType="afterEffect">
                                  <p:stCondLst>
                                    <p:cond delay="200"/>
                                  </p:stCondLst>
                                  <p:childTnLst>
                                    <p:set>
                                      <p:cBhvr>
                                        <p:cTn id="116" dur="1" fill="hold">
                                          <p:stCondLst>
                                            <p:cond delay="0"/>
                                          </p:stCondLst>
                                        </p:cTn>
                                        <p:tgtEl>
                                          <p:spTgt spid="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wheel(8)">
                                      <p:cBhvr>
                                        <p:cTn id="121" dur="1000"/>
                                        <p:tgtEl>
                                          <p:spTgt spid="34"/>
                                        </p:tgtEl>
                                      </p:cBhvr>
                                    </p:animEffect>
                                  </p:childTnLst>
                                </p:cTn>
                              </p:par>
                            </p:childTnLst>
                          </p:cTn>
                        </p:par>
                        <p:par>
                          <p:cTn id="122" fill="hold">
                            <p:stCondLst>
                              <p:cond delay="1000"/>
                            </p:stCondLst>
                            <p:childTnLst>
                              <p:par>
                                <p:cTn id="123" presetID="1" presetClass="entr" presetSubtype="0" fill="hold" grpId="0" nodeType="afterEffect">
                                  <p:stCondLst>
                                    <p:cond delay="20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1" presetClass="entr" presetSubtype="8" fill="hold" nodeType="click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wheel(8)">
                                      <p:cBhvr>
                                        <p:cTn id="129" dur="1000"/>
                                        <p:tgtEl>
                                          <p:spTgt spid="15"/>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23" grpId="0" animBg="1"/>
      <p:bldP spid="24" grpId="0" animBg="1"/>
      <p:bldP spid="25" grpId="0" animBg="1"/>
      <p:bldP spid="26" grpId="0" animBg="1"/>
      <p:bldP spid="4" grpId="0" animBg="1"/>
      <p:bldP spid="5" grpId="0" animBg="1"/>
      <p:bldP spid="6" grpId="0" animBg="1"/>
      <p:bldP spid="7" grpId="0" animBg="1"/>
      <p:bldP spid="19" grpId="0" animBg="1"/>
      <p:bldP spid="20" grpId="0" animBg="1"/>
      <p:bldP spid="22" grpId="0" animBg="1"/>
      <p:bldP spid="27" grpId="0" animBg="1"/>
      <p:bldP spid="28" grpId="0" animBg="1"/>
      <p:bldP spid="29" grpId="0" animBg="1"/>
      <p:bldP spid="30" grpId="0" animBg="1"/>
      <p:bldP spid="36" grpId="0" animBg="1"/>
      <p:bldP spid="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D93B294-7F97-4539-AB93-489419F04F97}"/>
              </a:ext>
            </a:extLst>
          </p:cNvPr>
          <p:cNvSpPr/>
          <p:nvPr/>
        </p:nvSpPr>
        <p:spPr>
          <a:xfrm>
            <a:off x="5874711" y="615069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71" name="Rectangle: Rounded Corners 70">
            <a:extLst>
              <a:ext uri="{FF2B5EF4-FFF2-40B4-BE49-F238E27FC236}">
                <a16:creationId xmlns:a16="http://schemas.microsoft.com/office/drawing/2014/main" id="{D797B254-10D8-42BD-81D6-2CEE97D8A527}"/>
              </a:ext>
            </a:extLst>
          </p:cNvPr>
          <p:cNvSpPr/>
          <p:nvPr/>
        </p:nvSpPr>
        <p:spPr>
          <a:xfrm>
            <a:off x="5146364" y="478416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34007" y="148704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7522837" y="202798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4405285" y="192677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405285" y="133454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613600"/>
          </a:xfrm>
        </p:spPr>
        <p:txBody>
          <a:bodyPr/>
          <a:lstStyle/>
          <a:p>
            <a:pPr>
              <a:spcBef>
                <a:spcPts val="0"/>
              </a:spcBef>
            </a:pPr>
            <a:r>
              <a:rPr lang="en-US" sz="2400" cap="none" dirty="0"/>
              <a:t>A5 ={w| w ends with a </a:t>
            </a:r>
            <a:r>
              <a:rPr lang="en-US" sz="2400" b="0" i="1" cap="none" dirty="0"/>
              <a:t>0</a:t>
            </a:r>
            <a:r>
              <a:rPr lang="en-US" sz="2400" cap="none" dirty="0"/>
              <a:t>}.</a:t>
            </a:r>
          </a:p>
          <a:p>
            <a:pPr>
              <a:spcBef>
                <a:spcPts val="0"/>
              </a:spcBef>
            </a:pPr>
            <a:r>
              <a:rPr lang="en-US" sz="2400" cap="none" dirty="0"/>
              <a:t>A6 ={w| w begins with a </a:t>
            </a:r>
            <a:r>
              <a:rPr lang="en-US" sz="2400" b="0" i="1" cap="none" dirty="0"/>
              <a:t>1</a:t>
            </a:r>
            <a:r>
              <a:rPr lang="en-US" sz="2400" cap="none" dirty="0"/>
              <a:t>}.</a:t>
            </a:r>
          </a:p>
          <a:p>
            <a:pPr>
              <a:spcBef>
                <a:spcPts val="0"/>
              </a:spcBef>
            </a:pPr>
            <a:r>
              <a:rPr lang="en-US" sz="2400" cap="none" dirty="0"/>
              <a:t>A7 ={w| w begins with a </a:t>
            </a:r>
            <a:r>
              <a:rPr lang="en-US" sz="2400" b="0" i="1" cap="none" dirty="0"/>
              <a:t>1</a:t>
            </a:r>
            <a:r>
              <a:rPr lang="en-US" sz="2400" cap="none" dirty="0"/>
              <a:t> and ends with a </a:t>
            </a:r>
            <a:r>
              <a:rPr lang="en-US" sz="2400" b="0" i="1" cap="none" dirty="0"/>
              <a:t>0</a:t>
            </a:r>
            <a:r>
              <a:rPr lang="en-US" sz="2400" cap="none" dirty="0"/>
              <a:t>}.</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92677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92677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2022920"/>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351313"/>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BA36C0-D3EC-4734-B793-B088EF3FB15A}"/>
              </a:ext>
            </a:extLst>
          </p:cNvPr>
          <p:cNvCxnSpPr>
            <a:stCxn id="4" idx="6"/>
            <a:endCxn id="5" idx="2"/>
          </p:cNvCxnSpPr>
          <p:nvPr/>
        </p:nvCxnSpPr>
        <p:spPr>
          <a:xfrm>
            <a:off x="3592286" y="2351313"/>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 name="Connector: Curved 10">
            <a:extLst>
              <a:ext uri="{FF2B5EF4-FFF2-40B4-BE49-F238E27FC236}">
                <a16:creationId xmlns:a16="http://schemas.microsoft.com/office/drawing/2014/main" id="{35EE3A0F-4F01-445C-8772-D79DFCC157DC}"/>
              </a:ext>
            </a:extLst>
          </p:cNvPr>
          <p:cNvCxnSpPr>
            <a:stCxn id="5" idx="7"/>
            <a:endCxn id="5" idx="5"/>
          </p:cNvCxnSpPr>
          <p:nvPr/>
        </p:nvCxnSpPr>
        <p:spPr>
          <a:xfrm rot="16200000" flipH="1">
            <a:off x="6310664" y="2351313"/>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nector: Curved 16">
            <a:extLst>
              <a:ext uri="{FF2B5EF4-FFF2-40B4-BE49-F238E27FC236}">
                <a16:creationId xmlns:a16="http://schemas.microsoft.com/office/drawing/2014/main" id="{A3618CA6-4BB7-4DEB-B9F6-0BA93DE206CF}"/>
              </a:ext>
            </a:extLst>
          </p:cNvPr>
          <p:cNvCxnSpPr>
            <a:stCxn id="5" idx="1"/>
            <a:endCxn id="4" idx="7"/>
          </p:cNvCxnSpPr>
          <p:nvPr/>
        </p:nvCxnSpPr>
        <p:spPr>
          <a:xfrm rot="16200000" flipV="1">
            <a:off x="4746172" y="77527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CCEDA42-5579-412A-ABA2-5416CECD010F}"/>
              </a:ext>
            </a:extLst>
          </p:cNvPr>
          <p:cNvCxnSpPr>
            <a:stCxn id="4" idx="1"/>
            <a:endCxn id="4" idx="0"/>
          </p:cNvCxnSpPr>
          <p:nvPr/>
        </p:nvCxnSpPr>
        <p:spPr>
          <a:xfrm rot="5400000" flipH="1" flipV="1">
            <a:off x="2966522" y="1841731"/>
            <a:ext cx="124346" cy="294425"/>
          </a:xfrm>
          <a:prstGeom prst="curvedConnector3">
            <a:avLst>
              <a:gd name="adj1" fmla="val 41515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CB8F6062-406E-40E7-9DC3-7FB76350AF5C}"/>
              </a:ext>
            </a:extLst>
          </p:cNvPr>
          <p:cNvSpPr/>
          <p:nvPr/>
        </p:nvSpPr>
        <p:spPr>
          <a:xfrm>
            <a:off x="362143" y="2102329"/>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A5</a:t>
            </a:r>
          </a:p>
        </p:txBody>
      </p:sp>
      <p:sp>
        <p:nvSpPr>
          <p:cNvPr id="28" name="Rectangle: Rounded Corners 27">
            <a:extLst>
              <a:ext uri="{FF2B5EF4-FFF2-40B4-BE49-F238E27FC236}">
                <a16:creationId xmlns:a16="http://schemas.microsoft.com/office/drawing/2014/main" id="{897F865D-6F8D-4C72-83B3-C93A06CAFD06}"/>
              </a:ext>
            </a:extLst>
          </p:cNvPr>
          <p:cNvSpPr/>
          <p:nvPr/>
        </p:nvSpPr>
        <p:spPr>
          <a:xfrm>
            <a:off x="2517532" y="296388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9" name="Rectangle: Rounded Corners 28">
            <a:extLst>
              <a:ext uri="{FF2B5EF4-FFF2-40B4-BE49-F238E27FC236}">
                <a16:creationId xmlns:a16="http://schemas.microsoft.com/office/drawing/2014/main" id="{0AD1A88E-F83E-445E-94E3-66D2FA1DFFF0}"/>
              </a:ext>
            </a:extLst>
          </p:cNvPr>
          <p:cNvSpPr/>
          <p:nvPr/>
        </p:nvSpPr>
        <p:spPr>
          <a:xfrm>
            <a:off x="7606362" y="350481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0" name="Rectangle: Rounded Corners 29">
            <a:extLst>
              <a:ext uri="{FF2B5EF4-FFF2-40B4-BE49-F238E27FC236}">
                <a16:creationId xmlns:a16="http://schemas.microsoft.com/office/drawing/2014/main" id="{A5B60832-1784-4A19-A693-11BC13B41EFA}"/>
              </a:ext>
            </a:extLst>
          </p:cNvPr>
          <p:cNvSpPr/>
          <p:nvPr/>
        </p:nvSpPr>
        <p:spPr>
          <a:xfrm>
            <a:off x="4488810" y="340360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1" name="Rectangle: Rounded Corners 30">
            <a:extLst>
              <a:ext uri="{FF2B5EF4-FFF2-40B4-BE49-F238E27FC236}">
                <a16:creationId xmlns:a16="http://schemas.microsoft.com/office/drawing/2014/main" id="{68D1E1C9-73ED-45E2-A5B5-90308B56994B}"/>
              </a:ext>
            </a:extLst>
          </p:cNvPr>
          <p:cNvSpPr/>
          <p:nvPr/>
        </p:nvSpPr>
        <p:spPr>
          <a:xfrm>
            <a:off x="290370" y="277611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2" name="Oval 31">
            <a:extLst>
              <a:ext uri="{FF2B5EF4-FFF2-40B4-BE49-F238E27FC236}">
                <a16:creationId xmlns:a16="http://schemas.microsoft.com/office/drawing/2014/main" id="{5C4428F0-5049-4DCD-9213-661D4DF8A4C7}"/>
              </a:ext>
            </a:extLst>
          </p:cNvPr>
          <p:cNvSpPr/>
          <p:nvPr/>
        </p:nvSpPr>
        <p:spPr>
          <a:xfrm>
            <a:off x="2843054" y="340360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33" name="Oval 32">
            <a:extLst>
              <a:ext uri="{FF2B5EF4-FFF2-40B4-BE49-F238E27FC236}">
                <a16:creationId xmlns:a16="http://schemas.microsoft.com/office/drawing/2014/main" id="{9DD0825D-8B54-4F23-9DE7-1B1D46E980D0}"/>
              </a:ext>
            </a:extLst>
          </p:cNvPr>
          <p:cNvSpPr/>
          <p:nvPr/>
        </p:nvSpPr>
        <p:spPr>
          <a:xfrm>
            <a:off x="5983583" y="3403601"/>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34" name="Oval 33">
            <a:extLst>
              <a:ext uri="{FF2B5EF4-FFF2-40B4-BE49-F238E27FC236}">
                <a16:creationId xmlns:a16="http://schemas.microsoft.com/office/drawing/2014/main" id="{99C4F2F0-80D8-4B2F-BE16-91EAEEEABC92}"/>
              </a:ext>
            </a:extLst>
          </p:cNvPr>
          <p:cNvSpPr/>
          <p:nvPr/>
        </p:nvSpPr>
        <p:spPr>
          <a:xfrm>
            <a:off x="6077989" y="3499751"/>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6103FFF-7FAF-403B-B209-DFCD96D51A26}"/>
              </a:ext>
            </a:extLst>
          </p:cNvPr>
          <p:cNvCxnSpPr>
            <a:endCxn id="32" idx="2"/>
          </p:cNvCxnSpPr>
          <p:nvPr/>
        </p:nvCxnSpPr>
        <p:spPr>
          <a:xfrm>
            <a:off x="1732711" y="3828144"/>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72C7923-F061-4C4F-B51F-FB72FC53E0EE}"/>
              </a:ext>
            </a:extLst>
          </p:cNvPr>
          <p:cNvCxnSpPr>
            <a:stCxn id="32" idx="6"/>
            <a:endCxn id="33" idx="2"/>
          </p:cNvCxnSpPr>
          <p:nvPr/>
        </p:nvCxnSpPr>
        <p:spPr>
          <a:xfrm>
            <a:off x="3675811" y="3828144"/>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BABC667A-F23F-4D3A-B767-507D5D6F63A5}"/>
              </a:ext>
            </a:extLst>
          </p:cNvPr>
          <p:cNvCxnSpPr>
            <a:stCxn id="33" idx="7"/>
            <a:endCxn id="33" idx="5"/>
          </p:cNvCxnSpPr>
          <p:nvPr/>
        </p:nvCxnSpPr>
        <p:spPr>
          <a:xfrm rot="16200000" flipH="1">
            <a:off x="6394189" y="3828144"/>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7470A42-4106-4B6C-B8E0-70F37772BA52}"/>
              </a:ext>
            </a:extLst>
          </p:cNvPr>
          <p:cNvSpPr/>
          <p:nvPr/>
        </p:nvSpPr>
        <p:spPr>
          <a:xfrm>
            <a:off x="356976" y="3692581"/>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A6</a:t>
            </a:r>
          </a:p>
        </p:txBody>
      </p:sp>
      <p:sp>
        <p:nvSpPr>
          <p:cNvPr id="41" name="Oval 40">
            <a:extLst>
              <a:ext uri="{FF2B5EF4-FFF2-40B4-BE49-F238E27FC236}">
                <a16:creationId xmlns:a16="http://schemas.microsoft.com/office/drawing/2014/main" id="{E3314557-C243-4B44-B751-2CC9086E6E77}"/>
              </a:ext>
            </a:extLst>
          </p:cNvPr>
          <p:cNvSpPr/>
          <p:nvPr/>
        </p:nvSpPr>
        <p:spPr>
          <a:xfrm>
            <a:off x="1272790" y="2603524"/>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cxnSp>
        <p:nvCxnSpPr>
          <p:cNvPr id="43" name="Straight Arrow Connector 42">
            <a:extLst>
              <a:ext uri="{FF2B5EF4-FFF2-40B4-BE49-F238E27FC236}">
                <a16:creationId xmlns:a16="http://schemas.microsoft.com/office/drawing/2014/main" id="{3C22F4F1-45B4-4257-854E-0A3EA5B913D8}"/>
              </a:ext>
            </a:extLst>
          </p:cNvPr>
          <p:cNvCxnSpPr>
            <a:stCxn id="32" idx="1"/>
            <a:endCxn id="41" idx="6"/>
          </p:cNvCxnSpPr>
          <p:nvPr/>
        </p:nvCxnSpPr>
        <p:spPr>
          <a:xfrm flipH="1" flipV="1">
            <a:off x="2105547" y="3028067"/>
            <a:ext cx="859461" cy="4998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5" name="Connector: Curved 44">
            <a:extLst>
              <a:ext uri="{FF2B5EF4-FFF2-40B4-BE49-F238E27FC236}">
                <a16:creationId xmlns:a16="http://schemas.microsoft.com/office/drawing/2014/main" id="{180E6362-3034-4312-982B-F133CFA3D7ED}"/>
              </a:ext>
            </a:extLst>
          </p:cNvPr>
          <p:cNvCxnSpPr>
            <a:stCxn id="41" idx="1"/>
            <a:endCxn id="41" idx="3"/>
          </p:cNvCxnSpPr>
          <p:nvPr/>
        </p:nvCxnSpPr>
        <p:spPr>
          <a:xfrm rot="16200000" flipH="1">
            <a:off x="1094547" y="3028067"/>
            <a:ext cx="600394" cy="12700"/>
          </a:xfrm>
          <a:prstGeom prst="curvedConnector5">
            <a:avLst>
              <a:gd name="adj1" fmla="val -38075"/>
              <a:gd name="adj2" fmla="val -4182591"/>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0A6E661-72AA-4CA8-AE1D-53F1A6255937}"/>
              </a:ext>
            </a:extLst>
          </p:cNvPr>
          <p:cNvCxnSpPr>
            <a:cxnSpLocks/>
            <a:stCxn id="63" idx="6"/>
            <a:endCxn id="54" idx="2"/>
          </p:cNvCxnSpPr>
          <p:nvPr/>
        </p:nvCxnSpPr>
        <p:spPr>
          <a:xfrm>
            <a:off x="5529693" y="5875563"/>
            <a:ext cx="1251864"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9" name="Rectangle: Rounded Corners 48">
            <a:extLst>
              <a:ext uri="{FF2B5EF4-FFF2-40B4-BE49-F238E27FC236}">
                <a16:creationId xmlns:a16="http://schemas.microsoft.com/office/drawing/2014/main" id="{FC0B0811-FB51-45F9-8752-EBB86C9BB54F}"/>
              </a:ext>
            </a:extLst>
          </p:cNvPr>
          <p:cNvSpPr/>
          <p:nvPr/>
        </p:nvSpPr>
        <p:spPr>
          <a:xfrm>
            <a:off x="2286794" y="502652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50" name="Rectangle: Rounded Corners 49">
            <a:extLst>
              <a:ext uri="{FF2B5EF4-FFF2-40B4-BE49-F238E27FC236}">
                <a16:creationId xmlns:a16="http://schemas.microsoft.com/office/drawing/2014/main" id="{22B54CA1-AB91-46BF-8FC5-C302C5B1B887}"/>
              </a:ext>
            </a:extLst>
          </p:cNvPr>
          <p:cNvSpPr/>
          <p:nvPr/>
        </p:nvSpPr>
        <p:spPr>
          <a:xfrm>
            <a:off x="8404336" y="5567456"/>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51" name="Rectangle: Rounded Corners 50">
            <a:extLst>
              <a:ext uri="{FF2B5EF4-FFF2-40B4-BE49-F238E27FC236}">
                <a16:creationId xmlns:a16="http://schemas.microsoft.com/office/drawing/2014/main" id="{C8E6DDB6-841C-4A30-8C8E-8FFD51C96693}"/>
              </a:ext>
            </a:extLst>
          </p:cNvPr>
          <p:cNvSpPr/>
          <p:nvPr/>
        </p:nvSpPr>
        <p:spPr>
          <a:xfrm>
            <a:off x="3686697" y="546624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2" name="Rectangle: Rounded Corners 51">
            <a:extLst>
              <a:ext uri="{FF2B5EF4-FFF2-40B4-BE49-F238E27FC236}">
                <a16:creationId xmlns:a16="http://schemas.microsoft.com/office/drawing/2014/main" id="{984023B6-4990-482C-9C3E-DF4067C4A3C5}"/>
              </a:ext>
            </a:extLst>
          </p:cNvPr>
          <p:cNvSpPr/>
          <p:nvPr/>
        </p:nvSpPr>
        <p:spPr>
          <a:xfrm>
            <a:off x="59632" y="483875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53" name="Oval 52">
            <a:extLst>
              <a:ext uri="{FF2B5EF4-FFF2-40B4-BE49-F238E27FC236}">
                <a16:creationId xmlns:a16="http://schemas.microsoft.com/office/drawing/2014/main" id="{968747A5-EAA4-4793-ACCC-50AE1AEC0D6B}"/>
              </a:ext>
            </a:extLst>
          </p:cNvPr>
          <p:cNvSpPr/>
          <p:nvPr/>
        </p:nvSpPr>
        <p:spPr>
          <a:xfrm>
            <a:off x="2612316" y="5466243"/>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4" name="Oval 53">
            <a:extLst>
              <a:ext uri="{FF2B5EF4-FFF2-40B4-BE49-F238E27FC236}">
                <a16:creationId xmlns:a16="http://schemas.microsoft.com/office/drawing/2014/main" id="{FF614AE0-AB14-4DF4-BC2F-12F85D77BFCD}"/>
              </a:ext>
            </a:extLst>
          </p:cNvPr>
          <p:cNvSpPr/>
          <p:nvPr/>
        </p:nvSpPr>
        <p:spPr>
          <a:xfrm>
            <a:off x="6781557" y="5466243"/>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55" name="Oval 54">
            <a:extLst>
              <a:ext uri="{FF2B5EF4-FFF2-40B4-BE49-F238E27FC236}">
                <a16:creationId xmlns:a16="http://schemas.microsoft.com/office/drawing/2014/main" id="{CDD7DC75-A37B-4DD9-8A18-1BDE2B1FD2A1}"/>
              </a:ext>
            </a:extLst>
          </p:cNvPr>
          <p:cNvSpPr/>
          <p:nvPr/>
        </p:nvSpPr>
        <p:spPr>
          <a:xfrm>
            <a:off x="6875963" y="5562393"/>
            <a:ext cx="654826" cy="66766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EC4116D-621D-4905-A1E1-C7ADCD1D434B}"/>
              </a:ext>
            </a:extLst>
          </p:cNvPr>
          <p:cNvCxnSpPr>
            <a:endCxn id="53" idx="2"/>
          </p:cNvCxnSpPr>
          <p:nvPr/>
        </p:nvCxnSpPr>
        <p:spPr>
          <a:xfrm>
            <a:off x="1501973" y="5890786"/>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176BCA7-8FB0-40BA-B5BC-016D3C49F4D5}"/>
              </a:ext>
            </a:extLst>
          </p:cNvPr>
          <p:cNvCxnSpPr>
            <a:cxnSpLocks/>
            <a:stCxn id="53" idx="6"/>
            <a:endCxn id="63" idx="2"/>
          </p:cNvCxnSpPr>
          <p:nvPr/>
        </p:nvCxnSpPr>
        <p:spPr>
          <a:xfrm flipV="1">
            <a:off x="3445073" y="5875563"/>
            <a:ext cx="1251863"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34EEE2E1-01BE-4CBA-BD0D-04E1F5421684}"/>
              </a:ext>
            </a:extLst>
          </p:cNvPr>
          <p:cNvCxnSpPr>
            <a:stCxn id="54" idx="7"/>
            <a:endCxn id="54" idx="5"/>
          </p:cNvCxnSpPr>
          <p:nvPr/>
        </p:nvCxnSpPr>
        <p:spPr>
          <a:xfrm rot="16200000" flipH="1">
            <a:off x="7192163" y="5890786"/>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7C0BF92-992F-4C5E-88E1-3B61F1F81779}"/>
              </a:ext>
            </a:extLst>
          </p:cNvPr>
          <p:cNvSpPr/>
          <p:nvPr/>
        </p:nvSpPr>
        <p:spPr>
          <a:xfrm>
            <a:off x="352114" y="5721660"/>
            <a:ext cx="594688" cy="375535"/>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A7</a:t>
            </a:r>
          </a:p>
        </p:txBody>
      </p:sp>
      <p:sp>
        <p:nvSpPr>
          <p:cNvPr id="60" name="Oval 59">
            <a:extLst>
              <a:ext uri="{FF2B5EF4-FFF2-40B4-BE49-F238E27FC236}">
                <a16:creationId xmlns:a16="http://schemas.microsoft.com/office/drawing/2014/main" id="{8FFC4FE2-E2E3-4AC7-90F6-071A71E493EF}"/>
              </a:ext>
            </a:extLst>
          </p:cNvPr>
          <p:cNvSpPr/>
          <p:nvPr/>
        </p:nvSpPr>
        <p:spPr>
          <a:xfrm>
            <a:off x="1042052" y="4666166"/>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q4</a:t>
            </a:r>
          </a:p>
        </p:txBody>
      </p:sp>
      <p:cxnSp>
        <p:nvCxnSpPr>
          <p:cNvPr id="61" name="Straight Arrow Connector 60">
            <a:extLst>
              <a:ext uri="{FF2B5EF4-FFF2-40B4-BE49-F238E27FC236}">
                <a16:creationId xmlns:a16="http://schemas.microsoft.com/office/drawing/2014/main" id="{4BB3D3FA-E9B4-4D01-88D2-8FD6FCFE4B86}"/>
              </a:ext>
            </a:extLst>
          </p:cNvPr>
          <p:cNvCxnSpPr>
            <a:stCxn id="53" idx="1"/>
            <a:endCxn id="60" idx="6"/>
          </p:cNvCxnSpPr>
          <p:nvPr/>
        </p:nvCxnSpPr>
        <p:spPr>
          <a:xfrm flipH="1" flipV="1">
            <a:off x="1874809" y="5090709"/>
            <a:ext cx="859461" cy="4998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2" name="Connector: Curved 61">
            <a:extLst>
              <a:ext uri="{FF2B5EF4-FFF2-40B4-BE49-F238E27FC236}">
                <a16:creationId xmlns:a16="http://schemas.microsoft.com/office/drawing/2014/main" id="{F3A163B8-6579-464D-992A-23A8D108507A}"/>
              </a:ext>
            </a:extLst>
          </p:cNvPr>
          <p:cNvCxnSpPr>
            <a:stCxn id="60" idx="1"/>
            <a:endCxn id="60" idx="3"/>
          </p:cNvCxnSpPr>
          <p:nvPr/>
        </p:nvCxnSpPr>
        <p:spPr>
          <a:xfrm rot="16200000" flipH="1">
            <a:off x="863809" y="5090709"/>
            <a:ext cx="600394" cy="12700"/>
          </a:xfrm>
          <a:prstGeom prst="curvedConnector5">
            <a:avLst>
              <a:gd name="adj1" fmla="val -38075"/>
              <a:gd name="adj2" fmla="val -4182591"/>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48C728E1-8BFF-4991-A793-94C9F82BED16}"/>
              </a:ext>
            </a:extLst>
          </p:cNvPr>
          <p:cNvSpPr/>
          <p:nvPr/>
        </p:nvSpPr>
        <p:spPr>
          <a:xfrm>
            <a:off x="4696936" y="545102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7" name="Rectangle: Rounded Corners 66">
            <a:extLst>
              <a:ext uri="{FF2B5EF4-FFF2-40B4-BE49-F238E27FC236}">
                <a16:creationId xmlns:a16="http://schemas.microsoft.com/office/drawing/2014/main" id="{C2960B48-4ACF-40D6-A9E7-04EA6E82C6EA}"/>
              </a:ext>
            </a:extLst>
          </p:cNvPr>
          <p:cNvSpPr/>
          <p:nvPr/>
        </p:nvSpPr>
        <p:spPr>
          <a:xfrm>
            <a:off x="5822697" y="544686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9" name="Connector: Curved 68">
            <a:extLst>
              <a:ext uri="{FF2B5EF4-FFF2-40B4-BE49-F238E27FC236}">
                <a16:creationId xmlns:a16="http://schemas.microsoft.com/office/drawing/2014/main" id="{EF9AC5DC-FF5E-4CE7-8C00-6843D1A8A1CF}"/>
              </a:ext>
            </a:extLst>
          </p:cNvPr>
          <p:cNvCxnSpPr>
            <a:stCxn id="63" idx="1"/>
            <a:endCxn id="63" idx="7"/>
          </p:cNvCxnSpPr>
          <p:nvPr/>
        </p:nvCxnSpPr>
        <p:spPr>
          <a:xfrm rot="5400000" flipH="1" flipV="1">
            <a:off x="5113314" y="5280942"/>
            <a:ext cx="12700" cy="588849"/>
          </a:xfrm>
          <a:prstGeom prst="curvedConnector3">
            <a:avLst>
              <a:gd name="adj1" fmla="val 483624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3" name="Connector: Curved 72">
            <a:extLst>
              <a:ext uri="{FF2B5EF4-FFF2-40B4-BE49-F238E27FC236}">
                <a16:creationId xmlns:a16="http://schemas.microsoft.com/office/drawing/2014/main" id="{8CE71576-0F1A-4433-BC17-82D429305842}"/>
              </a:ext>
            </a:extLst>
          </p:cNvPr>
          <p:cNvCxnSpPr>
            <a:stCxn id="54" idx="3"/>
            <a:endCxn id="63" idx="5"/>
          </p:cNvCxnSpPr>
          <p:nvPr/>
        </p:nvCxnSpPr>
        <p:spPr>
          <a:xfrm rot="5400000" flipH="1">
            <a:off x="6148013" y="5435486"/>
            <a:ext cx="15223" cy="1495772"/>
          </a:xfrm>
          <a:prstGeom prst="curvedConnector3">
            <a:avLst>
              <a:gd name="adj1" fmla="val -231850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22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8)">
                                      <p:cBhvr>
                                        <p:cTn id="21" dur="1000"/>
                                        <p:tgtEl>
                                          <p:spTgt spid="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heel(8)">
                                      <p:cBhvr>
                                        <p:cTn id="38" dur="1000"/>
                                        <p:tgtEl>
                                          <p:spTgt spid="11"/>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heel(8)">
                                      <p:cBhvr>
                                        <p:cTn id="46" dur="1000"/>
                                        <p:tgtEl>
                                          <p:spTgt spid="17"/>
                                        </p:tgtEl>
                                      </p:cBhvr>
                                    </p:animEffec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heel(8)">
                                      <p:cBhvr>
                                        <p:cTn id="54" dur="1000"/>
                                        <p:tgtEl>
                                          <p:spTgt spid="20"/>
                                        </p:tgtEl>
                                      </p:cBhvr>
                                    </p:animEffec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5"/>
                                        </p:tgtEl>
                                        <p:attrNameLst>
                                          <p:attrName>style.visibility</p:attrName>
                                        </p:attrNameLst>
                                      </p:cBhvr>
                                      <p:to>
                                        <p:strVal val="visible"/>
                                      </p:to>
                                    </p:set>
                                    <p:anim calcmode="lin" valueType="num">
                                      <p:cBhvr additive="base">
                                        <p:cTn id="66" dur="500" fill="hold"/>
                                        <p:tgtEl>
                                          <p:spTgt spid="35"/>
                                        </p:tgtEl>
                                        <p:attrNameLst>
                                          <p:attrName>ppt_x</p:attrName>
                                        </p:attrNameLst>
                                      </p:cBhvr>
                                      <p:tavLst>
                                        <p:tav tm="0">
                                          <p:val>
                                            <p:strVal val="0-#ppt_w/2"/>
                                          </p:val>
                                        </p:tav>
                                        <p:tav tm="100000">
                                          <p:val>
                                            <p:strVal val="#ppt_x"/>
                                          </p:val>
                                        </p:tav>
                                      </p:tavLst>
                                    </p:anim>
                                    <p:anim calcmode="lin" valueType="num">
                                      <p:cBhvr additive="base">
                                        <p:cTn id="67" dur="500" fill="hold"/>
                                        <p:tgtEl>
                                          <p:spTgt spid="35"/>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down)">
                                      <p:cBhvr>
                                        <p:cTn id="71" dur="5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wheel(8)">
                                      <p:cBhvr>
                                        <p:cTn id="76" dur="1000"/>
                                        <p:tgtEl>
                                          <p:spTgt spid="36"/>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down)">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wheel(8)">
                                      <p:cBhvr>
                                        <p:cTn id="88" dur="1000"/>
                                        <p:tgtEl>
                                          <p:spTgt spid="43"/>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8"/>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wipe(down)">
                                      <p:cBhvr>
                                        <p:cTn id="95" dur="5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wheel(8)">
                                      <p:cBhvr>
                                        <p:cTn id="100" dur="1000"/>
                                        <p:tgtEl>
                                          <p:spTgt spid="45"/>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3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34"/>
                                        </p:tgtEl>
                                        <p:attrNameLst>
                                          <p:attrName>style.visibility</p:attrName>
                                        </p:attrNameLst>
                                      </p:cBhvr>
                                      <p:to>
                                        <p:strVal val="visible"/>
                                      </p:to>
                                    </p:set>
                                    <p:animEffect transition="in" filter="wipe(down)">
                                      <p:cBhvr>
                                        <p:cTn id="108" dur="500"/>
                                        <p:tgtEl>
                                          <p:spTgt spid="34"/>
                                        </p:tgtEl>
                                      </p:cBhvr>
                                    </p:animEffec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wheel(8)">
                                      <p:cBhvr>
                                        <p:cTn id="113" dur="1000"/>
                                        <p:tgtEl>
                                          <p:spTgt spid="37"/>
                                        </p:tgtEl>
                                      </p:cBhvr>
                                    </p:animEffect>
                                  </p:childTnLst>
                                </p:cTn>
                              </p:par>
                            </p:childTnLst>
                          </p:cTn>
                        </p:par>
                        <p:par>
                          <p:cTn id="114" fill="hold">
                            <p:stCondLst>
                              <p:cond delay="1000"/>
                            </p:stCondLst>
                            <p:childTnLst>
                              <p:par>
                                <p:cTn id="115" presetID="1" presetClass="entr" presetSubtype="0" fill="hold" grpId="0" nodeType="afterEffect">
                                  <p:stCondLst>
                                    <p:cond delay="0"/>
                                  </p:stCondLst>
                                  <p:childTnLst>
                                    <p:set>
                                      <p:cBhvr>
                                        <p:cTn id="116" dur="1" fill="hold">
                                          <p:stCondLst>
                                            <p:cond delay="0"/>
                                          </p:stCondLst>
                                        </p:cTn>
                                        <p:tgtEl>
                                          <p:spTgt spid="2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 presetClass="entr" presetSubtype="8" fill="hold" nodeType="clickEffect">
                                  <p:stCondLst>
                                    <p:cond delay="0"/>
                                  </p:stCondLst>
                                  <p:childTnLst>
                                    <p:set>
                                      <p:cBhvr>
                                        <p:cTn id="124" dur="1" fill="hold">
                                          <p:stCondLst>
                                            <p:cond delay="0"/>
                                          </p:stCondLst>
                                        </p:cTn>
                                        <p:tgtEl>
                                          <p:spTgt spid="56"/>
                                        </p:tgtEl>
                                        <p:attrNameLst>
                                          <p:attrName>style.visibility</p:attrName>
                                        </p:attrNameLst>
                                      </p:cBhvr>
                                      <p:to>
                                        <p:strVal val="visible"/>
                                      </p:to>
                                    </p:set>
                                    <p:anim calcmode="lin" valueType="num">
                                      <p:cBhvr additive="base">
                                        <p:cTn id="125" dur="500" fill="hold"/>
                                        <p:tgtEl>
                                          <p:spTgt spid="56"/>
                                        </p:tgtEl>
                                        <p:attrNameLst>
                                          <p:attrName>ppt_x</p:attrName>
                                        </p:attrNameLst>
                                      </p:cBhvr>
                                      <p:tavLst>
                                        <p:tav tm="0">
                                          <p:val>
                                            <p:strVal val="0-#ppt_w/2"/>
                                          </p:val>
                                        </p:tav>
                                        <p:tav tm="100000">
                                          <p:val>
                                            <p:strVal val="#ppt_x"/>
                                          </p:val>
                                        </p:tav>
                                      </p:tavLst>
                                    </p:anim>
                                    <p:anim calcmode="lin" valueType="num">
                                      <p:cBhvr additive="base">
                                        <p:cTn id="126" dur="500" fill="hold"/>
                                        <p:tgtEl>
                                          <p:spTgt spid="56"/>
                                        </p:tgtEl>
                                        <p:attrNameLst>
                                          <p:attrName>ppt_y</p:attrName>
                                        </p:attrNameLst>
                                      </p:cBhvr>
                                      <p:tavLst>
                                        <p:tav tm="0">
                                          <p:val>
                                            <p:strVal val="#ppt_y"/>
                                          </p:val>
                                        </p:tav>
                                        <p:tav tm="100000">
                                          <p:val>
                                            <p:strVal val="#ppt_y"/>
                                          </p:val>
                                        </p:tav>
                                      </p:tavLst>
                                    </p:anim>
                                  </p:childTnLst>
                                </p:cTn>
                              </p:par>
                            </p:childTnLst>
                          </p:cTn>
                        </p:par>
                        <p:par>
                          <p:cTn id="127" fill="hold">
                            <p:stCondLst>
                              <p:cond delay="500"/>
                            </p:stCondLst>
                            <p:childTnLst>
                              <p:par>
                                <p:cTn id="128" presetID="22" presetClass="entr" presetSubtype="4" fill="hold" grpId="0" nodeType="afterEffect">
                                  <p:stCondLst>
                                    <p:cond delay="0"/>
                                  </p:stCondLst>
                                  <p:childTnLst>
                                    <p:set>
                                      <p:cBhvr>
                                        <p:cTn id="129" dur="1" fill="hold">
                                          <p:stCondLst>
                                            <p:cond delay="0"/>
                                          </p:stCondLst>
                                        </p:cTn>
                                        <p:tgtEl>
                                          <p:spTgt spid="53"/>
                                        </p:tgtEl>
                                        <p:attrNameLst>
                                          <p:attrName>style.visibility</p:attrName>
                                        </p:attrNameLst>
                                      </p:cBhvr>
                                      <p:to>
                                        <p:strVal val="visible"/>
                                      </p:to>
                                    </p:set>
                                    <p:animEffect transition="in" filter="wipe(down)">
                                      <p:cBhvr>
                                        <p:cTn id="130" dur="500"/>
                                        <p:tgtEl>
                                          <p:spTgt spid="53"/>
                                        </p:tgtEl>
                                      </p:cBhvr>
                                    </p:animEffect>
                                  </p:childTnLst>
                                </p:cTn>
                              </p:par>
                            </p:childTnLst>
                          </p:cTn>
                        </p:par>
                      </p:childTnLst>
                    </p:cTn>
                  </p:par>
                  <p:par>
                    <p:cTn id="131" fill="hold">
                      <p:stCondLst>
                        <p:cond delay="indefinite"/>
                      </p:stCondLst>
                      <p:childTnLst>
                        <p:par>
                          <p:cTn id="132" fill="hold">
                            <p:stCondLst>
                              <p:cond delay="0"/>
                            </p:stCondLst>
                            <p:childTnLst>
                              <p:par>
                                <p:cTn id="133" presetID="21" presetClass="entr" presetSubtype="8" fill="hold" nodeType="clickEffect">
                                  <p:stCondLst>
                                    <p:cond delay="0"/>
                                  </p:stCondLst>
                                  <p:childTnLst>
                                    <p:set>
                                      <p:cBhvr>
                                        <p:cTn id="134" dur="1" fill="hold">
                                          <p:stCondLst>
                                            <p:cond delay="0"/>
                                          </p:stCondLst>
                                        </p:cTn>
                                        <p:tgtEl>
                                          <p:spTgt spid="57"/>
                                        </p:tgtEl>
                                        <p:attrNameLst>
                                          <p:attrName>style.visibility</p:attrName>
                                        </p:attrNameLst>
                                      </p:cBhvr>
                                      <p:to>
                                        <p:strVal val="visible"/>
                                      </p:to>
                                    </p:set>
                                    <p:animEffect transition="in" filter="wheel(8)">
                                      <p:cBhvr>
                                        <p:cTn id="135" dur="1000"/>
                                        <p:tgtEl>
                                          <p:spTgt spid="57"/>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childTnLst>
                          </p:cTn>
                        </p:par>
                        <p:par>
                          <p:cTn id="139" fill="hold">
                            <p:stCondLst>
                              <p:cond delay="1000"/>
                            </p:stCondLst>
                            <p:childTnLst>
                              <p:par>
                                <p:cTn id="140" presetID="22" presetClass="entr" presetSubtype="4" fill="hold" grpId="0" nodeType="afterEffect">
                                  <p:stCondLst>
                                    <p:cond delay="0"/>
                                  </p:stCondLst>
                                  <p:childTnLst>
                                    <p:set>
                                      <p:cBhvr>
                                        <p:cTn id="141" dur="1" fill="hold">
                                          <p:stCondLst>
                                            <p:cond delay="0"/>
                                          </p:stCondLst>
                                        </p:cTn>
                                        <p:tgtEl>
                                          <p:spTgt spid="63"/>
                                        </p:tgtEl>
                                        <p:attrNameLst>
                                          <p:attrName>style.visibility</p:attrName>
                                        </p:attrNameLst>
                                      </p:cBhvr>
                                      <p:to>
                                        <p:strVal val="visible"/>
                                      </p:to>
                                    </p:set>
                                    <p:animEffect transition="in" filter="wipe(down)">
                                      <p:cBhvr>
                                        <p:cTn id="142" dur="500"/>
                                        <p:tgtEl>
                                          <p:spTgt spid="63"/>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8" fill="hold" nodeType="click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wheel(8)">
                                      <p:cBhvr>
                                        <p:cTn id="147" dur="1000"/>
                                        <p:tgtEl>
                                          <p:spTgt spid="47"/>
                                        </p:tgtEl>
                                      </p:cBhvr>
                                    </p:animEffect>
                                  </p:childTnLst>
                                </p:cTn>
                              </p:par>
                            </p:childTnLst>
                          </p:cTn>
                        </p:par>
                        <p:par>
                          <p:cTn id="148" fill="hold">
                            <p:stCondLst>
                              <p:cond delay="1000"/>
                            </p:stCondLst>
                            <p:childTnLst>
                              <p:par>
                                <p:cTn id="149" presetID="1" presetClass="entr" presetSubtype="0" fill="hold" grpId="0" nodeType="afterEffect">
                                  <p:stCondLst>
                                    <p:cond delay="0"/>
                                  </p:stCondLst>
                                  <p:childTnLst>
                                    <p:set>
                                      <p:cBhvr>
                                        <p:cTn id="150" dur="1" fill="hold">
                                          <p:stCondLst>
                                            <p:cond delay="0"/>
                                          </p:stCondLst>
                                        </p:cTn>
                                        <p:tgtEl>
                                          <p:spTgt spid="67"/>
                                        </p:tgtEl>
                                        <p:attrNameLst>
                                          <p:attrName>style.visibility</p:attrName>
                                        </p:attrNameLst>
                                      </p:cBhvr>
                                      <p:to>
                                        <p:strVal val="visible"/>
                                      </p:to>
                                    </p:set>
                                  </p:childTnLst>
                                </p:cTn>
                              </p:par>
                            </p:childTnLst>
                          </p:cTn>
                        </p:par>
                        <p:par>
                          <p:cTn id="151" fill="hold">
                            <p:stCondLst>
                              <p:cond delay="1000"/>
                            </p:stCondLst>
                            <p:childTnLst>
                              <p:par>
                                <p:cTn id="152" presetID="22" presetClass="entr" presetSubtype="4" fill="hold" grpId="0" nodeType="after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wipe(down)">
                                      <p:cBhvr>
                                        <p:cTn id="154" dur="500"/>
                                        <p:tgtEl>
                                          <p:spTgt spid="54"/>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4" fill="hold" grpId="0" nodeType="click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wipe(down)">
                                      <p:cBhvr>
                                        <p:cTn id="159" dur="500"/>
                                        <p:tgtEl>
                                          <p:spTgt spid="55"/>
                                        </p:tgtEl>
                                      </p:cBhvr>
                                    </p:animEffect>
                                  </p:childTnLst>
                                </p:cTn>
                              </p:par>
                            </p:childTnLst>
                          </p:cTn>
                        </p:par>
                      </p:childTnLst>
                    </p:cTn>
                  </p:par>
                  <p:par>
                    <p:cTn id="160" fill="hold">
                      <p:stCondLst>
                        <p:cond delay="indefinite"/>
                      </p:stCondLst>
                      <p:childTnLst>
                        <p:par>
                          <p:cTn id="161" fill="hold">
                            <p:stCondLst>
                              <p:cond delay="0"/>
                            </p:stCondLst>
                            <p:childTnLst>
                              <p:par>
                                <p:cTn id="162" presetID="21" presetClass="entr" presetSubtype="8" fill="hold" nodeType="clickEffect">
                                  <p:stCondLst>
                                    <p:cond delay="0"/>
                                  </p:stCondLst>
                                  <p:childTnLst>
                                    <p:set>
                                      <p:cBhvr>
                                        <p:cTn id="163" dur="1" fill="hold">
                                          <p:stCondLst>
                                            <p:cond delay="0"/>
                                          </p:stCondLst>
                                        </p:cTn>
                                        <p:tgtEl>
                                          <p:spTgt spid="61"/>
                                        </p:tgtEl>
                                        <p:attrNameLst>
                                          <p:attrName>style.visibility</p:attrName>
                                        </p:attrNameLst>
                                      </p:cBhvr>
                                      <p:to>
                                        <p:strVal val="visible"/>
                                      </p:to>
                                    </p:set>
                                    <p:animEffect transition="in" filter="wheel(8)">
                                      <p:cBhvr>
                                        <p:cTn id="164" dur="1000"/>
                                        <p:tgtEl>
                                          <p:spTgt spid="61"/>
                                        </p:tgtEl>
                                      </p:cBhvr>
                                    </p:animEffect>
                                  </p:childTnLst>
                                </p:cTn>
                              </p:par>
                            </p:childTnLst>
                          </p:cTn>
                        </p:par>
                        <p:par>
                          <p:cTn id="165" fill="hold">
                            <p:stCondLst>
                              <p:cond delay="1000"/>
                            </p:stCondLst>
                            <p:childTnLst>
                              <p:par>
                                <p:cTn id="166" presetID="1" presetClass="entr" presetSubtype="0" fill="hold" grpId="0" nodeType="afterEffect">
                                  <p:stCondLst>
                                    <p:cond delay="0"/>
                                  </p:stCondLst>
                                  <p:childTnLst>
                                    <p:set>
                                      <p:cBhvr>
                                        <p:cTn id="167" dur="1" fill="hold">
                                          <p:stCondLst>
                                            <p:cond delay="0"/>
                                          </p:stCondLst>
                                        </p:cTn>
                                        <p:tgtEl>
                                          <p:spTgt spid="49"/>
                                        </p:tgtEl>
                                        <p:attrNameLst>
                                          <p:attrName>style.visibility</p:attrName>
                                        </p:attrNameLst>
                                      </p:cBhvr>
                                      <p:to>
                                        <p:strVal val="visible"/>
                                      </p:to>
                                    </p:set>
                                  </p:childTnLst>
                                </p:cTn>
                              </p:par>
                            </p:childTnLst>
                          </p:cTn>
                        </p:par>
                        <p:par>
                          <p:cTn id="168" fill="hold">
                            <p:stCondLst>
                              <p:cond delay="1000"/>
                            </p:stCondLst>
                            <p:childTnLst>
                              <p:par>
                                <p:cTn id="169" presetID="22" presetClass="entr" presetSubtype="4" fill="hold" grpId="0" nodeType="after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wipe(down)">
                                      <p:cBhvr>
                                        <p:cTn id="171" dur="500"/>
                                        <p:tgtEl>
                                          <p:spTgt spid="60"/>
                                        </p:tgtEl>
                                      </p:cBhvr>
                                    </p:animEffect>
                                  </p:childTnLst>
                                </p:cTn>
                              </p:par>
                            </p:childTnLst>
                          </p:cTn>
                        </p:par>
                      </p:childTnLst>
                    </p:cTn>
                  </p:par>
                  <p:par>
                    <p:cTn id="172" fill="hold">
                      <p:stCondLst>
                        <p:cond delay="indefinite"/>
                      </p:stCondLst>
                      <p:childTnLst>
                        <p:par>
                          <p:cTn id="173" fill="hold">
                            <p:stCondLst>
                              <p:cond delay="0"/>
                            </p:stCondLst>
                            <p:childTnLst>
                              <p:par>
                                <p:cTn id="174" presetID="21" presetClass="entr" presetSubtype="8" fill="hold" nodeType="clickEffect">
                                  <p:stCondLst>
                                    <p:cond delay="0"/>
                                  </p:stCondLst>
                                  <p:childTnLst>
                                    <p:set>
                                      <p:cBhvr>
                                        <p:cTn id="175" dur="1" fill="hold">
                                          <p:stCondLst>
                                            <p:cond delay="0"/>
                                          </p:stCondLst>
                                        </p:cTn>
                                        <p:tgtEl>
                                          <p:spTgt spid="62"/>
                                        </p:tgtEl>
                                        <p:attrNameLst>
                                          <p:attrName>style.visibility</p:attrName>
                                        </p:attrNameLst>
                                      </p:cBhvr>
                                      <p:to>
                                        <p:strVal val="visible"/>
                                      </p:to>
                                    </p:set>
                                    <p:animEffect transition="in" filter="wheel(8)">
                                      <p:cBhvr>
                                        <p:cTn id="176" dur="1000"/>
                                        <p:tgtEl>
                                          <p:spTgt spid="62"/>
                                        </p:tgtEl>
                                      </p:cBhvr>
                                    </p:animEffect>
                                  </p:childTnLst>
                                </p:cTn>
                              </p:par>
                            </p:childTnLst>
                          </p:cTn>
                        </p:par>
                        <p:par>
                          <p:cTn id="177" fill="hold">
                            <p:stCondLst>
                              <p:cond delay="1000"/>
                            </p:stCondLst>
                            <p:childTnLst>
                              <p:par>
                                <p:cTn id="178" presetID="1" presetClass="entr" presetSubtype="0" fill="hold" grpId="0" nodeType="afterEffect">
                                  <p:stCondLst>
                                    <p:cond delay="0"/>
                                  </p:stCondLst>
                                  <p:childTnLst>
                                    <p:set>
                                      <p:cBhvr>
                                        <p:cTn id="179" dur="1" fill="hold">
                                          <p:stCondLst>
                                            <p:cond delay="0"/>
                                          </p:stCondLst>
                                        </p:cTn>
                                        <p:tgtEl>
                                          <p:spTgt spid="5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21" presetClass="entr" presetSubtype="8" fill="hold" nodeType="clickEffect">
                                  <p:stCondLst>
                                    <p:cond delay="0"/>
                                  </p:stCondLst>
                                  <p:childTnLst>
                                    <p:set>
                                      <p:cBhvr>
                                        <p:cTn id="183" dur="1" fill="hold">
                                          <p:stCondLst>
                                            <p:cond delay="0"/>
                                          </p:stCondLst>
                                        </p:cTn>
                                        <p:tgtEl>
                                          <p:spTgt spid="58"/>
                                        </p:tgtEl>
                                        <p:attrNameLst>
                                          <p:attrName>style.visibility</p:attrName>
                                        </p:attrNameLst>
                                      </p:cBhvr>
                                      <p:to>
                                        <p:strVal val="visible"/>
                                      </p:to>
                                    </p:set>
                                    <p:animEffect transition="in" filter="wheel(8)">
                                      <p:cBhvr>
                                        <p:cTn id="184" dur="1000"/>
                                        <p:tgtEl>
                                          <p:spTgt spid="58"/>
                                        </p:tgtEl>
                                      </p:cBhvr>
                                    </p:animEffect>
                                  </p:childTnLst>
                                </p:cTn>
                              </p:par>
                            </p:childTnLst>
                          </p:cTn>
                        </p:par>
                        <p:par>
                          <p:cTn id="185" fill="hold">
                            <p:stCondLst>
                              <p:cond delay="1000"/>
                            </p:stCondLst>
                            <p:childTnLst>
                              <p:par>
                                <p:cTn id="186" presetID="1" presetClass="entr" presetSubtype="0" fill="hold" grpId="0" nodeType="afterEffect">
                                  <p:stCondLst>
                                    <p:cond delay="0"/>
                                  </p:stCondLst>
                                  <p:childTnLst>
                                    <p:set>
                                      <p:cBhvr>
                                        <p:cTn id="187" dur="1" fill="hold">
                                          <p:stCondLst>
                                            <p:cond delay="0"/>
                                          </p:stCondLst>
                                        </p:cTn>
                                        <p:tgtEl>
                                          <p:spTgt spid="50"/>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21" presetClass="entr" presetSubtype="8" fill="hold" nodeType="clickEffect">
                                  <p:stCondLst>
                                    <p:cond delay="0"/>
                                  </p:stCondLst>
                                  <p:childTnLst>
                                    <p:set>
                                      <p:cBhvr>
                                        <p:cTn id="191" dur="1" fill="hold">
                                          <p:stCondLst>
                                            <p:cond delay="0"/>
                                          </p:stCondLst>
                                        </p:cTn>
                                        <p:tgtEl>
                                          <p:spTgt spid="73"/>
                                        </p:tgtEl>
                                        <p:attrNameLst>
                                          <p:attrName>style.visibility</p:attrName>
                                        </p:attrNameLst>
                                      </p:cBhvr>
                                      <p:to>
                                        <p:strVal val="visible"/>
                                      </p:to>
                                    </p:set>
                                    <p:animEffect transition="in" filter="wheel(8)">
                                      <p:cBhvr>
                                        <p:cTn id="192" dur="1000"/>
                                        <p:tgtEl>
                                          <p:spTgt spid="73"/>
                                        </p:tgtEl>
                                      </p:cBhvr>
                                    </p:animEffect>
                                  </p:childTnLst>
                                </p:cTn>
                              </p:par>
                            </p:childTnLst>
                          </p:cTn>
                        </p:par>
                        <p:par>
                          <p:cTn id="193" fill="hold">
                            <p:stCondLst>
                              <p:cond delay="1000"/>
                            </p:stCondLst>
                            <p:childTnLst>
                              <p:par>
                                <p:cTn id="194" presetID="1" presetClass="entr" presetSubtype="0" fill="hold" grpId="0" nodeType="afterEffect">
                                  <p:stCondLst>
                                    <p:cond delay="0"/>
                                  </p:stCondLst>
                                  <p:childTnLst>
                                    <p:set>
                                      <p:cBhvr>
                                        <p:cTn id="195" dur="1" fill="hold">
                                          <p:stCondLst>
                                            <p:cond delay="0"/>
                                          </p:stCondLst>
                                        </p:cTn>
                                        <p:tgtEl>
                                          <p:spTgt spid="74"/>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21" presetClass="entr" presetSubtype="8" fill="hold" nodeType="click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wheel(8)">
                                      <p:cBhvr>
                                        <p:cTn id="200" dur="1000"/>
                                        <p:tgtEl>
                                          <p:spTgt spid="69"/>
                                        </p:tgtEl>
                                      </p:cBhvr>
                                    </p:animEffect>
                                  </p:childTnLst>
                                </p:cTn>
                              </p:par>
                            </p:childTnLst>
                          </p:cTn>
                        </p:par>
                        <p:par>
                          <p:cTn id="201" fill="hold">
                            <p:stCondLst>
                              <p:cond delay="1000"/>
                            </p:stCondLst>
                            <p:childTnLst>
                              <p:par>
                                <p:cTn id="202" presetID="1" presetClass="entr" presetSubtype="0" fill="hold" grpId="0" nodeType="afterEffect">
                                  <p:stCondLst>
                                    <p:cond delay="0"/>
                                  </p:stCondLst>
                                  <p:childTnLst>
                                    <p:set>
                                      <p:cBhvr>
                                        <p:cTn id="203"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1" grpId="0" animBg="1"/>
      <p:bldP spid="23" grpId="0" animBg="1"/>
      <p:bldP spid="24" grpId="0" animBg="1"/>
      <p:bldP spid="25" grpId="0" animBg="1"/>
      <p:bldP spid="26" grpId="0" animBg="1"/>
      <p:bldP spid="4" grpId="0" animBg="1"/>
      <p:bldP spid="5" grpId="0" animBg="1"/>
      <p:bldP spid="6" grpId="0" animBg="1"/>
      <p:bldP spid="27" grpId="0" animBg="1"/>
      <p:bldP spid="28" grpId="0" animBg="1"/>
      <p:bldP spid="29" grpId="0" animBg="1"/>
      <p:bldP spid="30" grpId="0" animBg="1"/>
      <p:bldP spid="31" grpId="0" animBg="1"/>
      <p:bldP spid="32" grpId="0" animBg="1"/>
      <p:bldP spid="33" grpId="0" animBg="1"/>
      <p:bldP spid="34" grpId="0" animBg="1"/>
      <p:bldP spid="40" grpId="0" animBg="1"/>
      <p:bldP spid="41" grpId="0" animBg="1"/>
      <p:bldP spid="49" grpId="0" animBg="1"/>
      <p:bldP spid="50" grpId="0" animBg="1"/>
      <p:bldP spid="51" grpId="0" animBg="1"/>
      <p:bldP spid="52" grpId="0" animBg="1"/>
      <p:bldP spid="53" grpId="0" animBg="1"/>
      <p:bldP spid="54" grpId="0" animBg="1"/>
      <p:bldP spid="55" grpId="0" animBg="1"/>
      <p:bldP spid="59" grpId="0" animBg="1"/>
      <p:bldP spid="60" grpId="0" animBg="1"/>
      <p:bldP spid="63" grpId="0" animBg="1"/>
      <p:bldP spid="6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758231" y="411030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5" name="Oval 64">
            <a:extLst>
              <a:ext uri="{FF2B5EF4-FFF2-40B4-BE49-F238E27FC236}">
                <a16:creationId xmlns:a16="http://schemas.microsoft.com/office/drawing/2014/main" id="{40EB2B90-41E0-4786-8693-F3B5BB1284F2}"/>
              </a:ext>
            </a:extLst>
          </p:cNvPr>
          <p:cNvSpPr/>
          <p:nvPr/>
        </p:nvSpPr>
        <p:spPr>
          <a:xfrm>
            <a:off x="498348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207264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8" name="Oval 67">
            <a:extLst>
              <a:ext uri="{FF2B5EF4-FFF2-40B4-BE49-F238E27FC236}">
                <a16:creationId xmlns:a16="http://schemas.microsoft.com/office/drawing/2014/main" id="{0E56F860-438E-45AF-8188-6755A5C5F52F}"/>
              </a:ext>
            </a:extLst>
          </p:cNvPr>
          <p:cNvSpPr/>
          <p:nvPr/>
        </p:nvSpPr>
        <p:spPr>
          <a:xfrm>
            <a:off x="352806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0" name="Oval 69">
            <a:extLst>
              <a:ext uri="{FF2B5EF4-FFF2-40B4-BE49-F238E27FC236}">
                <a16:creationId xmlns:a16="http://schemas.microsoft.com/office/drawing/2014/main" id="{1926C18E-3963-4E9C-B80D-1A0DD6EC1068}"/>
              </a:ext>
            </a:extLst>
          </p:cNvPr>
          <p:cNvSpPr/>
          <p:nvPr/>
        </p:nvSpPr>
        <p:spPr>
          <a:xfrm>
            <a:off x="498348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283168"/>
          </a:xfrm>
        </p:spPr>
        <p:txBody>
          <a:bodyPr/>
          <a:lstStyle/>
          <a:p>
            <a:pPr>
              <a:spcBef>
                <a:spcPts val="0"/>
              </a:spcBef>
            </a:pPr>
            <a:r>
              <a:rPr lang="en-US" sz="2400" cap="none" dirty="0"/>
              <a:t>A8 ={w| w has at least two </a:t>
            </a:r>
            <a:r>
              <a:rPr lang="en-US" sz="2400" b="0" i="1" cap="none" dirty="0"/>
              <a:t>1</a:t>
            </a:r>
            <a:r>
              <a:rPr lang="en-US" sz="2400" cap="none" dirty="0"/>
              <a:t>s}.</a:t>
            </a:r>
          </a:p>
          <a:p>
            <a:pPr>
              <a:spcBef>
                <a:spcPts val="0"/>
              </a:spcBef>
            </a:pPr>
            <a:r>
              <a:rPr lang="en-US" sz="2400" cap="none" dirty="0"/>
              <a:t>A9 ={w| w has at most two </a:t>
            </a:r>
            <a:r>
              <a:rPr lang="en-US" sz="2400" b="0" i="1" cap="none" dirty="0"/>
              <a:t>1</a:t>
            </a:r>
            <a:r>
              <a:rPr lang="en-US" sz="2400" cap="none" dirty="0"/>
              <a:t>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207264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352806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2" name="Oval 71">
            <a:extLst>
              <a:ext uri="{FF2B5EF4-FFF2-40B4-BE49-F238E27FC236}">
                <a16:creationId xmlns:a16="http://schemas.microsoft.com/office/drawing/2014/main" id="{CC1159AD-15DB-415B-9B20-34780B0EB922}"/>
              </a:ext>
            </a:extLst>
          </p:cNvPr>
          <p:cNvSpPr/>
          <p:nvPr/>
        </p:nvSpPr>
        <p:spPr>
          <a:xfrm>
            <a:off x="643890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141507" y="2377440"/>
            <a:ext cx="72981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A8</a:t>
            </a: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141507" y="4218471"/>
            <a:ext cx="72981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A9</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146304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275844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421386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463040" y="452327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75844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21386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6928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036843" y="24324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2126003" y="42887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3589020" y="428570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5036843" y="4294988"/>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2415540" y="2224247"/>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3870960" y="222424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5326380" y="222424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41554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3870960" y="408051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532638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808741" y="4538511"/>
            <a:ext cx="431052" cy="12700"/>
          </a:xfrm>
          <a:prstGeom prst="curvedConnector5">
            <a:avLst>
              <a:gd name="adj1" fmla="val -21213"/>
              <a:gd name="adj2" fmla="val 3769189"/>
              <a:gd name="adj3" fmla="val 124749"/>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2118360" y="161844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2758440" y="22411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3627171" y="164961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4267222" y="222611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5011270" y="166416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2119681" y="344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2819400" y="406907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3568757" y="34323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4267223" y="411030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5029223" y="34170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407858" y="431663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Tree>
    <p:extLst>
      <p:ext uri="{BB962C8B-B14F-4D97-AF65-F5344CB8AC3E}">
        <p14:creationId xmlns:p14="http://schemas.microsoft.com/office/powerpoint/2010/main" val="254384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wheel(8)">
                                      <p:cBhvr>
                                        <p:cTn id="58" dur="1000"/>
                                        <p:tgtEl>
                                          <p:spTgt spid="8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8)">
                                      <p:cBhvr>
                                        <p:cTn id="66" dur="1000"/>
                                        <p:tgtEl>
                                          <p:spTgt spid="83"/>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1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0-#ppt_w/2"/>
                                          </p:val>
                                        </p:tav>
                                        <p:tav tm="100000">
                                          <p:val>
                                            <p:strVal val="#ppt_x"/>
                                          </p:val>
                                        </p:tav>
                                      </p:tavLst>
                                    </p:anim>
                                    <p:anim calcmode="lin" valueType="num">
                                      <p:cBhvr additive="base">
                                        <p:cTn id="79" dur="500" fill="hold"/>
                                        <p:tgtEl>
                                          <p:spTgt spid="22"/>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down)">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8)">
                                      <p:cBhvr>
                                        <p:cTn id="88" dur="1000"/>
                                        <p:tgtEl>
                                          <p:spTgt spid="39"/>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heel(8)">
                                      <p:cBhvr>
                                        <p:cTn id="100" dur="1000"/>
                                        <p:tgtEl>
                                          <p:spTgt spid="44"/>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124"/>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wipe(down)">
                                      <p:cBhvr>
                                        <p:cTn id="107" dur="500"/>
                                        <p:tgtEl>
                                          <p:spTgt spid="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down)">
                                      <p:cBhvr>
                                        <p:cTn id="112" dur="500"/>
                                        <p:tgtEl>
                                          <p:spTgt spid="7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down)">
                                      <p:cBhvr>
                                        <p:cTn id="117" dur="500"/>
                                        <p:tgtEl>
                                          <p:spTgt spid="7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wipe(down)">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8" fill="hold" nodeType="click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wheel(8)">
                                      <p:cBhvr>
                                        <p:cTn id="127" dur="1000"/>
                                        <p:tgtEl>
                                          <p:spTgt spid="48"/>
                                        </p:tgtEl>
                                      </p:cBhvr>
                                    </p:animEffect>
                                  </p:childTnLst>
                                </p:cTn>
                              </p:par>
                            </p:childTnLst>
                          </p:cTn>
                        </p:par>
                        <p:par>
                          <p:cTn id="128" fill="hold">
                            <p:stCondLst>
                              <p:cond delay="1000"/>
                            </p:stCondLst>
                            <p:childTnLst>
                              <p:par>
                                <p:cTn id="129" presetID="1" presetClass="entr" presetSubtype="0" fill="hold" grpId="0" nodeType="afterEffect">
                                  <p:stCondLst>
                                    <p:cond delay="0"/>
                                  </p:stCondLst>
                                  <p:childTnLst>
                                    <p:set>
                                      <p:cBhvr>
                                        <p:cTn id="130" dur="1" fill="hold">
                                          <p:stCondLst>
                                            <p:cond delay="0"/>
                                          </p:stCondLst>
                                        </p:cTn>
                                        <p:tgtEl>
                                          <p:spTgt spid="126"/>
                                        </p:tgtEl>
                                        <p:attrNameLst>
                                          <p:attrName>style.visibility</p:attrName>
                                        </p:attrNameLst>
                                      </p:cBhvr>
                                      <p:to>
                                        <p:strVal val="visible"/>
                                      </p:to>
                                    </p:set>
                                  </p:childTnLst>
                                </p:cTn>
                              </p:par>
                            </p:childTnLst>
                          </p:cTn>
                        </p:par>
                        <p:par>
                          <p:cTn id="131" fill="hold">
                            <p:stCondLst>
                              <p:cond delay="1000"/>
                            </p:stCondLst>
                            <p:childTnLst>
                              <p:par>
                                <p:cTn id="132" presetID="22" presetClass="entr" presetSubtype="4" fill="hold" grpId="0" nodeType="afterEffect">
                                  <p:stCondLst>
                                    <p:cond delay="0"/>
                                  </p:stCondLst>
                                  <p:childTnLst>
                                    <p:set>
                                      <p:cBhvr>
                                        <p:cTn id="133" dur="1" fill="hold">
                                          <p:stCondLst>
                                            <p:cond delay="0"/>
                                          </p:stCondLst>
                                        </p:cTn>
                                        <p:tgtEl>
                                          <p:spTgt spid="72"/>
                                        </p:tgtEl>
                                        <p:attrNameLst>
                                          <p:attrName>style.visibility</p:attrName>
                                        </p:attrNameLst>
                                      </p:cBhvr>
                                      <p:to>
                                        <p:strVal val="visible"/>
                                      </p:to>
                                    </p:set>
                                    <p:animEffect transition="in" filter="wipe(down)">
                                      <p:cBhvr>
                                        <p:cTn id="134" dur="500"/>
                                        <p:tgtEl>
                                          <p:spTgt spid="72"/>
                                        </p:tgtEl>
                                      </p:cBhvr>
                                    </p:animEffect>
                                  </p:childTnLst>
                                </p:cTn>
                              </p:par>
                            </p:childTnLst>
                          </p:cTn>
                        </p:par>
                      </p:childTnLst>
                    </p:cTn>
                  </p:par>
                  <p:par>
                    <p:cTn id="135" fill="hold">
                      <p:stCondLst>
                        <p:cond delay="indefinite"/>
                      </p:stCondLst>
                      <p:childTnLst>
                        <p:par>
                          <p:cTn id="136" fill="hold">
                            <p:stCondLst>
                              <p:cond delay="0"/>
                            </p:stCondLst>
                            <p:childTnLst>
                              <p:par>
                                <p:cTn id="137" presetID="21" presetClass="entr" presetSubtype="8" fill="hold" nodeType="clickEffect">
                                  <p:stCondLst>
                                    <p:cond delay="0"/>
                                  </p:stCondLst>
                                  <p:childTnLst>
                                    <p:set>
                                      <p:cBhvr>
                                        <p:cTn id="138" dur="1" fill="hold">
                                          <p:stCondLst>
                                            <p:cond delay="0"/>
                                          </p:stCondLst>
                                        </p:cTn>
                                        <p:tgtEl>
                                          <p:spTgt spid="88"/>
                                        </p:tgtEl>
                                        <p:attrNameLst>
                                          <p:attrName>style.visibility</p:attrName>
                                        </p:attrNameLst>
                                      </p:cBhvr>
                                      <p:to>
                                        <p:strVal val="visible"/>
                                      </p:to>
                                    </p:set>
                                    <p:animEffect transition="in" filter="wheel(8)">
                                      <p:cBhvr>
                                        <p:cTn id="139" dur="1000"/>
                                        <p:tgtEl>
                                          <p:spTgt spid="88"/>
                                        </p:tgtEl>
                                      </p:cBhvr>
                                    </p:animEffec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27"/>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21" presetClass="entr" presetSubtype="8" fill="hold" nodeType="clickEffect">
                                  <p:stCondLst>
                                    <p:cond delay="0"/>
                                  </p:stCondLst>
                                  <p:childTnLst>
                                    <p:set>
                                      <p:cBhvr>
                                        <p:cTn id="147" dur="1" fill="hold">
                                          <p:stCondLst>
                                            <p:cond delay="0"/>
                                          </p:stCondLst>
                                        </p:cTn>
                                        <p:tgtEl>
                                          <p:spTgt spid="85"/>
                                        </p:tgtEl>
                                        <p:attrNameLst>
                                          <p:attrName>style.visibility</p:attrName>
                                        </p:attrNameLst>
                                      </p:cBhvr>
                                      <p:to>
                                        <p:strVal val="visible"/>
                                      </p:to>
                                    </p:set>
                                    <p:animEffect transition="in" filter="wheel(8)">
                                      <p:cBhvr>
                                        <p:cTn id="148" dur="1000"/>
                                        <p:tgtEl>
                                          <p:spTgt spid="85"/>
                                        </p:tgtEl>
                                      </p:cBhvr>
                                    </p:animEffect>
                                  </p:childTnLst>
                                </p:cTn>
                              </p:par>
                            </p:childTnLst>
                          </p:cTn>
                        </p:par>
                        <p:par>
                          <p:cTn id="149" fill="hold">
                            <p:stCondLst>
                              <p:cond delay="1000"/>
                            </p:stCondLst>
                            <p:childTnLst>
                              <p:par>
                                <p:cTn id="150" presetID="1" presetClass="entr" presetSubtype="0" fill="hold" grpId="0" nodeType="afterEffect">
                                  <p:stCondLst>
                                    <p:cond delay="0"/>
                                  </p:stCondLst>
                                  <p:childTnLst>
                                    <p:set>
                                      <p:cBhvr>
                                        <p:cTn id="151" dur="1" fill="hold">
                                          <p:stCondLst>
                                            <p:cond delay="0"/>
                                          </p:stCondLst>
                                        </p:cTn>
                                        <p:tgtEl>
                                          <p:spTgt spid="12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1" presetClass="entr" presetSubtype="8" fill="hold" nodeType="clickEffect">
                                  <p:stCondLst>
                                    <p:cond delay="0"/>
                                  </p:stCondLst>
                                  <p:childTnLst>
                                    <p:set>
                                      <p:cBhvr>
                                        <p:cTn id="155" dur="1" fill="hold">
                                          <p:stCondLst>
                                            <p:cond delay="0"/>
                                          </p:stCondLst>
                                        </p:cTn>
                                        <p:tgtEl>
                                          <p:spTgt spid="86"/>
                                        </p:tgtEl>
                                        <p:attrNameLst>
                                          <p:attrName>style.visibility</p:attrName>
                                        </p:attrNameLst>
                                      </p:cBhvr>
                                      <p:to>
                                        <p:strVal val="visible"/>
                                      </p:to>
                                    </p:set>
                                    <p:animEffect transition="in" filter="wheel(8)">
                                      <p:cBhvr>
                                        <p:cTn id="156" dur="1000"/>
                                        <p:tgtEl>
                                          <p:spTgt spid="86"/>
                                        </p:tgtEl>
                                      </p:cBhvr>
                                    </p:animEffect>
                                  </p:childTnLst>
                                </p:cTn>
                              </p:par>
                            </p:childTnLst>
                          </p:cTn>
                        </p:par>
                        <p:par>
                          <p:cTn id="157" fill="hold">
                            <p:stCondLst>
                              <p:cond delay="1000"/>
                            </p:stCondLst>
                            <p:childTnLst>
                              <p:par>
                                <p:cTn id="158" presetID="1" presetClass="entr" presetSubtype="0" fill="hold" grpId="0" nodeType="afterEffect">
                                  <p:stCondLst>
                                    <p:cond delay="0"/>
                                  </p:stCondLst>
                                  <p:childTnLst>
                                    <p:set>
                                      <p:cBhvr>
                                        <p:cTn id="159" dur="1" fill="hold">
                                          <p:stCondLst>
                                            <p:cond delay="0"/>
                                          </p:stCondLst>
                                        </p:cTn>
                                        <p:tgtEl>
                                          <p:spTgt spid="123"/>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1" presetClass="entr" presetSubtype="8" fill="hold" nodeType="clickEffect">
                                  <p:stCondLst>
                                    <p:cond delay="0"/>
                                  </p:stCondLst>
                                  <p:childTnLst>
                                    <p:set>
                                      <p:cBhvr>
                                        <p:cTn id="163" dur="1" fill="hold">
                                          <p:stCondLst>
                                            <p:cond delay="0"/>
                                          </p:stCondLst>
                                        </p:cTn>
                                        <p:tgtEl>
                                          <p:spTgt spid="87"/>
                                        </p:tgtEl>
                                        <p:attrNameLst>
                                          <p:attrName>style.visibility</p:attrName>
                                        </p:attrNameLst>
                                      </p:cBhvr>
                                      <p:to>
                                        <p:strVal val="visible"/>
                                      </p:to>
                                    </p:set>
                                    <p:animEffect transition="in" filter="wheel(8)">
                                      <p:cBhvr>
                                        <p:cTn id="164" dur="1000"/>
                                        <p:tgtEl>
                                          <p:spTgt spid="87"/>
                                        </p:tgtEl>
                                      </p:cBhvr>
                                    </p:animEffect>
                                  </p:childTnLst>
                                </p:cTn>
                              </p:par>
                            </p:childTnLst>
                          </p:cTn>
                        </p:par>
                        <p:par>
                          <p:cTn id="165" fill="hold">
                            <p:stCondLst>
                              <p:cond delay="1000"/>
                            </p:stCondLst>
                            <p:childTnLst>
                              <p:par>
                                <p:cTn id="166" presetID="1" presetClass="entr" presetSubtype="0" fill="hold" grpId="0" nodeType="afterEffect">
                                  <p:stCondLst>
                                    <p:cond delay="0"/>
                                  </p:stCondLst>
                                  <p:childTnLst>
                                    <p:set>
                                      <p:cBhvr>
                                        <p:cTn id="167"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5" grpId="0" animBg="1"/>
      <p:bldP spid="66" grpId="0" animBg="1"/>
      <p:bldP spid="68" grpId="0" animBg="1"/>
      <p:bldP spid="70" grpId="0" animBg="1"/>
      <p:bldP spid="10" grpId="0" animBg="1"/>
      <p:bldP spid="64" grpId="0" animBg="1"/>
      <p:bldP spid="72" grpId="0" animBg="1"/>
      <p:bldP spid="12" grpId="0" animBg="1"/>
      <p:bldP spid="75" grpId="0" animBg="1"/>
      <p:bldP spid="76" grpId="0" animBg="1"/>
      <p:bldP spid="77" grpId="0" animBg="1"/>
      <p:bldP spid="78" grpId="0" animBg="1"/>
      <p:bldP spid="79" grpId="0" animBg="1"/>
      <p:bldP spid="116" grpId="0"/>
      <p:bldP spid="117" grpId="0"/>
      <p:bldP spid="118" grpId="0"/>
      <p:bldP spid="119" grpId="0"/>
      <p:bldP spid="120" grpId="0"/>
      <p:bldP spid="121" grpId="0"/>
      <p:bldP spid="122" grpId="0"/>
      <p:bldP spid="123" grpId="0"/>
      <p:bldP spid="124" grpId="0"/>
      <p:bldP spid="125" grpId="0"/>
      <p:bldP spid="1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651551" y="1687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6" name="Oval 65">
            <a:extLst>
              <a:ext uri="{FF2B5EF4-FFF2-40B4-BE49-F238E27FC236}">
                <a16:creationId xmlns:a16="http://schemas.microsoft.com/office/drawing/2014/main" id="{FDA6ABC1-5003-427B-877E-9BBB79E3AA48}"/>
              </a:ext>
            </a:extLst>
          </p:cNvPr>
          <p:cNvSpPr/>
          <p:nvPr/>
        </p:nvSpPr>
        <p:spPr>
          <a:xfrm>
            <a:off x="196596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68" name="Oval 67">
            <a:extLst>
              <a:ext uri="{FF2B5EF4-FFF2-40B4-BE49-F238E27FC236}">
                <a16:creationId xmlns:a16="http://schemas.microsoft.com/office/drawing/2014/main" id="{0E56F860-438E-45AF-8188-6755A5C5F52F}"/>
              </a:ext>
            </a:extLst>
          </p:cNvPr>
          <p:cNvSpPr/>
          <p:nvPr/>
        </p:nvSpPr>
        <p:spPr>
          <a:xfrm>
            <a:off x="342138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70" name="Oval 69">
            <a:extLst>
              <a:ext uri="{FF2B5EF4-FFF2-40B4-BE49-F238E27FC236}">
                <a16:creationId xmlns:a16="http://schemas.microsoft.com/office/drawing/2014/main" id="{1926C18E-3963-4E9C-B80D-1A0DD6EC1068}"/>
              </a:ext>
            </a:extLst>
          </p:cNvPr>
          <p:cNvSpPr/>
          <p:nvPr/>
        </p:nvSpPr>
        <p:spPr>
          <a:xfrm>
            <a:off x="4837137" y="1743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0"/>
            <a:ext cx="8324850" cy="1189074"/>
          </a:xfrm>
        </p:spPr>
        <p:txBody>
          <a:bodyPr/>
          <a:lstStyle/>
          <a:p>
            <a:pPr>
              <a:spcBef>
                <a:spcPts val="0"/>
              </a:spcBef>
            </a:pPr>
            <a:r>
              <a:rPr lang="en-US" sz="2400" cap="none" dirty="0"/>
              <a:t>A10 ={w| w has substring 101}.</a:t>
            </a:r>
          </a:p>
          <a:p>
            <a:pPr>
              <a:spcBef>
                <a:spcPts val="0"/>
              </a:spcBef>
            </a:pPr>
            <a:r>
              <a:rPr lang="en-US" sz="2400" cap="none" dirty="0"/>
              <a:t>A11 ={w| w has substring 011}.</a:t>
            </a:r>
          </a:p>
          <a:p>
            <a:pPr>
              <a:spcBef>
                <a:spcPts val="0"/>
              </a:spcBef>
            </a:pPr>
            <a:r>
              <a:rPr lang="en-US" sz="2400" cap="none" dirty="0"/>
              <a:t>∑ = {0,1} </a:t>
            </a:r>
          </a:p>
        </p:txBody>
      </p:sp>
      <p:sp>
        <p:nvSpPr>
          <p:cNvPr id="72" name="Oval 71">
            <a:extLst>
              <a:ext uri="{FF2B5EF4-FFF2-40B4-BE49-F238E27FC236}">
                <a16:creationId xmlns:a16="http://schemas.microsoft.com/office/drawing/2014/main" id="{CC1159AD-15DB-415B-9B20-34780B0EB922}"/>
              </a:ext>
            </a:extLst>
          </p:cNvPr>
          <p:cNvSpPr/>
          <p:nvPr/>
        </p:nvSpPr>
        <p:spPr>
          <a:xfrm>
            <a:off x="6212942" y="1704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101</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541335" y="1737360"/>
            <a:ext cx="65500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A10</a:t>
            </a: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541335" y="3715551"/>
            <a:ext cx="655006" cy="609600"/>
          </a:xfrm>
          <a:prstGeom prst="roundRect">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latin typeface="+mj-lt"/>
              </a:rPr>
              <a:t>A11</a:t>
            </a:r>
          </a:p>
        </p:txBody>
      </p: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356360" y="2100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651760" y="2115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107180" y="2115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02264" y="2115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8FE8EB6-834D-4AFA-82D5-74516E5C3780}"/>
              </a:ext>
            </a:extLst>
          </p:cNvPr>
          <p:cNvSpPr/>
          <p:nvPr/>
        </p:nvSpPr>
        <p:spPr>
          <a:xfrm>
            <a:off x="6321830" y="1818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308860" y="1657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3764280" y="1657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3"/>
            <a:endCxn id="66" idx="5"/>
          </p:cNvCxnSpPr>
          <p:nvPr/>
        </p:nvCxnSpPr>
        <p:spPr>
          <a:xfrm rot="5400000" flipH="1">
            <a:off x="3726528" y="1155676"/>
            <a:ext cx="47458" cy="2397860"/>
          </a:xfrm>
          <a:prstGeom prst="curvedConnector3">
            <a:avLst>
              <a:gd name="adj1" fmla="val -71122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711432" y="2115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6EBBE0B5-DA9A-4638-A03C-E4CC88AEDF61}"/>
              </a:ext>
            </a:extLst>
          </p:cNvPr>
          <p:cNvSpPr/>
          <p:nvPr/>
        </p:nvSpPr>
        <p:spPr>
          <a:xfrm>
            <a:off x="2013001" y="1025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2712720" y="1645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3462077" y="1009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4" name="Rectangle 123">
            <a:extLst>
              <a:ext uri="{FF2B5EF4-FFF2-40B4-BE49-F238E27FC236}">
                <a16:creationId xmlns:a16="http://schemas.microsoft.com/office/drawing/2014/main" id="{5A19DACC-6A33-4871-9E4F-E630AD921BE1}"/>
              </a:ext>
            </a:extLst>
          </p:cNvPr>
          <p:cNvSpPr/>
          <p:nvPr/>
        </p:nvSpPr>
        <p:spPr>
          <a:xfrm>
            <a:off x="4187439" y="1687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5" name="Rectangle 124">
            <a:extLst>
              <a:ext uri="{FF2B5EF4-FFF2-40B4-BE49-F238E27FC236}">
                <a16:creationId xmlns:a16="http://schemas.microsoft.com/office/drawing/2014/main" id="{450C64AD-2845-48F6-946F-6CFC65A28E4F}"/>
              </a:ext>
            </a:extLst>
          </p:cNvPr>
          <p:cNvSpPr/>
          <p:nvPr/>
        </p:nvSpPr>
        <p:spPr>
          <a:xfrm>
            <a:off x="3970020" y="2335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301178" y="1893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5" name="Rectangle 44">
            <a:extLst>
              <a:ext uri="{FF2B5EF4-FFF2-40B4-BE49-F238E27FC236}">
                <a16:creationId xmlns:a16="http://schemas.microsoft.com/office/drawing/2014/main" id="{44681509-4FB7-4D6E-B0E6-CA2CD41500F2}"/>
              </a:ext>
            </a:extLst>
          </p:cNvPr>
          <p:cNvSpPr/>
          <p:nvPr/>
        </p:nvSpPr>
        <p:spPr>
          <a:xfrm>
            <a:off x="5697271" y="3592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6" name="Oval 45">
            <a:extLst>
              <a:ext uri="{FF2B5EF4-FFF2-40B4-BE49-F238E27FC236}">
                <a16:creationId xmlns:a16="http://schemas.microsoft.com/office/drawing/2014/main" id="{42986F93-EEAF-4BC5-B2BF-568799B7648C}"/>
              </a:ext>
            </a:extLst>
          </p:cNvPr>
          <p:cNvSpPr/>
          <p:nvPr/>
        </p:nvSpPr>
        <p:spPr>
          <a:xfrm>
            <a:off x="201168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47" name="Oval 46">
            <a:extLst>
              <a:ext uri="{FF2B5EF4-FFF2-40B4-BE49-F238E27FC236}">
                <a16:creationId xmlns:a16="http://schemas.microsoft.com/office/drawing/2014/main" id="{AD600624-EBE6-47DC-942B-58A0127696A8}"/>
              </a:ext>
            </a:extLst>
          </p:cNvPr>
          <p:cNvSpPr/>
          <p:nvPr/>
        </p:nvSpPr>
        <p:spPr>
          <a:xfrm>
            <a:off x="346710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a:t>
            </a:r>
          </a:p>
        </p:txBody>
      </p:sp>
      <p:sp>
        <p:nvSpPr>
          <p:cNvPr id="49" name="Oval 48">
            <a:extLst>
              <a:ext uri="{FF2B5EF4-FFF2-40B4-BE49-F238E27FC236}">
                <a16:creationId xmlns:a16="http://schemas.microsoft.com/office/drawing/2014/main" id="{6AA2F750-3CE4-4640-9E48-0F401B2AF73C}"/>
              </a:ext>
            </a:extLst>
          </p:cNvPr>
          <p:cNvSpPr/>
          <p:nvPr/>
        </p:nvSpPr>
        <p:spPr>
          <a:xfrm>
            <a:off x="4882857" y="3648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a:t>
            </a:r>
          </a:p>
        </p:txBody>
      </p:sp>
      <p:sp>
        <p:nvSpPr>
          <p:cNvPr id="50" name="Oval 49">
            <a:extLst>
              <a:ext uri="{FF2B5EF4-FFF2-40B4-BE49-F238E27FC236}">
                <a16:creationId xmlns:a16="http://schemas.microsoft.com/office/drawing/2014/main" id="{4F24D157-43CB-4EBB-B5E2-1245ABA4F2DF}"/>
              </a:ext>
            </a:extLst>
          </p:cNvPr>
          <p:cNvSpPr/>
          <p:nvPr/>
        </p:nvSpPr>
        <p:spPr>
          <a:xfrm>
            <a:off x="6258662" y="3609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011</a:t>
            </a:r>
          </a:p>
        </p:txBody>
      </p:sp>
      <p:cxnSp>
        <p:nvCxnSpPr>
          <p:cNvPr id="51" name="Straight Arrow Connector 50">
            <a:extLst>
              <a:ext uri="{FF2B5EF4-FFF2-40B4-BE49-F238E27FC236}">
                <a16:creationId xmlns:a16="http://schemas.microsoft.com/office/drawing/2014/main" id="{839ED5BA-00E5-4DCB-8EF8-A5DECBC24897}"/>
              </a:ext>
            </a:extLst>
          </p:cNvPr>
          <p:cNvCxnSpPr>
            <a:endCxn id="46" idx="2"/>
          </p:cNvCxnSpPr>
          <p:nvPr/>
        </p:nvCxnSpPr>
        <p:spPr>
          <a:xfrm>
            <a:off x="1402080" y="4005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864DA9AA-1B33-481B-974E-6D6C67756D61}"/>
              </a:ext>
            </a:extLst>
          </p:cNvPr>
          <p:cNvCxnSpPr>
            <a:stCxn id="46" idx="6"/>
            <a:endCxn id="47" idx="2"/>
          </p:cNvCxnSpPr>
          <p:nvPr/>
        </p:nvCxnSpPr>
        <p:spPr>
          <a:xfrm>
            <a:off x="2697480" y="4020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7992E39-E118-4357-A49A-440AFD9C532A}"/>
              </a:ext>
            </a:extLst>
          </p:cNvPr>
          <p:cNvCxnSpPr>
            <a:stCxn id="47" idx="6"/>
            <a:endCxn id="49" idx="2"/>
          </p:cNvCxnSpPr>
          <p:nvPr/>
        </p:nvCxnSpPr>
        <p:spPr>
          <a:xfrm>
            <a:off x="4152900" y="4020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C993A67-5B84-4F78-8DE9-02E7C1EEDD36}"/>
              </a:ext>
            </a:extLst>
          </p:cNvPr>
          <p:cNvCxnSpPr>
            <a:stCxn id="49" idx="6"/>
            <a:endCxn id="50" idx="2"/>
          </p:cNvCxnSpPr>
          <p:nvPr/>
        </p:nvCxnSpPr>
        <p:spPr>
          <a:xfrm>
            <a:off x="5647984" y="4020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78A1CDC3-335A-41B3-8DCE-CC3E8234ECE8}"/>
              </a:ext>
            </a:extLst>
          </p:cNvPr>
          <p:cNvSpPr/>
          <p:nvPr/>
        </p:nvSpPr>
        <p:spPr>
          <a:xfrm>
            <a:off x="6367550" y="3723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6" name="Connector: Curved 55">
            <a:extLst>
              <a:ext uri="{FF2B5EF4-FFF2-40B4-BE49-F238E27FC236}">
                <a16:creationId xmlns:a16="http://schemas.microsoft.com/office/drawing/2014/main" id="{39139200-DF0E-4B3B-9BF4-871FAE308667}"/>
              </a:ext>
            </a:extLst>
          </p:cNvPr>
          <p:cNvCxnSpPr>
            <a:cxnSpLocks/>
            <a:stCxn id="46" idx="1"/>
            <a:endCxn id="46" idx="7"/>
          </p:cNvCxnSpPr>
          <p:nvPr/>
        </p:nvCxnSpPr>
        <p:spPr>
          <a:xfrm rot="5400000" flipH="1" flipV="1">
            <a:off x="2354580" y="3562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09887EB-CBDF-481A-9D4F-3673BF758366}"/>
              </a:ext>
            </a:extLst>
          </p:cNvPr>
          <p:cNvCxnSpPr>
            <a:cxnSpLocks/>
            <a:stCxn id="47" idx="1"/>
            <a:endCxn id="47" idx="7"/>
          </p:cNvCxnSpPr>
          <p:nvPr/>
        </p:nvCxnSpPr>
        <p:spPr>
          <a:xfrm rot="5400000" flipH="1" flipV="1">
            <a:off x="3810000" y="3562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AE821207-73DC-41ED-AC0E-8618E0D99763}"/>
              </a:ext>
            </a:extLst>
          </p:cNvPr>
          <p:cNvCxnSpPr>
            <a:cxnSpLocks/>
            <a:stCxn id="49" idx="3"/>
            <a:endCxn id="47" idx="4"/>
          </p:cNvCxnSpPr>
          <p:nvPr/>
        </p:nvCxnSpPr>
        <p:spPr>
          <a:xfrm rot="5400000">
            <a:off x="4381546" y="3711790"/>
            <a:ext cx="41816" cy="1184907"/>
          </a:xfrm>
          <a:prstGeom prst="curvedConnector3">
            <a:avLst>
              <a:gd name="adj1" fmla="val 80718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2D4A79FF-EFBE-4B50-95B2-6937B75A737F}"/>
              </a:ext>
            </a:extLst>
          </p:cNvPr>
          <p:cNvCxnSpPr>
            <a:cxnSpLocks/>
            <a:stCxn id="50" idx="7"/>
            <a:endCxn id="50" idx="5"/>
          </p:cNvCxnSpPr>
          <p:nvPr/>
        </p:nvCxnSpPr>
        <p:spPr>
          <a:xfrm rot="16200000" flipH="1">
            <a:off x="6757152" y="4020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BF0048AA-3970-44BB-B3C2-10380B0C7D85}"/>
              </a:ext>
            </a:extLst>
          </p:cNvPr>
          <p:cNvSpPr/>
          <p:nvPr/>
        </p:nvSpPr>
        <p:spPr>
          <a:xfrm>
            <a:off x="2058721"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1" name="Rectangle 60">
            <a:extLst>
              <a:ext uri="{FF2B5EF4-FFF2-40B4-BE49-F238E27FC236}">
                <a16:creationId xmlns:a16="http://schemas.microsoft.com/office/drawing/2014/main" id="{ACBDD9C2-4F1E-485A-8EC5-230B4B748CDD}"/>
              </a:ext>
            </a:extLst>
          </p:cNvPr>
          <p:cNvSpPr/>
          <p:nvPr/>
        </p:nvSpPr>
        <p:spPr>
          <a:xfrm>
            <a:off x="2758440" y="3550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2" name="Rectangle 61">
            <a:extLst>
              <a:ext uri="{FF2B5EF4-FFF2-40B4-BE49-F238E27FC236}">
                <a16:creationId xmlns:a16="http://schemas.microsoft.com/office/drawing/2014/main" id="{D3B28C19-581C-47AB-8226-1ADC2703B483}"/>
              </a:ext>
            </a:extLst>
          </p:cNvPr>
          <p:cNvSpPr/>
          <p:nvPr/>
        </p:nvSpPr>
        <p:spPr>
          <a:xfrm>
            <a:off x="3507797" y="2914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3" name="Rectangle 62">
            <a:extLst>
              <a:ext uri="{FF2B5EF4-FFF2-40B4-BE49-F238E27FC236}">
                <a16:creationId xmlns:a16="http://schemas.microsoft.com/office/drawing/2014/main" id="{43941636-62F8-490C-ABBF-871108F2A145}"/>
              </a:ext>
            </a:extLst>
          </p:cNvPr>
          <p:cNvSpPr/>
          <p:nvPr/>
        </p:nvSpPr>
        <p:spPr>
          <a:xfrm>
            <a:off x="4233159" y="3592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7" name="Rectangle 66">
            <a:extLst>
              <a:ext uri="{FF2B5EF4-FFF2-40B4-BE49-F238E27FC236}">
                <a16:creationId xmlns:a16="http://schemas.microsoft.com/office/drawing/2014/main" id="{67D5C47A-C405-46F9-B869-1AFAC32C98F4}"/>
              </a:ext>
            </a:extLst>
          </p:cNvPr>
          <p:cNvSpPr/>
          <p:nvPr/>
        </p:nvSpPr>
        <p:spPr>
          <a:xfrm>
            <a:off x="4137660" y="4240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9" name="Rectangle 68">
            <a:extLst>
              <a:ext uri="{FF2B5EF4-FFF2-40B4-BE49-F238E27FC236}">
                <a16:creationId xmlns:a16="http://schemas.microsoft.com/office/drawing/2014/main" id="{44E04ADA-C738-419D-8850-DCA5289DBBBE}"/>
              </a:ext>
            </a:extLst>
          </p:cNvPr>
          <p:cNvSpPr/>
          <p:nvPr/>
        </p:nvSpPr>
        <p:spPr>
          <a:xfrm>
            <a:off x="7346898" y="3798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8" name="TextBox 7">
            <a:extLst>
              <a:ext uri="{FF2B5EF4-FFF2-40B4-BE49-F238E27FC236}">
                <a16:creationId xmlns:a16="http://schemas.microsoft.com/office/drawing/2014/main" id="{9E2F589A-C920-4379-B1A6-55137CB979E8}"/>
              </a:ext>
            </a:extLst>
          </p:cNvPr>
          <p:cNvSpPr txBox="1"/>
          <p:nvPr/>
        </p:nvSpPr>
        <p:spPr>
          <a:xfrm>
            <a:off x="289560" y="5105400"/>
            <a:ext cx="7437120" cy="369332"/>
          </a:xfrm>
          <a:prstGeom prst="rect">
            <a:avLst/>
          </a:prstGeom>
          <a:noFill/>
        </p:spPr>
        <p:txBody>
          <a:bodyPr wrap="square" rtlCol="0">
            <a:spAutoFit/>
          </a:bodyPr>
          <a:lstStyle/>
          <a:p>
            <a:r>
              <a:rPr lang="en-US" dirty="0"/>
              <a:t>What happens for the language, </a:t>
            </a:r>
            <a:r>
              <a:rPr lang="en-US" sz="1800" b="1" cap="none" dirty="0">
                <a:latin typeface="+mn-lt"/>
              </a:rPr>
              <a:t>A11 ={w| w does not have substring 011}</a:t>
            </a:r>
            <a:r>
              <a:rPr lang="en-US" sz="1800" cap="none" dirty="0">
                <a:latin typeface="+mn-lt"/>
              </a:rPr>
              <a:t>?</a:t>
            </a:r>
            <a:r>
              <a:rPr lang="en-US" dirty="0"/>
              <a:t> </a:t>
            </a:r>
          </a:p>
        </p:txBody>
      </p:sp>
      <p:sp>
        <p:nvSpPr>
          <p:cNvPr id="71" name="Oval 70">
            <a:extLst>
              <a:ext uri="{FF2B5EF4-FFF2-40B4-BE49-F238E27FC236}">
                <a16:creationId xmlns:a16="http://schemas.microsoft.com/office/drawing/2014/main" id="{F8AB4371-1299-4223-8F15-CC2521F0E2E7}"/>
              </a:ext>
            </a:extLst>
          </p:cNvPr>
          <p:cNvSpPr/>
          <p:nvPr/>
        </p:nvSpPr>
        <p:spPr>
          <a:xfrm>
            <a:off x="2070619" y="3772679"/>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3" name="Oval 72">
            <a:extLst>
              <a:ext uri="{FF2B5EF4-FFF2-40B4-BE49-F238E27FC236}">
                <a16:creationId xmlns:a16="http://schemas.microsoft.com/office/drawing/2014/main" id="{1922065D-4FA4-4C29-BA8A-1053A32F0AB8}"/>
              </a:ext>
            </a:extLst>
          </p:cNvPr>
          <p:cNvSpPr/>
          <p:nvPr/>
        </p:nvSpPr>
        <p:spPr>
          <a:xfrm>
            <a:off x="3531850" y="3787920"/>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4" name="Oval 73">
            <a:extLst>
              <a:ext uri="{FF2B5EF4-FFF2-40B4-BE49-F238E27FC236}">
                <a16:creationId xmlns:a16="http://schemas.microsoft.com/office/drawing/2014/main" id="{BF592451-607D-47F8-8809-B675D4D80769}"/>
              </a:ext>
            </a:extLst>
          </p:cNvPr>
          <p:cNvSpPr/>
          <p:nvPr/>
        </p:nvSpPr>
        <p:spPr>
          <a:xfrm>
            <a:off x="4962667" y="3734039"/>
            <a:ext cx="608613" cy="557381"/>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19E1A1C-BECA-C3D0-90E5-ECBF7CB31E44}"/>
                  </a:ext>
                </a:extLst>
              </p14:cNvPr>
              <p14:cNvContentPartPr/>
              <p14:nvPr/>
            </p14:nvContentPartPr>
            <p14:xfrm>
              <a:off x="2473287" y="-181601"/>
              <a:ext cx="1564200" cy="1711800"/>
            </p14:xfrm>
          </p:contentPart>
        </mc:Choice>
        <mc:Fallback>
          <p:pic>
            <p:nvPicPr>
              <p:cNvPr id="2" name="Ink 1">
                <a:extLst>
                  <a:ext uri="{FF2B5EF4-FFF2-40B4-BE49-F238E27FC236}">
                    <a16:creationId xmlns:a16="http://schemas.microsoft.com/office/drawing/2014/main" id="{F19E1A1C-BECA-C3D0-90E5-ECBF7CB31E44}"/>
                  </a:ext>
                </a:extLst>
              </p:cNvPr>
              <p:cNvPicPr/>
              <p:nvPr/>
            </p:nvPicPr>
            <p:blipFill>
              <a:blip r:embed="rId3"/>
              <a:stretch>
                <a:fillRect/>
              </a:stretch>
            </p:blipFill>
            <p:spPr>
              <a:xfrm>
                <a:off x="2464647" y="-190241"/>
                <a:ext cx="1581840" cy="1729440"/>
              </a:xfrm>
              <a:prstGeom prst="rect">
                <a:avLst/>
              </a:prstGeom>
            </p:spPr>
          </p:pic>
        </mc:Fallback>
      </mc:AlternateContent>
    </p:spTree>
    <p:extLst>
      <p:ext uri="{BB962C8B-B14F-4D97-AF65-F5344CB8AC3E}">
        <p14:creationId xmlns:p14="http://schemas.microsoft.com/office/powerpoint/2010/main" val="94781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down)">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heel(8)">
                                      <p:cBhvr>
                                        <p:cTn id="21" dur="1000"/>
                                        <p:tgtEl>
                                          <p:spTgt spid="3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down)">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heel(8)">
                                      <p:cBhvr>
                                        <p:cTn id="33" dur="1000"/>
                                        <p:tgtEl>
                                          <p:spTgt spid="44"/>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8"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heel(8)">
                                      <p:cBhvr>
                                        <p:cTn id="45" dur="1000"/>
                                        <p:tgtEl>
                                          <p:spTgt spid="48"/>
                                        </p:tgtEl>
                                      </p:cBhvr>
                                    </p:animEffect>
                                  </p:childTnLst>
                                </p:cTn>
                              </p:par>
                            </p:childTnLst>
                          </p:cTn>
                        </p:par>
                        <p:par>
                          <p:cTn id="46" fill="hold">
                            <p:stCondLst>
                              <p:cond delay="1000"/>
                            </p:stCondLst>
                            <p:childTnLst>
                              <p:par>
                                <p:cTn id="47" presetID="1" presetClass="entr" presetSubtype="0" fill="hold" grpId="0" nodeType="after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par>
                          <p:cTn id="49" fill="hold">
                            <p:stCondLst>
                              <p:cond delay="1000"/>
                            </p:stCondLst>
                            <p:childTnLst>
                              <p:par>
                                <p:cTn id="50" presetID="22" presetClass="entr" presetSubtype="4"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9"/>
                                        </p:tgtEl>
                                        <p:attrNameLst>
                                          <p:attrName>style.visibility</p:attrName>
                                        </p:attrNameLst>
                                      </p:cBhvr>
                                      <p:to>
                                        <p:strVal val="visible"/>
                                      </p:to>
                                    </p:set>
                                    <p:animEffect transition="in" filter="wipe(down)">
                                      <p:cBhvr>
                                        <p:cTn id="57" dur="500"/>
                                        <p:tgtEl>
                                          <p:spTgt spid="79"/>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heel(8)">
                                      <p:cBhvr>
                                        <p:cTn id="62" dur="10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wheel(8)">
                                      <p:cBhvr>
                                        <p:cTn id="71" dur="1000"/>
                                        <p:tgtEl>
                                          <p:spTgt spid="85"/>
                                        </p:tgtEl>
                                      </p:cBhvr>
                                    </p:animEffec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1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1" presetClass="entr" presetSubtype="8" fill="hold" nodeType="clickEffect">
                                  <p:stCondLst>
                                    <p:cond delay="0"/>
                                  </p:stCondLst>
                                  <p:childTnLst>
                                    <p:set>
                                      <p:cBhvr>
                                        <p:cTn id="78" dur="1" fill="hold">
                                          <p:stCondLst>
                                            <p:cond delay="0"/>
                                          </p:stCondLst>
                                        </p:cTn>
                                        <p:tgtEl>
                                          <p:spTgt spid="86"/>
                                        </p:tgtEl>
                                        <p:attrNameLst>
                                          <p:attrName>style.visibility</p:attrName>
                                        </p:attrNameLst>
                                      </p:cBhvr>
                                      <p:to>
                                        <p:strVal val="visible"/>
                                      </p:to>
                                    </p:set>
                                    <p:animEffect transition="in" filter="wheel(8)">
                                      <p:cBhvr>
                                        <p:cTn id="79" dur="1000"/>
                                        <p:tgtEl>
                                          <p:spTgt spid="86"/>
                                        </p:tgtEl>
                                      </p:cBhvr>
                                    </p:animEffect>
                                  </p:childTnLst>
                                </p:cTn>
                              </p:par>
                            </p:childTnLst>
                          </p:cTn>
                        </p:par>
                        <p:par>
                          <p:cTn id="80" fill="hold">
                            <p:stCondLst>
                              <p:cond delay="1000"/>
                            </p:stCondLst>
                            <p:childTnLst>
                              <p:par>
                                <p:cTn id="81" presetID="1" presetClass="entr" presetSubtype="0" fill="hold" grpId="0" nodeType="afterEffect">
                                  <p:stCondLst>
                                    <p:cond delay="0"/>
                                  </p:stCondLst>
                                  <p:childTnLst>
                                    <p:set>
                                      <p:cBhvr>
                                        <p:cTn id="82" dur="1" fill="hold">
                                          <p:stCondLst>
                                            <p:cond delay="0"/>
                                          </p:stCondLst>
                                        </p:cTn>
                                        <p:tgtEl>
                                          <p:spTgt spid="1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1" presetClass="entr" presetSubtype="8" fill="hold" nodeType="click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wheel(8)">
                                      <p:cBhvr>
                                        <p:cTn id="87" dur="1000"/>
                                        <p:tgtEl>
                                          <p:spTgt spid="87"/>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1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nodeType="clickEffect">
                                  <p:stCondLst>
                                    <p:cond delay="0"/>
                                  </p:stCondLst>
                                  <p:childTnLst>
                                    <p:set>
                                      <p:cBhvr>
                                        <p:cTn id="98" dur="1" fill="hold">
                                          <p:stCondLst>
                                            <p:cond delay="0"/>
                                          </p:stCondLst>
                                        </p:cTn>
                                        <p:tgtEl>
                                          <p:spTgt spid="51"/>
                                        </p:tgtEl>
                                        <p:attrNameLst>
                                          <p:attrName>style.visibility</p:attrName>
                                        </p:attrNameLst>
                                      </p:cBhvr>
                                      <p:to>
                                        <p:strVal val="visible"/>
                                      </p:to>
                                    </p:set>
                                    <p:anim calcmode="lin" valueType="num">
                                      <p:cBhvr additive="base">
                                        <p:cTn id="99" dur="500" fill="hold"/>
                                        <p:tgtEl>
                                          <p:spTgt spid="51"/>
                                        </p:tgtEl>
                                        <p:attrNameLst>
                                          <p:attrName>ppt_x</p:attrName>
                                        </p:attrNameLst>
                                      </p:cBhvr>
                                      <p:tavLst>
                                        <p:tav tm="0">
                                          <p:val>
                                            <p:strVal val="0-#ppt_w/2"/>
                                          </p:val>
                                        </p:tav>
                                        <p:tav tm="100000">
                                          <p:val>
                                            <p:strVal val="#ppt_x"/>
                                          </p:val>
                                        </p:tav>
                                      </p:tavLst>
                                    </p:anim>
                                    <p:anim calcmode="lin" valueType="num">
                                      <p:cBhvr additive="base">
                                        <p:cTn id="100" dur="500" fill="hold"/>
                                        <p:tgtEl>
                                          <p:spTgt spid="51"/>
                                        </p:tgtEl>
                                        <p:attrNameLst>
                                          <p:attrName>ppt_y</p:attrName>
                                        </p:attrNameLst>
                                      </p:cBhvr>
                                      <p:tavLst>
                                        <p:tav tm="0">
                                          <p:val>
                                            <p:strVal val="#ppt_y"/>
                                          </p:val>
                                        </p:tav>
                                        <p:tav tm="100000">
                                          <p:val>
                                            <p:strVal val="#ppt_y"/>
                                          </p:val>
                                        </p:tav>
                                      </p:tavLst>
                                    </p:anim>
                                  </p:childTnLst>
                                </p:cTn>
                              </p:par>
                            </p:childTnLst>
                          </p:cTn>
                        </p:par>
                        <p:par>
                          <p:cTn id="101" fill="hold">
                            <p:stCondLst>
                              <p:cond delay="500"/>
                            </p:stCondLst>
                            <p:childTnLst>
                              <p:par>
                                <p:cTn id="102" presetID="22" presetClass="entr" presetSubtype="4" fill="hold" grpId="0" nodeType="after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wipe(down)">
                                      <p:cBhvr>
                                        <p:cTn id="104" dur="5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107" presetID="21" presetClass="entr" presetSubtype="8" fill="hold" nodeType="click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wheel(8)">
                                      <p:cBhvr>
                                        <p:cTn id="109" dur="1000"/>
                                        <p:tgtEl>
                                          <p:spTgt spid="52"/>
                                        </p:tgtEl>
                                      </p:cBhvr>
                                    </p:animEffect>
                                  </p:childTnLst>
                                </p:cTn>
                              </p:par>
                            </p:childTnLst>
                          </p:cTn>
                        </p:par>
                        <p:par>
                          <p:cTn id="110" fill="hold">
                            <p:stCondLst>
                              <p:cond delay="1000"/>
                            </p:stCondLst>
                            <p:childTnLst>
                              <p:par>
                                <p:cTn id="111" presetID="1" presetClass="entr" presetSubtype="0" fill="hold" grpId="0" nodeType="afterEffect">
                                  <p:stCondLst>
                                    <p:cond delay="0"/>
                                  </p:stCondLst>
                                  <p:childTnLst>
                                    <p:set>
                                      <p:cBhvr>
                                        <p:cTn id="112" dur="1" fill="hold">
                                          <p:stCondLst>
                                            <p:cond delay="0"/>
                                          </p:stCondLst>
                                        </p:cTn>
                                        <p:tgtEl>
                                          <p:spTgt spid="61"/>
                                        </p:tgtEl>
                                        <p:attrNameLst>
                                          <p:attrName>style.visibility</p:attrName>
                                        </p:attrNameLst>
                                      </p:cBhvr>
                                      <p:to>
                                        <p:strVal val="visible"/>
                                      </p:to>
                                    </p:set>
                                  </p:childTnLst>
                                </p:cTn>
                              </p:par>
                            </p:childTnLst>
                          </p:cTn>
                        </p:par>
                        <p:par>
                          <p:cTn id="113" fill="hold">
                            <p:stCondLst>
                              <p:cond delay="1000"/>
                            </p:stCondLst>
                            <p:childTnLst>
                              <p:par>
                                <p:cTn id="114" presetID="22" presetClass="entr" presetSubtype="4" fill="hold" grpId="0" nodeType="afterEffect">
                                  <p:stCondLst>
                                    <p:cond delay="0"/>
                                  </p:stCondLst>
                                  <p:childTnLst>
                                    <p:set>
                                      <p:cBhvr>
                                        <p:cTn id="115" dur="1" fill="hold">
                                          <p:stCondLst>
                                            <p:cond delay="0"/>
                                          </p:stCondLst>
                                        </p:cTn>
                                        <p:tgtEl>
                                          <p:spTgt spid="47"/>
                                        </p:tgtEl>
                                        <p:attrNameLst>
                                          <p:attrName>style.visibility</p:attrName>
                                        </p:attrNameLst>
                                      </p:cBhvr>
                                      <p:to>
                                        <p:strVal val="visible"/>
                                      </p:to>
                                    </p:set>
                                    <p:animEffect transition="in" filter="wipe(down)">
                                      <p:cBhvr>
                                        <p:cTn id="116" dur="5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wheel(8)">
                                      <p:cBhvr>
                                        <p:cTn id="121" dur="1000"/>
                                        <p:tgtEl>
                                          <p:spTgt spid="53"/>
                                        </p:tgtEl>
                                      </p:cBhvr>
                                    </p:animEffect>
                                  </p:childTnLst>
                                </p:cTn>
                              </p:par>
                            </p:childTnLst>
                          </p:cTn>
                        </p:par>
                        <p:par>
                          <p:cTn id="122" fill="hold">
                            <p:stCondLst>
                              <p:cond delay="1000"/>
                            </p:stCondLst>
                            <p:childTnLst>
                              <p:par>
                                <p:cTn id="123" presetID="1" presetClass="entr" presetSubtype="0" fill="hold" grpId="0" nodeType="afterEffect">
                                  <p:stCondLst>
                                    <p:cond delay="0"/>
                                  </p:stCondLst>
                                  <p:childTnLst>
                                    <p:set>
                                      <p:cBhvr>
                                        <p:cTn id="124" dur="1" fill="hold">
                                          <p:stCondLst>
                                            <p:cond delay="0"/>
                                          </p:stCondLst>
                                        </p:cTn>
                                        <p:tgtEl>
                                          <p:spTgt spid="63"/>
                                        </p:tgtEl>
                                        <p:attrNameLst>
                                          <p:attrName>style.visibility</p:attrName>
                                        </p:attrNameLst>
                                      </p:cBhvr>
                                      <p:to>
                                        <p:strVal val="visible"/>
                                      </p:to>
                                    </p:set>
                                  </p:childTnLst>
                                </p:cTn>
                              </p:par>
                            </p:childTnLst>
                          </p:cTn>
                        </p:par>
                        <p:par>
                          <p:cTn id="125" fill="hold">
                            <p:stCondLst>
                              <p:cond delay="1000"/>
                            </p:stCondLst>
                            <p:childTnLst>
                              <p:par>
                                <p:cTn id="126" presetID="22" presetClass="entr" presetSubtype="4" fill="hold" grpId="0" nodeType="after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wipe(down)">
                                      <p:cBhvr>
                                        <p:cTn id="128" dur="500"/>
                                        <p:tgtEl>
                                          <p:spTgt spid="49"/>
                                        </p:tgtEl>
                                      </p:cBhvr>
                                    </p:animEffect>
                                  </p:childTnLst>
                                </p:cTn>
                              </p:par>
                            </p:childTnLst>
                          </p:cTn>
                        </p:par>
                      </p:childTnLst>
                    </p:cTn>
                  </p:par>
                  <p:par>
                    <p:cTn id="129" fill="hold">
                      <p:stCondLst>
                        <p:cond delay="indefinite"/>
                      </p:stCondLst>
                      <p:childTnLst>
                        <p:par>
                          <p:cTn id="130" fill="hold">
                            <p:stCondLst>
                              <p:cond delay="0"/>
                            </p:stCondLst>
                            <p:childTnLst>
                              <p:par>
                                <p:cTn id="131" presetID="21" presetClass="entr" presetSubtype="8"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heel(8)">
                                      <p:cBhvr>
                                        <p:cTn id="133" dur="1000"/>
                                        <p:tgtEl>
                                          <p:spTgt spid="54"/>
                                        </p:tgtEl>
                                      </p:cBhvr>
                                    </p:animEffect>
                                  </p:childTnLst>
                                </p:cTn>
                              </p:par>
                            </p:childTnLst>
                          </p:cTn>
                        </p:par>
                        <p:par>
                          <p:cTn id="134" fill="hold">
                            <p:stCondLst>
                              <p:cond delay="1000"/>
                            </p:stCondLst>
                            <p:childTnLst>
                              <p:par>
                                <p:cTn id="135" presetID="1" presetClass="entr" presetSubtype="0" fill="hold" grpId="0" nodeType="after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childTnLst>
                          </p:cTn>
                        </p:par>
                        <p:par>
                          <p:cTn id="137" fill="hold">
                            <p:stCondLst>
                              <p:cond delay="1000"/>
                            </p:stCondLst>
                            <p:childTnLst>
                              <p:par>
                                <p:cTn id="138" presetID="22" presetClass="entr" presetSubtype="4" fill="hold" grpId="0" nodeType="after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wipe(down)">
                                      <p:cBhvr>
                                        <p:cTn id="140" dur="500"/>
                                        <p:tgtEl>
                                          <p:spTgt spid="50"/>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55"/>
                                        </p:tgtEl>
                                        <p:attrNameLst>
                                          <p:attrName>style.visibility</p:attrName>
                                        </p:attrNameLst>
                                      </p:cBhvr>
                                      <p:to>
                                        <p:strVal val="visible"/>
                                      </p:to>
                                    </p:set>
                                    <p:animEffect transition="in" filter="wipe(down)">
                                      <p:cBhvr>
                                        <p:cTn id="145" dur="500"/>
                                        <p:tgtEl>
                                          <p:spTgt spid="55"/>
                                        </p:tgtEl>
                                      </p:cBhvr>
                                    </p:animEffect>
                                  </p:childTnLst>
                                </p:cTn>
                              </p:par>
                            </p:childTnLst>
                          </p:cTn>
                        </p:par>
                      </p:childTnLst>
                    </p:cTn>
                  </p:par>
                  <p:par>
                    <p:cTn id="146" fill="hold">
                      <p:stCondLst>
                        <p:cond delay="indefinite"/>
                      </p:stCondLst>
                      <p:childTnLst>
                        <p:par>
                          <p:cTn id="147" fill="hold">
                            <p:stCondLst>
                              <p:cond delay="0"/>
                            </p:stCondLst>
                            <p:childTnLst>
                              <p:par>
                                <p:cTn id="148" presetID="21" presetClass="entr" presetSubtype="8" fill="hold" nodeType="clickEffect">
                                  <p:stCondLst>
                                    <p:cond delay="0"/>
                                  </p:stCondLst>
                                  <p:childTnLst>
                                    <p:set>
                                      <p:cBhvr>
                                        <p:cTn id="149" dur="1" fill="hold">
                                          <p:stCondLst>
                                            <p:cond delay="0"/>
                                          </p:stCondLst>
                                        </p:cTn>
                                        <p:tgtEl>
                                          <p:spTgt spid="59"/>
                                        </p:tgtEl>
                                        <p:attrNameLst>
                                          <p:attrName>style.visibility</p:attrName>
                                        </p:attrNameLst>
                                      </p:cBhvr>
                                      <p:to>
                                        <p:strVal val="visible"/>
                                      </p:to>
                                    </p:set>
                                    <p:animEffect transition="in" filter="wheel(8)">
                                      <p:cBhvr>
                                        <p:cTn id="150" dur="1000"/>
                                        <p:tgtEl>
                                          <p:spTgt spid="59"/>
                                        </p:tgtEl>
                                      </p:cBhvr>
                                    </p:animEffec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1" presetClass="entr" presetSubtype="8" fill="hold" nodeType="click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wheel(8)">
                                      <p:cBhvr>
                                        <p:cTn id="159" dur="1000"/>
                                        <p:tgtEl>
                                          <p:spTgt spid="56"/>
                                        </p:tgtEl>
                                      </p:cBhvr>
                                    </p:animEffect>
                                  </p:childTnLst>
                                </p:cTn>
                              </p:par>
                            </p:childTnLst>
                          </p:cTn>
                        </p:par>
                        <p:par>
                          <p:cTn id="160" fill="hold">
                            <p:stCondLst>
                              <p:cond delay="1000"/>
                            </p:stCondLst>
                            <p:childTnLst>
                              <p:par>
                                <p:cTn id="161" presetID="1" presetClass="entr" presetSubtype="0" fill="hold" grpId="0" nodeType="after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1" presetClass="entr" presetSubtype="8" fill="hold" nodeType="click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wheel(8)">
                                      <p:cBhvr>
                                        <p:cTn id="167" dur="1000"/>
                                        <p:tgtEl>
                                          <p:spTgt spid="57"/>
                                        </p:tgtEl>
                                      </p:cBhvr>
                                    </p:animEffect>
                                  </p:childTnLst>
                                </p:cTn>
                              </p:par>
                            </p:childTnLst>
                          </p:cTn>
                        </p:par>
                        <p:par>
                          <p:cTn id="168" fill="hold">
                            <p:stCondLst>
                              <p:cond delay="1000"/>
                            </p:stCondLst>
                            <p:childTnLst>
                              <p:par>
                                <p:cTn id="169" presetID="1" presetClass="entr" presetSubtype="0" fill="hold" grpId="0" nodeType="afterEffect">
                                  <p:stCondLst>
                                    <p:cond delay="0"/>
                                  </p:stCondLst>
                                  <p:childTnLst>
                                    <p:set>
                                      <p:cBhvr>
                                        <p:cTn id="170" dur="1" fill="hold">
                                          <p:stCondLst>
                                            <p:cond delay="0"/>
                                          </p:stCondLst>
                                        </p:cTn>
                                        <p:tgtEl>
                                          <p:spTgt spid="6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1" presetClass="entr" presetSubtype="8" fill="hold" nodeType="click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wheel(8)">
                                      <p:cBhvr>
                                        <p:cTn id="175" dur="1000"/>
                                        <p:tgtEl>
                                          <p:spTgt spid="58"/>
                                        </p:tgtEl>
                                      </p:cBhvr>
                                    </p:animEffect>
                                  </p:childTnLst>
                                </p:cTn>
                              </p:par>
                            </p:childTnLst>
                          </p:cTn>
                        </p:par>
                        <p:par>
                          <p:cTn id="176" fill="hold">
                            <p:stCondLst>
                              <p:cond delay="1000"/>
                            </p:stCondLst>
                            <p:childTnLst>
                              <p:par>
                                <p:cTn id="177" presetID="1" presetClass="entr" presetSubtype="0" fill="hold" grpId="0" nodeType="afterEffect">
                                  <p:stCondLst>
                                    <p:cond delay="0"/>
                                  </p:stCondLst>
                                  <p:childTnLst>
                                    <p:set>
                                      <p:cBhvr>
                                        <p:cTn id="178" dur="1" fill="hold">
                                          <p:stCondLst>
                                            <p:cond delay="0"/>
                                          </p:stCondLst>
                                        </p:cTn>
                                        <p:tgtEl>
                                          <p:spTgt spid="67"/>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22" presetClass="exit" presetSubtype="4" fill="hold" grpId="1" nodeType="clickEffect">
                                  <p:stCondLst>
                                    <p:cond delay="0"/>
                                  </p:stCondLst>
                                  <p:childTnLst>
                                    <p:animEffect transition="out" filter="wipe(down)">
                                      <p:cBhvr>
                                        <p:cTn id="186" dur="500"/>
                                        <p:tgtEl>
                                          <p:spTgt spid="55"/>
                                        </p:tgtEl>
                                      </p:cBhvr>
                                    </p:animEffect>
                                    <p:set>
                                      <p:cBhvr>
                                        <p:cTn id="187" dur="1" fill="hold">
                                          <p:stCondLst>
                                            <p:cond delay="499"/>
                                          </p:stCondLst>
                                        </p:cTn>
                                        <p:tgtEl>
                                          <p:spTgt spid="55"/>
                                        </p:tgtEl>
                                        <p:attrNameLst>
                                          <p:attrName>style.visibility</p:attrName>
                                        </p:attrNameLst>
                                      </p:cBhvr>
                                      <p:to>
                                        <p:strVal val="hidden"/>
                                      </p:to>
                                    </p:set>
                                  </p:childTnLst>
                                </p:cTn>
                              </p:par>
                            </p:childTnLst>
                          </p:cTn>
                        </p:par>
                      </p:childTnLst>
                    </p:cTn>
                  </p:par>
                  <p:par>
                    <p:cTn id="188" fill="hold">
                      <p:stCondLst>
                        <p:cond delay="indefinite"/>
                      </p:stCondLst>
                      <p:childTnLst>
                        <p:par>
                          <p:cTn id="189" fill="hold">
                            <p:stCondLst>
                              <p:cond delay="0"/>
                            </p:stCondLst>
                            <p:childTnLst>
                              <p:par>
                                <p:cTn id="190" presetID="22" presetClass="entr" presetSubtype="4" fill="hold" grpId="0" nodeType="clickEffect">
                                  <p:stCondLst>
                                    <p:cond delay="0"/>
                                  </p:stCondLst>
                                  <p:childTnLst>
                                    <p:set>
                                      <p:cBhvr>
                                        <p:cTn id="191" dur="1" fill="hold">
                                          <p:stCondLst>
                                            <p:cond delay="0"/>
                                          </p:stCondLst>
                                        </p:cTn>
                                        <p:tgtEl>
                                          <p:spTgt spid="71"/>
                                        </p:tgtEl>
                                        <p:attrNameLst>
                                          <p:attrName>style.visibility</p:attrName>
                                        </p:attrNameLst>
                                      </p:cBhvr>
                                      <p:to>
                                        <p:strVal val="visible"/>
                                      </p:to>
                                    </p:set>
                                    <p:animEffect transition="in" filter="wipe(down)">
                                      <p:cBhvr>
                                        <p:cTn id="192" dur="500"/>
                                        <p:tgtEl>
                                          <p:spTgt spid="71"/>
                                        </p:tgtEl>
                                      </p:cBhvr>
                                    </p:animEffect>
                                  </p:childTnLst>
                                </p:cTn>
                              </p:par>
                            </p:childTnLst>
                          </p:cTn>
                        </p:par>
                        <p:par>
                          <p:cTn id="193" fill="hold">
                            <p:stCondLst>
                              <p:cond delay="500"/>
                            </p:stCondLst>
                            <p:childTnLst>
                              <p:par>
                                <p:cTn id="194" presetID="22" presetClass="entr" presetSubtype="4" fill="hold" grpId="0" nodeType="afterEffect">
                                  <p:stCondLst>
                                    <p:cond delay="0"/>
                                  </p:stCondLst>
                                  <p:childTnLst>
                                    <p:set>
                                      <p:cBhvr>
                                        <p:cTn id="195" dur="1" fill="hold">
                                          <p:stCondLst>
                                            <p:cond delay="0"/>
                                          </p:stCondLst>
                                        </p:cTn>
                                        <p:tgtEl>
                                          <p:spTgt spid="73"/>
                                        </p:tgtEl>
                                        <p:attrNameLst>
                                          <p:attrName>style.visibility</p:attrName>
                                        </p:attrNameLst>
                                      </p:cBhvr>
                                      <p:to>
                                        <p:strVal val="visible"/>
                                      </p:to>
                                    </p:set>
                                    <p:animEffect transition="in" filter="wipe(down)">
                                      <p:cBhvr>
                                        <p:cTn id="196" dur="500"/>
                                        <p:tgtEl>
                                          <p:spTgt spid="73"/>
                                        </p:tgtEl>
                                      </p:cBhvr>
                                    </p:animEffect>
                                  </p:childTnLst>
                                </p:cTn>
                              </p:par>
                            </p:childTnLst>
                          </p:cTn>
                        </p:par>
                        <p:par>
                          <p:cTn id="197" fill="hold">
                            <p:stCondLst>
                              <p:cond delay="1000"/>
                            </p:stCondLst>
                            <p:childTnLst>
                              <p:par>
                                <p:cTn id="198" presetID="22" presetClass="entr" presetSubtype="4" fill="hold" grpId="0" nodeType="afterEffect">
                                  <p:stCondLst>
                                    <p:cond delay="0"/>
                                  </p:stCondLst>
                                  <p:childTnLst>
                                    <p:set>
                                      <p:cBhvr>
                                        <p:cTn id="199" dur="1" fill="hold">
                                          <p:stCondLst>
                                            <p:cond delay="0"/>
                                          </p:stCondLst>
                                        </p:cTn>
                                        <p:tgtEl>
                                          <p:spTgt spid="74"/>
                                        </p:tgtEl>
                                        <p:attrNameLst>
                                          <p:attrName>style.visibility</p:attrName>
                                        </p:attrNameLst>
                                      </p:cBhvr>
                                      <p:to>
                                        <p:strVal val="visible"/>
                                      </p:to>
                                    </p:set>
                                    <p:animEffect transition="in" filter="wipe(down)">
                                      <p:cBhvr>
                                        <p:cTn id="20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6" grpId="0" animBg="1"/>
      <p:bldP spid="68" grpId="0" animBg="1"/>
      <p:bldP spid="70" grpId="0" animBg="1"/>
      <p:bldP spid="72" grpId="0" animBg="1"/>
      <p:bldP spid="12" grpId="0" animBg="1"/>
      <p:bldP spid="75" grpId="0" animBg="1"/>
      <p:bldP spid="79" grpId="0" animBg="1"/>
      <p:bldP spid="121" grpId="0"/>
      <p:bldP spid="122" grpId="0"/>
      <p:bldP spid="123" grpId="0"/>
      <p:bldP spid="124" grpId="0"/>
      <p:bldP spid="125" grpId="0"/>
      <p:bldP spid="127" grpId="0"/>
      <p:bldP spid="45" grpId="0"/>
      <p:bldP spid="46" grpId="0" animBg="1"/>
      <p:bldP spid="47" grpId="0" animBg="1"/>
      <p:bldP spid="49" grpId="0" animBg="1"/>
      <p:bldP spid="50" grpId="0" animBg="1"/>
      <p:bldP spid="55" grpId="0" animBg="1"/>
      <p:bldP spid="55" grpId="1" animBg="1"/>
      <p:bldP spid="60" grpId="0"/>
      <p:bldP spid="61" grpId="0"/>
      <p:bldP spid="62" grpId="0"/>
      <p:bldP spid="63" grpId="0"/>
      <p:bldP spid="67" grpId="0"/>
      <p:bldP spid="69" grpId="0"/>
      <p:bldP spid="8" grpId="0"/>
      <p:bldP spid="71" grpId="0" animBg="1"/>
      <p:bldP spid="73" grpId="0" animBg="1"/>
      <p:bldP spid="7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Practice the exercises</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a:t>
            </a:r>
          </a:p>
          <a:p>
            <a:pPr lvl="1"/>
            <a:r>
              <a:rPr lang="en-US" dirty="0">
                <a:hlinkClick r:id="rId2" action="ppaction://hlinkfile"/>
              </a:rPr>
              <a:t>DFA</a:t>
            </a:r>
            <a:r>
              <a:rPr lang="en-US" dirty="0"/>
              <a:t>;  </a:t>
            </a:r>
            <a:r>
              <a:rPr lang="en-US" dirty="0">
                <a:hlinkClick r:id="rId3" action="ppaction://hlinkfile"/>
              </a:rPr>
              <a:t>All Exercises</a:t>
            </a:r>
            <a:r>
              <a:rPr lang="en-US" dirty="0"/>
              <a:t>; </a:t>
            </a:r>
          </a:p>
          <a:p>
            <a:r>
              <a:rPr lang="en-US" dirty="0"/>
              <a:t>Elements of the Theory of Computation, Papadimitriou (2</a:t>
            </a:r>
            <a:r>
              <a:rPr lang="en-US" baseline="30000" dirty="0"/>
              <a:t>nd</a:t>
            </a:r>
            <a:r>
              <a:rPr lang="en-US" dirty="0"/>
              <a:t> ed), </a:t>
            </a:r>
            <a:r>
              <a:rPr lang="en-US" dirty="0">
                <a:hlinkClick r:id="rId4" action="ppaction://hlinkfile"/>
              </a:rPr>
              <a:t>Chapter 1</a:t>
            </a:r>
            <a:r>
              <a:rPr lang="en-US" dirty="0"/>
              <a:t>.</a:t>
            </a:r>
          </a:p>
          <a:p>
            <a:endParaRPr lang="en-US" dirty="0"/>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AD9D4DA7-99FE-4971-872D-FB51908D2026}" vid="{9C633EB9-AA04-4F76-AA21-0C5D03FB0A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BB16F44-E7BD-4D08-803A-6EC5AB781010}">
  <ds:schemaRefs>
    <ds:schemaRef ds:uri="http://schemas.microsoft.com/sharepoint/v3/contenttype/forms"/>
  </ds:schemaRefs>
</ds:datastoreItem>
</file>

<file path=customXml/itemProps2.xml><?xml version="1.0" encoding="utf-8"?>
<ds:datastoreItem xmlns:ds="http://schemas.openxmlformats.org/officeDocument/2006/customXml" ds:itemID="{3047CA49-64C2-405B-A143-9BBFF91C71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3F30D5-99B0-4251-B6D2-5F3756B59D3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1026</TotalTime>
  <Words>2862</Words>
  <Application>Microsoft Office PowerPoint</Application>
  <PresentationFormat>On-screen Show (4:3)</PresentationFormat>
  <Paragraphs>441</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Black</vt:lpstr>
      <vt:lpstr>Arial Narrow</vt:lpstr>
      <vt:lpstr>Bookman Old Style</vt:lpstr>
      <vt:lpstr>Calibri</vt:lpstr>
      <vt:lpstr>Corbel</vt:lpstr>
      <vt:lpstr>Symbol</vt:lpstr>
      <vt:lpstr>Wingdings</vt:lpstr>
      <vt:lpstr>AIUB 2020</vt:lpstr>
      <vt:lpstr>Deterministic Finite Automaton (DFA)</vt:lpstr>
      <vt:lpstr>PowerPoint Presentation</vt:lpstr>
      <vt:lpstr>PowerPoint Presentation</vt:lpstr>
      <vt:lpstr>PowerPoint Presentation</vt:lpstr>
      <vt:lpstr>PowerPoint Presentation</vt:lpstr>
      <vt:lpstr>PowerPoint Presentation</vt:lpstr>
      <vt:lpstr>Automatic Door</vt:lpstr>
      <vt:lpstr>PowerPoint Presentation</vt:lpstr>
      <vt:lpstr>Machine Models</vt:lpstr>
      <vt:lpstr>Machine Model</vt:lpstr>
      <vt:lpstr>PowerPoint Presentation</vt:lpstr>
      <vt:lpstr>PowerPoint Presentation</vt:lpstr>
      <vt:lpstr>PowerPoint Presentation</vt:lpstr>
      <vt:lpstr>PowerPoint Presentation</vt:lpstr>
      <vt:lpstr>Formal Definition for Machine M1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EYAMIN KHAN EMON</cp:lastModifiedBy>
  <cp:revision>157</cp:revision>
  <dcterms:created xsi:type="dcterms:W3CDTF">2020-07-03T15:11:23Z</dcterms:created>
  <dcterms:modified xsi:type="dcterms:W3CDTF">2025-07-28T18:36:29Z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