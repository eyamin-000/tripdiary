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2"/>
  </p:notesMasterIdLst>
  <p:sldIdLst>
    <p:sldId id="256" r:id="rId2"/>
    <p:sldId id="296" r:id="rId3"/>
    <p:sldId id="293" r:id="rId4"/>
    <p:sldId id="294" r:id="rId5"/>
    <p:sldId id="298" r:id="rId6"/>
    <p:sldId id="303" r:id="rId7"/>
    <p:sldId id="304" r:id="rId8"/>
    <p:sldId id="306" r:id="rId9"/>
    <p:sldId id="307" r:id="rId10"/>
    <p:sldId id="308" r:id="rId11"/>
    <p:sldId id="312" r:id="rId12"/>
    <p:sldId id="313" r:id="rId13"/>
    <p:sldId id="314" r:id="rId14"/>
    <p:sldId id="315" r:id="rId15"/>
    <p:sldId id="310" r:id="rId16"/>
    <p:sldId id="309" r:id="rId17"/>
    <p:sldId id="299" r:id="rId18"/>
    <p:sldId id="300" r:id="rId19"/>
    <p:sldId id="316" r:id="rId20"/>
    <p:sldId id="31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AF367-3BB9-4B68-8A25-414D67E4BC95}" v="18" dt="2025-03-03T16:37:34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1F4AF367-3BB9-4B68-8A25-414D67E4BC95}"/>
    <pc:docChg chg="custSel modSld">
      <pc:chgData name="Saikat Baul" userId="dae859d7-ea3e-4a5d-83a1-d953f3940120" providerId="ADAL" clId="{1F4AF367-3BB9-4B68-8A25-414D67E4BC95}" dt="2025-03-03T16:38:59.215" v="62" actId="20577"/>
      <pc:docMkLst>
        <pc:docMk/>
      </pc:docMkLst>
      <pc:sldChg chg="delSp modSp mod">
        <pc:chgData name="Saikat Baul" userId="dae859d7-ea3e-4a5d-83a1-d953f3940120" providerId="ADAL" clId="{1F4AF367-3BB9-4B68-8A25-414D67E4BC95}" dt="2025-03-03T16:34:47.468" v="10" actId="1076"/>
        <pc:sldMkLst>
          <pc:docMk/>
          <pc:sldMk cId="2664565021" sldId="256"/>
        </pc:sldMkLst>
        <pc:spChg chg="mod">
          <ac:chgData name="Saikat Baul" userId="dae859d7-ea3e-4a5d-83a1-d953f3940120" providerId="ADAL" clId="{1F4AF367-3BB9-4B68-8A25-414D67E4BC95}" dt="2025-03-03T16:34:47.468" v="10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Saikat Baul" userId="dae859d7-ea3e-4a5d-83a1-d953f3940120" providerId="ADAL" clId="{1F4AF367-3BB9-4B68-8A25-414D67E4BC95}" dt="2025-03-03T16:34:14.638" v="4" actId="478"/>
          <ac:picMkLst>
            <pc:docMk/>
            <pc:sldMk cId="2664565021" sldId="256"/>
            <ac:picMk id="25" creationId="{50ADB631-A102-4E27-9E4F-8BEAA32309AE}"/>
          </ac:picMkLst>
        </pc:picChg>
        <pc:picChg chg="del">
          <ac:chgData name="Saikat Baul" userId="dae859d7-ea3e-4a5d-83a1-d953f3940120" providerId="ADAL" clId="{1F4AF367-3BB9-4B68-8A25-414D67E4BC95}" dt="2025-03-03T16:34:20.793" v="6" actId="478"/>
          <ac:picMkLst>
            <pc:docMk/>
            <pc:sldMk cId="2664565021" sldId="256"/>
            <ac:picMk id="26" creationId="{5178D95F-BBA9-4DB7-8929-D0378B8248EA}"/>
          </ac:picMkLst>
        </pc:picChg>
        <pc:picChg chg="del">
          <ac:chgData name="Saikat Baul" userId="dae859d7-ea3e-4a5d-83a1-d953f3940120" providerId="ADAL" clId="{1F4AF367-3BB9-4B68-8A25-414D67E4BC95}" dt="2025-03-03T16:34:18.421" v="5" actId="478"/>
          <ac:picMkLst>
            <pc:docMk/>
            <pc:sldMk cId="2664565021" sldId="256"/>
            <ac:picMk id="27" creationId="{6C55067C-425B-4011-BE53-FC42477C2FFE}"/>
          </ac:picMkLst>
        </pc:picChg>
      </pc:sldChg>
      <pc:sldChg chg="addSp delSp modSp mod">
        <pc:chgData name="Saikat Baul" userId="dae859d7-ea3e-4a5d-83a1-d953f3940120" providerId="ADAL" clId="{1F4AF367-3BB9-4B68-8A25-414D67E4BC95}" dt="2025-03-03T16:35:19.636" v="19"/>
        <pc:sldMkLst>
          <pc:docMk/>
          <pc:sldMk cId="2237313909" sldId="293"/>
        </pc:sldMkLst>
        <pc:spChg chg="add mod">
          <ac:chgData name="Saikat Baul" userId="dae859d7-ea3e-4a5d-83a1-d953f3940120" providerId="ADAL" clId="{1F4AF367-3BB9-4B68-8A25-414D67E4BC95}" dt="2025-03-03T16:35:19.636" v="19"/>
          <ac:spMkLst>
            <pc:docMk/>
            <pc:sldMk cId="2237313909" sldId="293"/>
            <ac:spMk id="4" creationId="{CE69447C-9FE7-C80A-77D1-FF39E68E15AF}"/>
          </ac:spMkLst>
        </pc:spChg>
        <pc:spChg chg="del">
          <ac:chgData name="Saikat Baul" userId="dae859d7-ea3e-4a5d-83a1-d953f3940120" providerId="ADAL" clId="{1F4AF367-3BB9-4B68-8A25-414D67E4BC95}" dt="2025-03-03T16:35:18.937" v="18" actId="478"/>
          <ac:spMkLst>
            <pc:docMk/>
            <pc:sldMk cId="2237313909" sldId="293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5:26.881" v="21"/>
        <pc:sldMkLst>
          <pc:docMk/>
          <pc:sldMk cId="1103462813" sldId="294"/>
        </pc:sldMkLst>
        <pc:spChg chg="add mod">
          <ac:chgData name="Saikat Baul" userId="dae859d7-ea3e-4a5d-83a1-d953f3940120" providerId="ADAL" clId="{1F4AF367-3BB9-4B68-8A25-414D67E4BC95}" dt="2025-03-03T16:35:26.881" v="21"/>
          <ac:spMkLst>
            <pc:docMk/>
            <pc:sldMk cId="1103462813" sldId="294"/>
            <ac:spMk id="4" creationId="{785ECF02-418E-AA9D-644F-63BCB2FAA423}"/>
          </ac:spMkLst>
        </pc:spChg>
        <pc:spChg chg="del">
          <ac:chgData name="Saikat Baul" userId="dae859d7-ea3e-4a5d-83a1-d953f3940120" providerId="ADAL" clId="{1F4AF367-3BB9-4B68-8A25-414D67E4BC95}" dt="2025-03-03T16:35:25.886" v="20" actId="478"/>
          <ac:spMkLst>
            <pc:docMk/>
            <pc:sldMk cId="1103462813" sldId="294"/>
            <ac:spMk id="6" creationId="{00000000-0000-0000-0000-000000000000}"/>
          </ac:spMkLst>
        </pc:spChg>
      </pc:sldChg>
      <pc:sldChg chg="modSp mod">
        <pc:chgData name="Saikat Baul" userId="dae859d7-ea3e-4a5d-83a1-d953f3940120" providerId="ADAL" clId="{1F4AF367-3BB9-4B68-8A25-414D67E4BC95}" dt="2025-03-03T16:35:09.043" v="17" actId="122"/>
        <pc:sldMkLst>
          <pc:docMk/>
          <pc:sldMk cId="3411684674" sldId="296"/>
        </pc:sldMkLst>
        <pc:spChg chg="mod">
          <ac:chgData name="Saikat Baul" userId="dae859d7-ea3e-4a5d-83a1-d953f3940120" providerId="ADAL" clId="{1F4AF367-3BB9-4B68-8A25-414D67E4BC95}" dt="2025-03-03T16:35:09.043" v="17" actId="122"/>
          <ac:spMkLst>
            <pc:docMk/>
            <pc:sldMk cId="3411684674" sldId="296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5:32.318" v="23"/>
        <pc:sldMkLst>
          <pc:docMk/>
          <pc:sldMk cId="1970434858" sldId="298"/>
        </pc:sldMkLst>
        <pc:spChg chg="add mod">
          <ac:chgData name="Saikat Baul" userId="dae859d7-ea3e-4a5d-83a1-d953f3940120" providerId="ADAL" clId="{1F4AF367-3BB9-4B68-8A25-414D67E4BC95}" dt="2025-03-03T16:35:32.318" v="23"/>
          <ac:spMkLst>
            <pc:docMk/>
            <pc:sldMk cId="1970434858" sldId="298"/>
            <ac:spMk id="4" creationId="{CB2EABD0-BB7A-FF19-DB2C-C94050D8E93E}"/>
          </ac:spMkLst>
        </pc:spChg>
        <pc:spChg chg="del">
          <ac:chgData name="Saikat Baul" userId="dae859d7-ea3e-4a5d-83a1-d953f3940120" providerId="ADAL" clId="{1F4AF367-3BB9-4B68-8A25-414D67E4BC95}" dt="2025-03-03T16:35:31.257" v="22" actId="478"/>
          <ac:spMkLst>
            <pc:docMk/>
            <pc:sldMk cId="1970434858" sldId="298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7:20.182" v="47"/>
        <pc:sldMkLst>
          <pc:docMk/>
          <pc:sldMk cId="2743092081" sldId="299"/>
        </pc:sldMkLst>
        <pc:spChg chg="add mod">
          <ac:chgData name="Saikat Baul" userId="dae859d7-ea3e-4a5d-83a1-d953f3940120" providerId="ADAL" clId="{1F4AF367-3BB9-4B68-8A25-414D67E4BC95}" dt="2025-03-03T16:37:20.182" v="47"/>
          <ac:spMkLst>
            <pc:docMk/>
            <pc:sldMk cId="2743092081" sldId="299"/>
            <ac:spMk id="4" creationId="{E7D347E4-0497-6DB3-0C7B-925A8D674D91}"/>
          </ac:spMkLst>
        </pc:spChg>
        <pc:spChg chg="del">
          <ac:chgData name="Saikat Baul" userId="dae859d7-ea3e-4a5d-83a1-d953f3940120" providerId="ADAL" clId="{1F4AF367-3BB9-4B68-8A25-414D67E4BC95}" dt="2025-03-03T16:37:19.452" v="46" actId="478"/>
          <ac:spMkLst>
            <pc:docMk/>
            <pc:sldMk cId="2743092081" sldId="299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7:24.849" v="49"/>
        <pc:sldMkLst>
          <pc:docMk/>
          <pc:sldMk cId="4195692556" sldId="300"/>
        </pc:sldMkLst>
        <pc:spChg chg="add mod">
          <ac:chgData name="Saikat Baul" userId="dae859d7-ea3e-4a5d-83a1-d953f3940120" providerId="ADAL" clId="{1F4AF367-3BB9-4B68-8A25-414D67E4BC95}" dt="2025-03-03T16:37:24.849" v="49"/>
          <ac:spMkLst>
            <pc:docMk/>
            <pc:sldMk cId="4195692556" sldId="300"/>
            <ac:spMk id="4" creationId="{1CD54D9A-7909-18C2-1F85-26B8B3D49B0E}"/>
          </ac:spMkLst>
        </pc:spChg>
        <pc:spChg chg="del">
          <ac:chgData name="Saikat Baul" userId="dae859d7-ea3e-4a5d-83a1-d953f3940120" providerId="ADAL" clId="{1F4AF367-3BB9-4B68-8A25-414D67E4BC95}" dt="2025-03-03T16:37:24.148" v="48" actId="478"/>
          <ac:spMkLst>
            <pc:docMk/>
            <pc:sldMk cId="4195692556" sldId="300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5:38.244" v="25"/>
        <pc:sldMkLst>
          <pc:docMk/>
          <pc:sldMk cId="592739808" sldId="303"/>
        </pc:sldMkLst>
        <pc:spChg chg="add mod">
          <ac:chgData name="Saikat Baul" userId="dae859d7-ea3e-4a5d-83a1-d953f3940120" providerId="ADAL" clId="{1F4AF367-3BB9-4B68-8A25-414D67E4BC95}" dt="2025-03-03T16:35:38.244" v="25"/>
          <ac:spMkLst>
            <pc:docMk/>
            <pc:sldMk cId="592739808" sldId="303"/>
            <ac:spMk id="4" creationId="{80965279-236A-60B5-D5E3-C9476A9F0FE5}"/>
          </ac:spMkLst>
        </pc:spChg>
        <pc:spChg chg="del">
          <ac:chgData name="Saikat Baul" userId="dae859d7-ea3e-4a5d-83a1-d953f3940120" providerId="ADAL" clId="{1F4AF367-3BB9-4B68-8A25-414D67E4BC95}" dt="2025-03-03T16:35:37.489" v="24" actId="478"/>
          <ac:spMkLst>
            <pc:docMk/>
            <pc:sldMk cId="592739808" sldId="30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8:59.215" v="62" actId="20577"/>
        <pc:sldMkLst>
          <pc:docMk/>
          <pc:sldMk cId="2894991310" sldId="304"/>
        </pc:sldMkLst>
        <pc:spChg chg="mod">
          <ac:chgData name="Saikat Baul" userId="dae859d7-ea3e-4a5d-83a1-d953f3940120" providerId="ADAL" clId="{1F4AF367-3BB9-4B68-8A25-414D67E4BC95}" dt="2025-03-03T16:38:59.215" v="62" actId="20577"/>
          <ac:spMkLst>
            <pc:docMk/>
            <pc:sldMk cId="2894991310" sldId="304"/>
            <ac:spMk id="3" creationId="{00000000-0000-0000-0000-000000000000}"/>
          </ac:spMkLst>
        </pc:spChg>
        <pc:spChg chg="add mod">
          <ac:chgData name="Saikat Baul" userId="dae859d7-ea3e-4a5d-83a1-d953f3940120" providerId="ADAL" clId="{1F4AF367-3BB9-4B68-8A25-414D67E4BC95}" dt="2025-03-03T16:35:47.842" v="27"/>
          <ac:spMkLst>
            <pc:docMk/>
            <pc:sldMk cId="2894991310" sldId="304"/>
            <ac:spMk id="4" creationId="{BF210CBB-9923-D41E-CFE6-BBEE8C1A9C66}"/>
          </ac:spMkLst>
        </pc:spChg>
        <pc:spChg chg="del">
          <ac:chgData name="Saikat Baul" userId="dae859d7-ea3e-4a5d-83a1-d953f3940120" providerId="ADAL" clId="{1F4AF367-3BB9-4B68-8A25-414D67E4BC95}" dt="2025-03-03T16:35:47.297" v="26" actId="478"/>
          <ac:spMkLst>
            <pc:docMk/>
            <pc:sldMk cId="2894991310" sldId="304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5:56.525" v="29"/>
        <pc:sldMkLst>
          <pc:docMk/>
          <pc:sldMk cId="2253978707" sldId="306"/>
        </pc:sldMkLst>
        <pc:spChg chg="add mod">
          <ac:chgData name="Saikat Baul" userId="dae859d7-ea3e-4a5d-83a1-d953f3940120" providerId="ADAL" clId="{1F4AF367-3BB9-4B68-8A25-414D67E4BC95}" dt="2025-03-03T16:35:56.525" v="29"/>
          <ac:spMkLst>
            <pc:docMk/>
            <pc:sldMk cId="2253978707" sldId="306"/>
            <ac:spMk id="4" creationId="{596204DA-AADD-3747-DA1A-B8B72AB52864}"/>
          </ac:spMkLst>
        </pc:spChg>
        <pc:spChg chg="del">
          <ac:chgData name="Saikat Baul" userId="dae859d7-ea3e-4a5d-83a1-d953f3940120" providerId="ADAL" clId="{1F4AF367-3BB9-4B68-8A25-414D67E4BC95}" dt="2025-03-03T16:35:55.555" v="28" actId="478"/>
          <ac:spMkLst>
            <pc:docMk/>
            <pc:sldMk cId="2253978707" sldId="306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6:03.049" v="31"/>
        <pc:sldMkLst>
          <pc:docMk/>
          <pc:sldMk cId="156561721" sldId="307"/>
        </pc:sldMkLst>
        <pc:spChg chg="add mod">
          <ac:chgData name="Saikat Baul" userId="dae859d7-ea3e-4a5d-83a1-d953f3940120" providerId="ADAL" clId="{1F4AF367-3BB9-4B68-8A25-414D67E4BC95}" dt="2025-03-03T16:36:03.049" v="31"/>
          <ac:spMkLst>
            <pc:docMk/>
            <pc:sldMk cId="156561721" sldId="307"/>
            <ac:spMk id="4" creationId="{DE1EC22B-4195-EF9E-6DE9-45F652B2AA6A}"/>
          </ac:spMkLst>
        </pc:spChg>
        <pc:spChg chg="del">
          <ac:chgData name="Saikat Baul" userId="dae859d7-ea3e-4a5d-83a1-d953f3940120" providerId="ADAL" clId="{1F4AF367-3BB9-4B68-8A25-414D67E4BC95}" dt="2025-03-03T16:36:02.444" v="30" actId="478"/>
          <ac:spMkLst>
            <pc:docMk/>
            <pc:sldMk cId="156561721" sldId="307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6:08.236" v="33"/>
        <pc:sldMkLst>
          <pc:docMk/>
          <pc:sldMk cId="892823840" sldId="308"/>
        </pc:sldMkLst>
        <pc:spChg chg="add mod">
          <ac:chgData name="Saikat Baul" userId="dae859d7-ea3e-4a5d-83a1-d953f3940120" providerId="ADAL" clId="{1F4AF367-3BB9-4B68-8A25-414D67E4BC95}" dt="2025-03-03T16:36:08.236" v="33"/>
          <ac:spMkLst>
            <pc:docMk/>
            <pc:sldMk cId="892823840" sldId="308"/>
            <ac:spMk id="4" creationId="{BA3C622A-DB9D-D267-5625-85ABC61AA022}"/>
          </ac:spMkLst>
        </pc:spChg>
        <pc:spChg chg="del">
          <ac:chgData name="Saikat Baul" userId="dae859d7-ea3e-4a5d-83a1-d953f3940120" providerId="ADAL" clId="{1F4AF367-3BB9-4B68-8A25-414D67E4BC95}" dt="2025-03-03T16:36:07.643" v="32" actId="478"/>
          <ac:spMkLst>
            <pc:docMk/>
            <pc:sldMk cId="892823840" sldId="308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7:10.112" v="45"/>
        <pc:sldMkLst>
          <pc:docMk/>
          <pc:sldMk cId="3457087510" sldId="309"/>
        </pc:sldMkLst>
        <pc:spChg chg="add mod">
          <ac:chgData name="Saikat Baul" userId="dae859d7-ea3e-4a5d-83a1-d953f3940120" providerId="ADAL" clId="{1F4AF367-3BB9-4B68-8A25-414D67E4BC95}" dt="2025-03-03T16:37:10.112" v="45"/>
          <ac:spMkLst>
            <pc:docMk/>
            <pc:sldMk cId="3457087510" sldId="309"/>
            <ac:spMk id="3" creationId="{E7FC7C8E-851B-67EA-BC60-3AF959ECBCE1}"/>
          </ac:spMkLst>
        </pc:spChg>
        <pc:spChg chg="del">
          <ac:chgData name="Saikat Baul" userId="dae859d7-ea3e-4a5d-83a1-d953f3940120" providerId="ADAL" clId="{1F4AF367-3BB9-4B68-8A25-414D67E4BC95}" dt="2025-03-03T16:37:09.184" v="44" actId="478"/>
          <ac:spMkLst>
            <pc:docMk/>
            <pc:sldMk cId="3457087510" sldId="309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7:02.181" v="43"/>
        <pc:sldMkLst>
          <pc:docMk/>
          <pc:sldMk cId="1865511648" sldId="310"/>
        </pc:sldMkLst>
        <pc:spChg chg="add mod">
          <ac:chgData name="Saikat Baul" userId="dae859d7-ea3e-4a5d-83a1-d953f3940120" providerId="ADAL" clId="{1F4AF367-3BB9-4B68-8A25-414D67E4BC95}" dt="2025-03-03T16:37:02.181" v="43"/>
          <ac:spMkLst>
            <pc:docMk/>
            <pc:sldMk cId="1865511648" sldId="310"/>
            <ac:spMk id="3" creationId="{621E8115-BBCB-A86A-FCFA-A6F8011C04ED}"/>
          </ac:spMkLst>
        </pc:spChg>
        <pc:spChg chg="del">
          <ac:chgData name="Saikat Baul" userId="dae859d7-ea3e-4a5d-83a1-d953f3940120" providerId="ADAL" clId="{1F4AF367-3BB9-4B68-8A25-414D67E4BC95}" dt="2025-03-03T16:36:59.785" v="42" actId="478"/>
          <ac:spMkLst>
            <pc:docMk/>
            <pc:sldMk cId="1865511648" sldId="310"/>
            <ac:spMk id="8" creationId="{00000000-0000-0000-0000-000000000000}"/>
          </ac:spMkLst>
        </pc:spChg>
      </pc:sldChg>
      <pc:sldChg chg="addSp modSp">
        <pc:chgData name="Saikat Baul" userId="dae859d7-ea3e-4a5d-83a1-d953f3940120" providerId="ADAL" clId="{1F4AF367-3BB9-4B68-8A25-414D67E4BC95}" dt="2025-03-03T16:37:34.446" v="51"/>
        <pc:sldMkLst>
          <pc:docMk/>
          <pc:sldMk cId="64039236" sldId="311"/>
        </pc:sldMkLst>
        <pc:spChg chg="add mod">
          <ac:chgData name="Saikat Baul" userId="dae859d7-ea3e-4a5d-83a1-d953f3940120" providerId="ADAL" clId="{1F4AF367-3BB9-4B68-8A25-414D67E4BC95}" dt="2025-03-03T16:37:34.446" v="51"/>
          <ac:spMkLst>
            <pc:docMk/>
            <pc:sldMk cId="64039236" sldId="311"/>
            <ac:spMk id="4" creationId="{6D1F1225-D3D8-8FC2-9B34-06741878F172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6:14.319" v="35"/>
        <pc:sldMkLst>
          <pc:docMk/>
          <pc:sldMk cId="1923688541" sldId="312"/>
        </pc:sldMkLst>
        <pc:spChg chg="add mod">
          <ac:chgData name="Saikat Baul" userId="dae859d7-ea3e-4a5d-83a1-d953f3940120" providerId="ADAL" clId="{1F4AF367-3BB9-4B68-8A25-414D67E4BC95}" dt="2025-03-03T16:36:14.319" v="35"/>
          <ac:spMkLst>
            <pc:docMk/>
            <pc:sldMk cId="1923688541" sldId="312"/>
            <ac:spMk id="3" creationId="{FFD3FD1A-4BFB-8171-2FDE-7A7FF7B2B73D}"/>
          </ac:spMkLst>
        </pc:spChg>
        <pc:spChg chg="del">
          <ac:chgData name="Saikat Baul" userId="dae859d7-ea3e-4a5d-83a1-d953f3940120" providerId="ADAL" clId="{1F4AF367-3BB9-4B68-8A25-414D67E4BC95}" dt="2025-03-03T16:36:13.853" v="34" actId="478"/>
          <ac:spMkLst>
            <pc:docMk/>
            <pc:sldMk cId="1923688541" sldId="312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6:19.918" v="37"/>
        <pc:sldMkLst>
          <pc:docMk/>
          <pc:sldMk cId="1663529836" sldId="313"/>
        </pc:sldMkLst>
        <pc:spChg chg="add mod">
          <ac:chgData name="Saikat Baul" userId="dae859d7-ea3e-4a5d-83a1-d953f3940120" providerId="ADAL" clId="{1F4AF367-3BB9-4B68-8A25-414D67E4BC95}" dt="2025-03-03T16:36:19.918" v="37"/>
          <ac:spMkLst>
            <pc:docMk/>
            <pc:sldMk cId="1663529836" sldId="313"/>
            <ac:spMk id="3" creationId="{133ADF02-76DA-23C6-1BC9-7FCFA72E2FAF}"/>
          </ac:spMkLst>
        </pc:spChg>
        <pc:spChg chg="del">
          <ac:chgData name="Saikat Baul" userId="dae859d7-ea3e-4a5d-83a1-d953f3940120" providerId="ADAL" clId="{1F4AF367-3BB9-4B68-8A25-414D67E4BC95}" dt="2025-03-03T16:36:19.211" v="36" actId="478"/>
          <ac:spMkLst>
            <pc:docMk/>
            <pc:sldMk cId="1663529836" sldId="31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6:29.104" v="39"/>
        <pc:sldMkLst>
          <pc:docMk/>
          <pc:sldMk cId="2309956891" sldId="314"/>
        </pc:sldMkLst>
        <pc:spChg chg="add mod">
          <ac:chgData name="Saikat Baul" userId="dae859d7-ea3e-4a5d-83a1-d953f3940120" providerId="ADAL" clId="{1F4AF367-3BB9-4B68-8A25-414D67E4BC95}" dt="2025-03-03T16:36:29.104" v="39"/>
          <ac:spMkLst>
            <pc:docMk/>
            <pc:sldMk cId="2309956891" sldId="314"/>
            <ac:spMk id="3" creationId="{86112518-445B-F972-5F32-FFAB02726DB4}"/>
          </ac:spMkLst>
        </pc:spChg>
        <pc:spChg chg="del">
          <ac:chgData name="Saikat Baul" userId="dae859d7-ea3e-4a5d-83a1-d953f3940120" providerId="ADAL" clId="{1F4AF367-3BB9-4B68-8A25-414D67E4BC95}" dt="2025-03-03T16:36:28.495" v="38" actId="478"/>
          <ac:spMkLst>
            <pc:docMk/>
            <pc:sldMk cId="2309956891" sldId="314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1F4AF367-3BB9-4B68-8A25-414D67E4BC95}" dt="2025-03-03T16:36:35.615" v="41"/>
        <pc:sldMkLst>
          <pc:docMk/>
          <pc:sldMk cId="2235022081" sldId="315"/>
        </pc:sldMkLst>
        <pc:spChg chg="add mod">
          <ac:chgData name="Saikat Baul" userId="dae859d7-ea3e-4a5d-83a1-d953f3940120" providerId="ADAL" clId="{1F4AF367-3BB9-4B68-8A25-414D67E4BC95}" dt="2025-03-03T16:36:35.615" v="41"/>
          <ac:spMkLst>
            <pc:docMk/>
            <pc:sldMk cId="2235022081" sldId="315"/>
            <ac:spMk id="3" creationId="{43C297E9-0EC7-C570-9EB7-DAD05EB61DD9}"/>
          </ac:spMkLst>
        </pc:spChg>
        <pc:spChg chg="del">
          <ac:chgData name="Saikat Baul" userId="dae859d7-ea3e-4a5d-83a1-d953f3940120" providerId="ADAL" clId="{1F4AF367-3BB9-4B68-8A25-414D67E4BC95}" dt="2025-03-03T16:36:34.846" v="40" actId="478"/>
          <ac:spMkLst>
            <pc:docMk/>
            <pc:sldMk cId="2235022081" sldId="315"/>
            <ac:spMk id="6" creationId="{00000000-0000-0000-0000-000000000000}"/>
          </ac:spMkLst>
        </pc:spChg>
      </pc:sldChg>
      <pc:sldChg chg="addSp modSp">
        <pc:chgData name="Saikat Baul" userId="dae859d7-ea3e-4a5d-83a1-d953f3940120" providerId="ADAL" clId="{1F4AF367-3BB9-4B68-8A25-414D67E4BC95}" dt="2025-03-03T16:37:31.224" v="50"/>
        <pc:sldMkLst>
          <pc:docMk/>
          <pc:sldMk cId="3260457084" sldId="316"/>
        </pc:sldMkLst>
        <pc:spChg chg="add mod">
          <ac:chgData name="Saikat Baul" userId="dae859d7-ea3e-4a5d-83a1-d953f3940120" providerId="ADAL" clId="{1F4AF367-3BB9-4B68-8A25-414D67E4BC95}" dt="2025-03-03T16:37:31.224" v="50"/>
          <ac:spMkLst>
            <pc:docMk/>
            <pc:sldMk cId="3260457084" sldId="316"/>
            <ac:spMk id="4" creationId="{2240DC51-B012-086B-901F-5E6A7D7264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19/07/2025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Requirements engineering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4951420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</a:t>
            </a:r>
            <a:r>
              <a:rPr lang="en-US" sz="2800" dirty="0" err="1">
                <a:solidFill>
                  <a:srgbClr val="7030A0"/>
                </a:solidFill>
              </a:rPr>
              <a:t>ahamed</a:t>
            </a:r>
            <a:endParaRPr lang="en-US" sz="2800" dirty="0">
              <a:solidFill>
                <a:srgbClr val="7030A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>
                <a:solidFill>
                  <a:schemeClr val="tx1"/>
                </a:solidFill>
                <a:hlinkClick r:id="rId3"/>
              </a:rPr>
              <a:t>jubayer@</a:t>
            </a:r>
            <a:r>
              <a:rPr lang="en-US" sz="2400" cap="none" dirty="0">
                <a:solidFill>
                  <a:schemeClr val="tx1"/>
                </a:solidFill>
                <a:hlinkClick r:id="rId3"/>
              </a:rPr>
              <a:t>aiub</a:t>
            </a:r>
            <a:r>
              <a:rPr lang="en-US" sz="2400" cap="none">
                <a:solidFill>
                  <a:schemeClr val="tx1"/>
                </a:solidFill>
                <a:hlinkClick r:id="rId3"/>
              </a:rPr>
              <a:t>.edu</a:t>
            </a:r>
            <a:r>
              <a:rPr lang="en-US" sz="2400" cap="none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18" y="2168434"/>
            <a:ext cx="10672353" cy="3448594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Inception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Elicitation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Analysis and Elaboration 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Negotiation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Specification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Validation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Requirements Management</a:t>
            </a:r>
          </a:p>
          <a:p>
            <a:pPr lvl="1"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71275"/>
            <a:ext cx="11051177" cy="344859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Inception</a:t>
            </a:r>
            <a:r>
              <a:rPr lang="en-US" sz="2000" dirty="0">
                <a:latin typeface="+mj-lt"/>
                <a:ea typeface="ＭＳ Ｐゴシック" pitchFamily="34" charset="-128"/>
              </a:rPr>
              <a:t>—ask a set of questions that establish:</a:t>
            </a:r>
          </a:p>
          <a:p>
            <a:pPr lvl="1"/>
            <a:r>
              <a:rPr lang="en-US" sz="2000" dirty="0">
                <a:latin typeface="+mj-lt"/>
                <a:ea typeface="ＭＳ Ｐゴシック" pitchFamily="34" charset="-128"/>
              </a:rPr>
              <a:t>basic understanding of the problem</a:t>
            </a:r>
          </a:p>
          <a:p>
            <a:pPr lvl="1"/>
            <a:r>
              <a:rPr lang="en-US" sz="2000" dirty="0">
                <a:latin typeface="+mj-lt"/>
                <a:ea typeface="ＭＳ Ｐゴシック" pitchFamily="34" charset="-128"/>
              </a:rPr>
              <a:t>the people who want a solution (identify the stakeholder)</a:t>
            </a:r>
          </a:p>
          <a:p>
            <a:pPr lvl="1"/>
            <a:r>
              <a:rPr lang="en-US" sz="2000" dirty="0">
                <a:latin typeface="+mj-lt"/>
                <a:ea typeface="ＭＳ Ｐゴシック" pitchFamily="34" charset="-128"/>
              </a:rPr>
              <a:t>the nature of the solution that is desired</a:t>
            </a:r>
          </a:p>
          <a:p>
            <a:pPr lvl="1"/>
            <a:r>
              <a:rPr lang="en-US" sz="2000" dirty="0">
                <a:latin typeface="+mj-lt"/>
                <a:ea typeface="ＭＳ Ｐゴシック" pitchFamily="34" charset="-128"/>
              </a:rPr>
              <a:t>the effectiveness of preliminary communication and collaboration between the customer and</a:t>
            </a:r>
            <a:br>
              <a:rPr lang="en-US" sz="2000" dirty="0">
                <a:latin typeface="+mj-lt"/>
                <a:ea typeface="ＭＳ Ｐゴシック" pitchFamily="34" charset="-128"/>
              </a:rPr>
            </a:br>
            <a:r>
              <a:rPr lang="en-US" sz="2000" dirty="0">
                <a:latin typeface="+mj-lt"/>
                <a:ea typeface="ＭＳ Ｐゴシック" pitchFamily="34" charset="-128"/>
              </a:rPr>
              <a:t> the developer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what will be the economic benefit of a successful solution</a:t>
            </a:r>
            <a:endParaRPr lang="en-US" sz="2000" dirty="0">
              <a:latin typeface="+mj-lt"/>
              <a:ea typeface="ＭＳ Ｐゴシック" pitchFamily="34" charset="-128"/>
            </a:endParaRPr>
          </a:p>
          <a:p>
            <a:pPr lvl="1"/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69447C-9FE7-C80A-77D1-FF39E68E15A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23731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445443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Elicitation</a:t>
            </a:r>
            <a:r>
              <a:rPr lang="en-US" sz="2000" dirty="0">
                <a:latin typeface="+mj-lt"/>
                <a:ea typeface="ＭＳ Ｐゴシック" pitchFamily="34" charset="-128"/>
              </a:rPr>
              <a:t>—elicit requirements from all stakeholders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Interviewing related stakeholder with pre-determined questionnaire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meetings are conducted and attended by both software engineers and customers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Observation and ethnography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a "definition mechanism" (can be work sheets, flip charts, or wall stickers or an electronic bulletin board, chat room or virtual forum) is used in collecting requirements</a:t>
            </a:r>
            <a:endParaRPr lang="en-US" sz="2000" dirty="0">
              <a:latin typeface="+mj-lt"/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+mj-lt"/>
                <a:ea typeface="ＭＳ Ｐゴシック" pitchFamily="34" charset="-128"/>
              </a:rPr>
              <a:t>the goal is: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to identify the problem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propose elements of the solution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specify a preliminary set of solution requirements</a:t>
            </a: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5ECF02-418E-AA9D-644F-63BCB2FAA423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10346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834" y="1972491"/>
            <a:ext cx="10842172" cy="463731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ＭＳ Ｐゴシック" pitchFamily="34" charset="-128"/>
              </a:rPr>
              <a:t>Building the Analysis Model: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Scenario-based elements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Functional—processing narratives for software functions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Use-case—descriptions of the interaction between an “actor” and the system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Class-based elements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Implied by scenarios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Behavioral elements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State diagram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Flow-oriented elements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Data flow diagram, Sequence diagram, Activity Diagram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2EABD0-BB7A-FF19-DB2C-C94050D8E93E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97043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2063932"/>
            <a:ext cx="11025052" cy="3997234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Requirements analysis 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specifies software’s operational characteristics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indicates software's interface with other system elements 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establishes constraints that software must meet</a:t>
            </a:r>
          </a:p>
          <a:p>
            <a:pPr lvl="1">
              <a:spcBef>
                <a:spcPts val="300"/>
              </a:spcBef>
            </a:pPr>
            <a:endParaRPr lang="en-US" sz="2000" dirty="0">
              <a:ea typeface="ＭＳ Ｐゴシック" pitchFamily="34" charset="-128"/>
            </a:endParaRPr>
          </a:p>
          <a:p>
            <a:pPr>
              <a:spcBef>
                <a:spcPts val="300"/>
              </a:spcBef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Requirements analysis allows the software engineer or requirements analyst to: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elaborate on basic requirements established during earlier requirement engineering tasks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build models that depict user scenarios, functional activities, problem classes and their relationships, system and class behavior, and the flow of data as it is transformed.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965279-236A-60B5-D5E3-C9476A9F0FE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59273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451" y="2050869"/>
            <a:ext cx="11025052" cy="4415245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None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Requirements Analysis Modeling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Analysis models are build using requirements elicited from the customer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Analysis modeling results in the first technical representation of the system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Analysis modeling provides the developer and the customer with the means to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 access quality once S/W is built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During modeling, the S/W Engineer should focus on WHAT rather than on HOW</a:t>
            </a:r>
            <a:br>
              <a:rPr lang="en-US" sz="2000" dirty="0">
                <a:ea typeface="ＭＳ Ｐゴシック" pitchFamily="34" charset="-128"/>
              </a:rPr>
            </a:br>
            <a:endParaRPr lang="en-US" sz="2000" dirty="0">
              <a:ea typeface="ＭＳ Ｐゴシック" pitchFamily="34" charset="-128"/>
            </a:endParaRPr>
          </a:p>
          <a:p>
            <a:pPr>
              <a:spcBef>
                <a:spcPts val="300"/>
              </a:spcBef>
              <a:buNone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Requirements Analysis Modeling Objectives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Describe what the Customer requires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Establish a basis for the creation of a software design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Define a set of requirements that can be validated once the software is built</a:t>
            </a: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3189" y="1976846"/>
            <a:ext cx="2852057" cy="4502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210CBB-9923-D41E-CFE6-BBEE8C1A9C6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89499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domain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2063932"/>
            <a:ext cx="11025052" cy="2050868"/>
          </a:xfrm>
        </p:spPr>
        <p:txBody>
          <a:bodyPr>
            <a:noAutofit/>
          </a:bodyPr>
          <a:lstStyle/>
          <a:p>
            <a:r>
              <a:rPr lang="en-US" sz="2000" dirty="0">
                <a:ea typeface="ＭＳ Ｐゴシック" pitchFamily="34" charset="-128"/>
              </a:rPr>
              <a:t>Define the domain to be investigated</a:t>
            </a:r>
          </a:p>
          <a:p>
            <a:r>
              <a:rPr lang="en-US" sz="2000" dirty="0">
                <a:ea typeface="ＭＳ Ｐゴシック" pitchFamily="34" charset="-128"/>
              </a:rPr>
              <a:t>Collect a representative sample of applications in the domain</a:t>
            </a:r>
          </a:p>
          <a:p>
            <a:r>
              <a:rPr lang="en-US" sz="2000" dirty="0">
                <a:ea typeface="ＭＳ Ｐゴシック" pitchFamily="34" charset="-128"/>
              </a:rPr>
              <a:t>Analyze each application in the sample</a:t>
            </a:r>
          </a:p>
          <a:p>
            <a:r>
              <a:rPr lang="en-US" sz="2000" dirty="0">
                <a:ea typeface="ＭＳ Ｐゴシック" pitchFamily="34" charset="-128"/>
              </a:rPr>
              <a:t>Develop an analysis model for the objects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1629819" y="4140926"/>
          <a:ext cx="8151812" cy="2284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152381" imgH="1762371" progId="PBrush">
                  <p:embed/>
                </p:oleObj>
              </mc:Choice>
              <mc:Fallback>
                <p:oleObj name="Bitmap Image" r:id="rId2" imgW="8152381" imgH="1762371" progId="PBrush">
                  <p:embed/>
                  <p:pic>
                    <p:nvPicPr>
                      <p:cNvPr id="10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819" y="4140926"/>
                        <a:ext cx="8151812" cy="2284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6204DA-AADD-3747-DA1A-B8B72AB5286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25397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85554"/>
            <a:ext cx="11025052" cy="4558938"/>
          </a:xfrm>
        </p:spPr>
        <p:txBody>
          <a:bodyPr>
            <a:noAutofit/>
          </a:bodyPr>
          <a:lstStyle/>
          <a:p>
            <a:r>
              <a:rPr lang="en-US" sz="2000" dirty="0">
                <a:ea typeface="ＭＳ Ｐゴシック" pitchFamily="34" charset="-128"/>
              </a:rPr>
              <a:t>Indicates how data objects relate to one another</a:t>
            </a:r>
          </a:p>
          <a:p>
            <a:pPr marL="306000" lvl="2" indent="-306000"/>
            <a:r>
              <a:rPr lang="en-US" sz="2000" dirty="0">
                <a:ea typeface="ＭＳ Ｐゴシック" pitchFamily="34" charset="-128"/>
              </a:rPr>
              <a:t>Data object is a representation of almost any </a:t>
            </a:r>
            <a:r>
              <a:rPr lang="en-US" sz="2000" u="sng" dirty="0">
                <a:ea typeface="ＭＳ Ｐゴシック" pitchFamily="34" charset="-128"/>
              </a:rPr>
              <a:t>composite information</a:t>
            </a:r>
            <a:r>
              <a:rPr lang="en-US" sz="2000" dirty="0">
                <a:ea typeface="ＭＳ Ｐゴシック" pitchFamily="34" charset="-128"/>
              </a:rPr>
              <a:t> that must be understood by S/W. Composite information means number of different attributes and properties. </a:t>
            </a:r>
            <a:r>
              <a:rPr lang="en-US" sz="2000" i="1" dirty="0">
                <a:ea typeface="ＭＳ Ｐゴシック" pitchFamily="34" charset="-128"/>
              </a:rPr>
              <a:t>Length</a:t>
            </a:r>
            <a:r>
              <a:rPr lang="en-US" sz="2000" dirty="0">
                <a:ea typeface="ＭＳ Ｐゴシック" pitchFamily="34" charset="-128"/>
              </a:rPr>
              <a:t> or</a:t>
            </a:r>
            <a:r>
              <a:rPr lang="en-US" sz="2000" i="1" dirty="0">
                <a:ea typeface="ＭＳ Ｐゴシック" pitchFamily="34" charset="-128"/>
              </a:rPr>
              <a:t> Breadth</a:t>
            </a:r>
            <a:r>
              <a:rPr lang="en-US" sz="2000" dirty="0">
                <a:ea typeface="ＭＳ Ｐゴシック" pitchFamily="34" charset="-128"/>
              </a:rPr>
              <a:t> is not a Data Object, </a:t>
            </a:r>
            <a:r>
              <a:rPr lang="en-US" sz="2000" i="1" dirty="0">
                <a:ea typeface="ＭＳ Ｐゴシック" pitchFamily="34" charset="-128"/>
              </a:rPr>
              <a:t>Dimension</a:t>
            </a:r>
            <a:r>
              <a:rPr lang="en-US" sz="2000" dirty="0">
                <a:ea typeface="ＭＳ Ｐゴシック" pitchFamily="34" charset="-128"/>
              </a:rPr>
              <a:t> is a Data Object  (as it is a composition of Length, Breadth &amp; Height)</a:t>
            </a:r>
          </a:p>
          <a:p>
            <a:r>
              <a:rPr lang="en-US" sz="2000" i="1" dirty="0">
                <a:latin typeface="Palatino" charset="0"/>
              </a:rPr>
              <a:t>external entities  </a:t>
            </a:r>
            <a:r>
              <a:rPr lang="en-US" sz="2000" dirty="0">
                <a:latin typeface="Palatino" charset="0"/>
              </a:rPr>
              <a:t>(e.g., printer, user, sensor)</a:t>
            </a:r>
          </a:p>
          <a:p>
            <a:r>
              <a:rPr lang="en-US" sz="2000" i="1" dirty="0">
                <a:latin typeface="Palatino" charset="0"/>
              </a:rPr>
              <a:t>Things </a:t>
            </a:r>
            <a:r>
              <a:rPr lang="en-US" sz="2000" dirty="0">
                <a:latin typeface="Palatino" charset="0"/>
              </a:rPr>
              <a:t>(e.g., reports, displays, signals) </a:t>
            </a:r>
          </a:p>
          <a:p>
            <a:r>
              <a:rPr lang="en-US" sz="2000" i="1" dirty="0">
                <a:latin typeface="Palatino" charset="0"/>
              </a:rPr>
              <a:t>occurrences or events  </a:t>
            </a:r>
            <a:r>
              <a:rPr lang="en-US" sz="2000" dirty="0">
                <a:latin typeface="Palatino" charset="0"/>
              </a:rPr>
              <a:t>(e.g., interrupt, alarm)</a:t>
            </a:r>
          </a:p>
          <a:p>
            <a:r>
              <a:rPr lang="en-US" sz="2000" i="1" dirty="0">
                <a:latin typeface="Palatino" charset="0"/>
              </a:rPr>
              <a:t>roles </a:t>
            </a:r>
            <a:r>
              <a:rPr lang="en-US" sz="2000" dirty="0">
                <a:latin typeface="Palatino" charset="0"/>
              </a:rPr>
              <a:t>(e.g., manager, engineer, salesperson)</a:t>
            </a:r>
          </a:p>
          <a:p>
            <a:r>
              <a:rPr lang="en-US" sz="2000" i="1" dirty="0">
                <a:latin typeface="Palatino" charset="0"/>
              </a:rPr>
              <a:t>organizational units </a:t>
            </a:r>
            <a:r>
              <a:rPr lang="en-US" sz="2000" dirty="0">
                <a:latin typeface="Palatino" charset="0"/>
              </a:rPr>
              <a:t>(e.g., division, team)</a:t>
            </a:r>
          </a:p>
          <a:p>
            <a:r>
              <a:rPr lang="en-US" sz="2000" i="1" dirty="0">
                <a:latin typeface="Palatino" charset="0"/>
              </a:rPr>
              <a:t>Places </a:t>
            </a:r>
            <a:r>
              <a:rPr lang="en-US" sz="2000" dirty="0">
                <a:latin typeface="Palatino" charset="0"/>
              </a:rPr>
              <a:t> (e.g., manufacturing floor) </a:t>
            </a:r>
          </a:p>
          <a:p>
            <a:r>
              <a:rPr lang="en-US" sz="2000" i="1" dirty="0">
                <a:latin typeface="Palatino" charset="0"/>
              </a:rPr>
              <a:t>structures  </a:t>
            </a:r>
            <a:r>
              <a:rPr lang="en-US" sz="2000" dirty="0">
                <a:latin typeface="Palatino" charset="0"/>
              </a:rPr>
              <a:t>(e.g., employee record)</a:t>
            </a: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EC22B-4195-EF9E-6DE9-45F652B2AA6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5656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objects &amp;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85554"/>
            <a:ext cx="11025052" cy="455893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charset="0"/>
                <a:ea typeface="ＭＳ Ｐゴシック" pitchFamily="34" charset="-128"/>
              </a:rPr>
              <a:t>Data objects are connected to one another in different ways.</a:t>
            </a: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25189" y="2784021"/>
            <a:ext cx="6635931" cy="3290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3C622A-DB9D-D267-5625-85ABC61AA02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89282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Cardinality – </a:t>
            </a:r>
            <a:r>
              <a:rPr lang="en-GB" dirty="0" err="1"/>
              <a:t>erd</a:t>
            </a:r>
            <a:r>
              <a:rPr lang="en-GB" dirty="0"/>
              <a:t> notation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35" descr="erdinfoe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388324" y="2005148"/>
            <a:ext cx="5762897" cy="4317274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3FD1A-4BFB-8171-2FDE-7A7FF7B2B73D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923688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ook Antiqua" pitchFamily="18" charset="0"/>
              </a:rPr>
              <a:t>Classes categorization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6390" y="1946367"/>
            <a:ext cx="11234055" cy="451974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Boundary Classes (UI)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Models the interaction between the system’s surroundings and its inner workings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User interface classes, Concentrate on what information is presented to the user,</a:t>
            </a:r>
            <a:br>
              <a:rPr lang="en-US" altLang="en-US" sz="2000" dirty="0">
                <a:latin typeface="+mj-lt"/>
              </a:rPr>
            </a:br>
            <a:r>
              <a:rPr lang="en-US" altLang="en-US" sz="2000" dirty="0">
                <a:latin typeface="+mj-lt"/>
              </a:rPr>
              <a:t>don’t concentrate on user interface details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System / Device interface classes, concentrate on what protocols must be defined. </a:t>
            </a:r>
            <a:br>
              <a:rPr lang="en-US" altLang="en-US" sz="2000" dirty="0">
                <a:latin typeface="+mj-lt"/>
              </a:rPr>
            </a:br>
            <a:r>
              <a:rPr lang="en-US" altLang="en-US" sz="2000" dirty="0">
                <a:latin typeface="+mj-lt"/>
              </a:rPr>
              <a:t>don’t concentrate on how the protocols are implemented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Entity Classes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Models the key concepts of the system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Usually models information that is persistent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Contains the logic that solves the system problem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Can be used in multiple behaviors</a:t>
            </a:r>
            <a:endParaRPr lang="en-US" altLang="en-US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ADF02-76DA-23C6-1BC9-7FCFA72E2FA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6352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ook Antiqua" pitchFamily="18" charset="0"/>
              </a:rPr>
              <a:t>Classes categorization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9452" y="2076996"/>
            <a:ext cx="11234055" cy="197249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Control Classes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Controls and coordinates the behavior of the system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A control class should tell other classes to do something and should never do anything except for delegating (directing) the work to other classes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Control classes separate boundary and entity classes</a:t>
            </a:r>
            <a:endParaRPr lang="en-US" altLang="en-US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12518-445B-F972-5F32-FFAB02726DB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30995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ook Antiqua" pitchFamily="18" charset="0"/>
              </a:rPr>
              <a:t>Classes Categorization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62" y="1878822"/>
            <a:ext cx="9744075" cy="4979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97E9-0EC7-C570-9EB7-DAD05EB61DD9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23502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latin typeface="Book Antiqua" pitchFamily="18" charset="0"/>
              </a:rPr>
              <a:t>Crc</a:t>
            </a:r>
            <a:r>
              <a:rPr lang="en-US" altLang="en-US" b="1" dirty="0">
                <a:latin typeface="Book Antiqua" pitchFamily="18" charset="0"/>
              </a:rPr>
              <a:t> card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6389" y="2011683"/>
            <a:ext cx="11234055" cy="84908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C00000"/>
                </a:solidFill>
                <a:latin typeface="+mj-lt"/>
              </a:rPr>
              <a:t>C</a:t>
            </a:r>
            <a:r>
              <a:rPr lang="en-US" altLang="en-US" sz="2000" dirty="0">
                <a:latin typeface="+mj-lt"/>
              </a:rPr>
              <a:t>lass </a:t>
            </a:r>
            <a:r>
              <a:rPr lang="en-US" altLang="en-US" sz="2000" b="1" dirty="0">
                <a:solidFill>
                  <a:srgbClr val="C00000"/>
                </a:solidFill>
                <a:latin typeface="+mj-lt"/>
              </a:rPr>
              <a:t>R</a:t>
            </a:r>
            <a:r>
              <a:rPr lang="en-US" altLang="en-US" sz="2000" dirty="0">
                <a:latin typeface="+mj-lt"/>
              </a:rPr>
              <a:t>esponsibility </a:t>
            </a:r>
            <a:r>
              <a:rPr lang="en-US" altLang="en-US" sz="2000" b="1" dirty="0">
                <a:solidFill>
                  <a:srgbClr val="C00000"/>
                </a:solidFill>
                <a:latin typeface="+mj-lt"/>
              </a:rPr>
              <a:t>C</a:t>
            </a:r>
            <a:r>
              <a:rPr lang="en-US" altLang="en-US" sz="2000" dirty="0">
                <a:latin typeface="+mj-lt"/>
              </a:rPr>
              <a:t>ollaboration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latin typeface="+mj-lt"/>
              </a:rPr>
              <a:t>CRC goals: provide the simplest possible conceptual introduction to OO design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91" y="3069770"/>
            <a:ext cx="5760721" cy="3579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33754" y="2978332"/>
            <a:ext cx="5029200" cy="3657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E8115-BBCB-A86A-FCFA-A6F8011C04ED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86551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latin typeface="Book Antiqua" pitchFamily="18" charset="0"/>
              </a:rPr>
              <a:t>Crc</a:t>
            </a:r>
            <a:r>
              <a:rPr lang="en-US" altLang="en-US" b="1" dirty="0">
                <a:latin typeface="Book Antiqua" pitchFamily="18" charset="0"/>
              </a:rPr>
              <a:t> card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9452" y="2076998"/>
            <a:ext cx="11234055" cy="3762100"/>
          </a:xfrm>
        </p:spPr>
        <p:txBody>
          <a:bodyPr>
            <a:noAutofit/>
          </a:bodyPr>
          <a:lstStyle/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latin typeface="+mj-lt"/>
              </a:rPr>
              <a:t>A CRC card is a 3-x-5" or 4-x-6" lined index card. </a:t>
            </a:r>
          </a:p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The physical nature</a:t>
            </a:r>
            <a:r>
              <a:rPr lang="en-US" sz="2000" dirty="0">
                <a:latin typeface="+mj-lt"/>
              </a:rPr>
              <a:t> of the cards </a:t>
            </a:r>
            <a:r>
              <a:rPr lang="en-US" sz="2000" b="1" dirty="0">
                <a:latin typeface="+mj-lt"/>
              </a:rPr>
              <a:t>emphasizes</a:t>
            </a:r>
            <a:r>
              <a:rPr lang="en-US" sz="2000" dirty="0">
                <a:latin typeface="+mj-lt"/>
              </a:rPr>
              <a:t> the division of responsibility across objects. </a:t>
            </a:r>
          </a:p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The physical size</a:t>
            </a:r>
            <a:r>
              <a:rPr lang="en-US" sz="2000" dirty="0">
                <a:latin typeface="+mj-lt"/>
              </a:rPr>
              <a:t> of the cards also </a:t>
            </a:r>
            <a:r>
              <a:rPr lang="en-US" sz="2000" b="1" dirty="0">
                <a:latin typeface="+mj-lt"/>
              </a:rPr>
              <a:t>helps to establish limits</a:t>
            </a:r>
            <a:r>
              <a:rPr lang="en-US" sz="2000" dirty="0">
                <a:latin typeface="+mj-lt"/>
              </a:rPr>
              <a:t> for the size and complexity of the classes. </a:t>
            </a:r>
          </a:p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latin typeface="+mj-lt"/>
              </a:rPr>
              <a:t>The CRC card technique does not use the UML, instead it is used to discover information about classes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that is then placed into a UML Class diagram.</a:t>
            </a:r>
          </a:p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latin typeface="+mj-lt"/>
              </a:rPr>
              <a:t>The body of the card is divided in half. </a:t>
            </a:r>
          </a:p>
          <a:p>
            <a:pPr lvl="1" indent="-292290">
              <a:buFont typeface="Wingdings" pitchFamily="2" charset="2"/>
              <a:buChar char="§"/>
              <a:defRPr/>
            </a:pPr>
            <a:r>
              <a:rPr lang="en-US" sz="2000" dirty="0">
                <a:latin typeface="+mj-lt"/>
              </a:rPr>
              <a:t>The left column/half lists the responsibilities of the class</a:t>
            </a:r>
          </a:p>
          <a:p>
            <a:pPr lvl="1" indent="-292290">
              <a:buFont typeface="Wingdings" pitchFamily="2" charset="2"/>
              <a:buChar char="§"/>
              <a:defRPr/>
            </a:pPr>
            <a:r>
              <a:rPr lang="en-US" sz="2000" dirty="0">
                <a:latin typeface="+mj-lt"/>
              </a:rPr>
              <a:t>The right column/half lists the other objects that it works with, the collaborators,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to fulfill each responsibility.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C7C8E-851B-67EA-BC60-3AF959ECBCE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5708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756" y="2171275"/>
            <a:ext cx="11025052" cy="310895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Identify the key stakeholders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These are the people who will be involved in the negotiation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Determine each of the stakeholders “win conditions”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Win conditions are not always obvious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Negotiate/Prioritization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Work toward a set of requirements that lead to “win-win”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D347E4-0497-6DB3-0C7B-925A8D674D9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743092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2"/>
            <a:ext cx="11025052" cy="460058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Is each requirement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consistent with the overall objective </a:t>
            </a:r>
            <a:r>
              <a:rPr lang="en-US" sz="2000" dirty="0">
                <a:ea typeface="ＭＳ Ｐゴシック" pitchFamily="34" charset="-128"/>
              </a:rPr>
              <a:t>for the system/product?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Have all requirements been specified at the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proper level</a:t>
            </a:r>
            <a:r>
              <a:rPr lang="en-US" sz="2000" dirty="0">
                <a:ea typeface="ＭＳ Ｐゴシック" pitchFamily="34" charset="-128"/>
              </a:rPr>
              <a:t> of abstraction?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Is the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requirement really necessary </a:t>
            </a:r>
            <a:r>
              <a:rPr lang="en-US" sz="2000" dirty="0">
                <a:ea typeface="ＭＳ Ｐゴシック" pitchFamily="34" charset="-128"/>
              </a:rPr>
              <a:t>or does it represent an add-on feature that may not be essential to the objective of the system?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Is each requirement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unambiguous</a:t>
            </a:r>
            <a:r>
              <a:rPr lang="en-US" sz="2000" dirty="0">
                <a:ea typeface="ＭＳ Ｐゴシック" pitchFamily="34" charset="-128"/>
              </a:rPr>
              <a:t>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Do any requirements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conflict </a:t>
            </a:r>
            <a:r>
              <a:rPr lang="en-US" sz="2000" dirty="0">
                <a:ea typeface="ＭＳ Ｐゴシック" pitchFamily="34" charset="-128"/>
              </a:rPr>
              <a:t>with other requirements?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Is each requirement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achievable in the technical environment </a:t>
            </a:r>
            <a:r>
              <a:rPr lang="en-US" sz="2000" dirty="0">
                <a:ea typeface="ＭＳ Ｐゴシック" pitchFamily="34" charset="-128"/>
              </a:rPr>
              <a:t>that will house the system or product?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Is each requirement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testable, once implemented</a:t>
            </a:r>
            <a:r>
              <a:rPr lang="en-US" sz="2000" dirty="0">
                <a:ea typeface="ＭＳ Ｐゴシック" pitchFamily="34" charset="-128"/>
              </a:rPr>
              <a:t>?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Does the requirements model properly reflect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the information, function and behavior </a:t>
            </a:r>
            <a:r>
              <a:rPr lang="en-US" sz="2000" dirty="0">
                <a:ea typeface="ＭＳ Ｐゴシック" pitchFamily="34" charset="-128"/>
              </a:rPr>
              <a:t>of the system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 to be built.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Have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requirements patterns </a:t>
            </a:r>
            <a:r>
              <a:rPr lang="en-US" sz="2000" dirty="0">
                <a:ea typeface="ＭＳ Ｐゴシック" pitchFamily="34" charset="-128"/>
              </a:rPr>
              <a:t>been used to simplify the requirements model. Have all patterns been properly validated? Are all patterns consistent with customer requirements?	</a:t>
            </a: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D54D9A-7909-18C2-1F85-26B8B3D49B0E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4195692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Requirements  Baseline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46366"/>
            <a:ext cx="11029615" cy="468956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b="1" dirty="0"/>
              <a:t>A requirements baseline is a set of requirements that has been reviewed and agreed upon and serves as the basis for further development.</a:t>
            </a:r>
          </a:p>
          <a:p>
            <a:pPr>
              <a:buFont typeface="Wingdings" pitchFamily="2" charset="2"/>
              <a:buChar char="q"/>
            </a:pPr>
            <a:r>
              <a:rPr lang="en-GB" dirty="0"/>
              <a:t>A meaningful baselining process gives all the major stakeholders confidence in the following ways: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Customer management or marketing </a:t>
            </a:r>
            <a:r>
              <a:rPr lang="en-GB" sz="1800" dirty="0"/>
              <a:t>is confident that the project scope won’t explode out of control, because customers manage the scope change decisions.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User representatives </a:t>
            </a:r>
            <a:r>
              <a:rPr lang="en-GB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Development management </a:t>
            </a:r>
            <a:r>
              <a:rPr lang="en-GB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GB" sz="1800" dirty="0"/>
            </a:br>
            <a:r>
              <a:rPr lang="en-GB" sz="1800" dirty="0"/>
              <a:t>cost, functionality, and quality.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Business analysts and project managers </a:t>
            </a:r>
            <a:r>
              <a:rPr lang="en-GB" sz="1800" dirty="0"/>
              <a:t>are confident that they can manage changes to the project in a way that will keep chaos to a minimum.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Quality assurance and test teams </a:t>
            </a:r>
            <a:r>
              <a:rPr lang="en-GB" sz="1800" dirty="0"/>
              <a:t>can confidently develop their test scripts and be fully prepared for their project activities.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 rot="16200000">
            <a:off x="11313649" y="998709"/>
            <a:ext cx="1115065" cy="319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+mj-lt"/>
              </a:rPr>
              <a:t>Slide - 9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40DC51-B012-086B-901F-5E6A7D7264E9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260457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20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1F1225-D3D8-8FC2-9B34-06741878F17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1406</Words>
  <Application>Microsoft Office PowerPoint</Application>
  <PresentationFormat>Widescreen</PresentationFormat>
  <Paragraphs>183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ＭＳ Ｐゴシック</vt:lpstr>
      <vt:lpstr>Arial</vt:lpstr>
      <vt:lpstr>Book Antiqua</vt:lpstr>
      <vt:lpstr>Calibri</vt:lpstr>
      <vt:lpstr>Gill Sans MT</vt:lpstr>
      <vt:lpstr>Palatino</vt:lpstr>
      <vt:lpstr>Wingdings</vt:lpstr>
      <vt:lpstr>Wingdings 2</vt:lpstr>
      <vt:lpstr>Dividend</vt:lpstr>
      <vt:lpstr>Bitmap Image</vt:lpstr>
      <vt:lpstr>PowerPoint Presentation</vt:lpstr>
      <vt:lpstr>Requirements engineering phases</vt:lpstr>
      <vt:lpstr>inception</vt:lpstr>
      <vt:lpstr>Requirements elicitation</vt:lpstr>
      <vt:lpstr>Requirements Elaboration</vt:lpstr>
      <vt:lpstr>Requirements  Analysis</vt:lpstr>
      <vt:lpstr>Requirements  Analysis</vt:lpstr>
      <vt:lpstr>domain  Analysis</vt:lpstr>
      <vt:lpstr>Data modelling</vt:lpstr>
      <vt:lpstr>Data objects &amp; relationships</vt:lpstr>
      <vt:lpstr>Cardinality – erd notation</vt:lpstr>
      <vt:lpstr>Classes categorization</vt:lpstr>
      <vt:lpstr>Classes categorization</vt:lpstr>
      <vt:lpstr>Classes Categorization</vt:lpstr>
      <vt:lpstr>Crc card</vt:lpstr>
      <vt:lpstr>Crc card</vt:lpstr>
      <vt:lpstr>Requirements negotiation</vt:lpstr>
      <vt:lpstr>Requirements  validation</vt:lpstr>
      <vt:lpstr>The  Requirements  Baseline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Ch.08 - Requirements Engineering</dc:title>
  <dc:subject>Software Engineering</dc:subject>
  <dc:creator>M. Mahmudul Hasan</dc:creator>
  <cp:lastModifiedBy>Jubayer Ahamed</cp:lastModifiedBy>
  <cp:revision>20</cp:revision>
  <dcterms:created xsi:type="dcterms:W3CDTF">2019-05-13T08:37:20Z</dcterms:created>
  <dcterms:modified xsi:type="dcterms:W3CDTF">2025-07-19T12:59:22Z</dcterms:modified>
</cp:coreProperties>
</file>