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3"/>
  </p:notesMasterIdLst>
  <p:sldIdLst>
    <p:sldId id="256" r:id="rId2"/>
    <p:sldId id="293" r:id="rId3"/>
    <p:sldId id="296" r:id="rId4"/>
    <p:sldId id="298" r:id="rId5"/>
    <p:sldId id="299" r:id="rId6"/>
    <p:sldId id="303" r:id="rId7"/>
    <p:sldId id="304" r:id="rId8"/>
    <p:sldId id="295" r:id="rId9"/>
    <p:sldId id="311" r:id="rId10"/>
    <p:sldId id="312" r:id="rId11"/>
    <p:sldId id="31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DD0F88-8A1D-469E-9A4D-0D864E33DB38}" v="2" dt="2025-03-08T13:33:29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E3DD0F88-8A1D-469E-9A4D-0D864E33DB38}"/>
    <pc:docChg chg="undo redo custSel modSld">
      <pc:chgData name="Saikat Baul" userId="dae859d7-ea3e-4a5d-83a1-d953f3940120" providerId="ADAL" clId="{E3DD0F88-8A1D-469E-9A4D-0D864E33DB38}" dt="2025-03-10T03:43:41.651" v="181" actId="207"/>
      <pc:docMkLst>
        <pc:docMk/>
      </pc:docMkLst>
      <pc:sldChg chg="modSp mod">
        <pc:chgData name="Saikat Baul" userId="dae859d7-ea3e-4a5d-83a1-d953f3940120" providerId="ADAL" clId="{E3DD0F88-8A1D-469E-9A4D-0D864E33DB38}" dt="2025-03-01T08:39:47.323" v="23" actId="1076"/>
        <pc:sldMkLst>
          <pc:docMk/>
          <pc:sldMk cId="2664565021" sldId="256"/>
        </pc:sldMkLst>
        <pc:spChg chg="mod">
          <ac:chgData name="Saikat Baul" userId="dae859d7-ea3e-4a5d-83a1-d953f3940120" providerId="ADAL" clId="{E3DD0F88-8A1D-469E-9A4D-0D864E33DB38}" dt="2025-03-01T08:39:47.323" v="23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 mod">
        <pc:chgData name="Saikat Baul" userId="dae859d7-ea3e-4a5d-83a1-d953f3940120" providerId="ADAL" clId="{E3DD0F88-8A1D-469E-9A4D-0D864E33DB38}" dt="2025-03-03T14:06:46.512" v="28" actId="14100"/>
        <pc:sldMkLst>
          <pc:docMk/>
          <pc:sldMk cId="3411684674" sldId="293"/>
        </pc:sldMkLst>
        <pc:spChg chg="mod">
          <ac:chgData name="Saikat Baul" userId="dae859d7-ea3e-4a5d-83a1-d953f3940120" providerId="ADAL" clId="{E3DD0F88-8A1D-469E-9A4D-0D864E33DB38}" dt="2025-03-03T14:06:46.512" v="28" actId="14100"/>
          <ac:spMkLst>
            <pc:docMk/>
            <pc:sldMk cId="3411684674" sldId="293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03T16:54:26.759" v="33" actId="14100"/>
        <pc:sldMkLst>
          <pc:docMk/>
          <pc:sldMk cId="3925133192" sldId="298"/>
        </pc:sldMkLst>
        <pc:spChg chg="mod">
          <ac:chgData name="Saikat Baul" userId="dae859d7-ea3e-4a5d-83a1-d953f3940120" providerId="ADAL" clId="{E3DD0F88-8A1D-469E-9A4D-0D864E33DB38}" dt="2025-03-03T16:54:26.759" v="33" actId="14100"/>
          <ac:spMkLst>
            <pc:docMk/>
            <pc:sldMk cId="3925133192" sldId="298"/>
            <ac:spMk id="3" creationId="{00000000-0000-0000-0000-000000000000}"/>
          </ac:spMkLst>
        </pc:spChg>
        <pc:picChg chg="mod">
          <ac:chgData name="Saikat Baul" userId="dae859d7-ea3e-4a5d-83a1-d953f3940120" providerId="ADAL" clId="{E3DD0F88-8A1D-469E-9A4D-0D864E33DB38}" dt="2025-03-03T16:54:17.100" v="32" actId="1076"/>
          <ac:picMkLst>
            <pc:docMk/>
            <pc:sldMk cId="3925133192" sldId="298"/>
            <ac:picMk id="6" creationId="{00000000-0000-0000-0000-000000000000}"/>
          </ac:picMkLst>
        </pc:picChg>
      </pc:sldChg>
      <pc:sldChg chg="addSp delSp modSp mod modNotesTx">
        <pc:chgData name="Saikat Baul" userId="dae859d7-ea3e-4a5d-83a1-d953f3940120" providerId="ADAL" clId="{E3DD0F88-8A1D-469E-9A4D-0D864E33DB38}" dt="2025-03-08T13:56:35.636" v="145" actId="20577"/>
        <pc:sldMkLst>
          <pc:docMk/>
          <pc:sldMk cId="1632695831" sldId="300"/>
        </pc:sldMkLst>
        <pc:spChg chg="add del mod">
          <ac:chgData name="Saikat Baul" userId="dae859d7-ea3e-4a5d-83a1-d953f3940120" providerId="ADAL" clId="{E3DD0F88-8A1D-469E-9A4D-0D864E33DB38}" dt="2025-03-08T13:34:06.347" v="100" actId="208"/>
          <ac:spMkLst>
            <pc:docMk/>
            <pc:sldMk cId="1632695831" sldId="300"/>
            <ac:spMk id="3" creationId="{00000000-0000-0000-0000-000000000000}"/>
          </ac:spMkLst>
        </pc:spChg>
        <pc:spChg chg="add mod">
          <ac:chgData name="Saikat Baul" userId="dae859d7-ea3e-4a5d-83a1-d953f3940120" providerId="ADAL" clId="{E3DD0F88-8A1D-469E-9A4D-0D864E33DB38}" dt="2025-03-08T13:34:30.433" v="133" actId="20577"/>
          <ac:spMkLst>
            <pc:docMk/>
            <pc:sldMk cId="1632695831" sldId="300"/>
            <ac:spMk id="7" creationId="{FF9B66A1-42A4-B4A2-FF41-E6481BE1F974}"/>
          </ac:spMkLst>
        </pc:spChg>
        <pc:picChg chg="mod">
          <ac:chgData name="Saikat Baul" userId="dae859d7-ea3e-4a5d-83a1-d953f3940120" providerId="ADAL" clId="{E3DD0F88-8A1D-469E-9A4D-0D864E33DB38}" dt="2025-03-08T13:33:29.087" v="94" actId="1076"/>
          <ac:picMkLst>
            <pc:docMk/>
            <pc:sldMk cId="1632695831" sldId="300"/>
            <ac:picMk id="1026" creationId="{00000000-0000-0000-0000-000000000000}"/>
          </ac:picMkLst>
        </pc:picChg>
      </pc:sldChg>
      <pc:sldChg chg="modSp mod">
        <pc:chgData name="Saikat Baul" userId="dae859d7-ea3e-4a5d-83a1-d953f3940120" providerId="ADAL" clId="{E3DD0F88-8A1D-469E-9A4D-0D864E33DB38}" dt="2025-03-08T14:01:51.404" v="180" actId="20577"/>
        <pc:sldMkLst>
          <pc:docMk/>
          <pc:sldMk cId="2476521425" sldId="304"/>
        </pc:sldMkLst>
        <pc:spChg chg="mod">
          <ac:chgData name="Saikat Baul" userId="dae859d7-ea3e-4a5d-83a1-d953f3940120" providerId="ADAL" clId="{E3DD0F88-8A1D-469E-9A4D-0D864E33DB38}" dt="2025-03-08T14:01:51.404" v="180" actId="20577"/>
          <ac:spMkLst>
            <pc:docMk/>
            <pc:sldMk cId="2476521425" sldId="304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10T03:43:41.651" v="181" actId="207"/>
        <pc:sldMkLst>
          <pc:docMk/>
          <pc:sldMk cId="300910314" sldId="307"/>
        </pc:sldMkLst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6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7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8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9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0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6" creationId="{00000000-0000-0000-0000-000000000000}"/>
          </ac:spMkLst>
        </pc:spChg>
      </pc:sldChg>
    </pc:docChg>
  </pc:docChgLst>
  <pc:docChgLst>
    <pc:chgData name="Farzana Bente Alam" userId="3f74bd13-d3c2-4c92-803f-cee23a0d21b8" providerId="ADAL" clId="{27AC36B6-6117-403C-9CA1-F33B43EB0339}"/>
    <pc:docChg chg="modSld">
      <pc:chgData name="Farzana Bente Alam" userId="3f74bd13-d3c2-4c92-803f-cee23a0d21b8" providerId="ADAL" clId="{27AC36B6-6117-403C-9CA1-F33B43EB0339}" dt="2024-11-03T06:15:54.186" v="0" actId="1036"/>
      <pc:docMkLst>
        <pc:docMk/>
      </pc:docMkLst>
      <pc:sldChg chg="modSp mod">
        <pc:chgData name="Farzana Bente Alam" userId="3f74bd13-d3c2-4c92-803f-cee23a0d21b8" providerId="ADAL" clId="{27AC36B6-6117-403C-9CA1-F33B43EB0339}" dt="2024-11-03T06:15:54.186" v="0" actId="1036"/>
        <pc:sldMkLst>
          <pc:docMk/>
          <pc:sldMk cId="1632695831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19/07/2025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Inception Phase: </a:t>
            </a:r>
            <a:r>
              <a:rPr lang="en-US" dirty="0"/>
              <a:t>Define project scope, objectives, and business case. Identify key requirements and risks and create initial plans.</a:t>
            </a:r>
          </a:p>
          <a:p>
            <a:r>
              <a:rPr lang="en-US" b="1" dirty="0"/>
              <a:t>2. Elaboration Phase: </a:t>
            </a:r>
            <a:r>
              <a:rPr lang="en-US" dirty="0"/>
              <a:t>Refine requirements and validate system architecture. Mitigate risks and plan the construction phase.</a:t>
            </a:r>
          </a:p>
          <a:p>
            <a:r>
              <a:rPr lang="en-US" b="1" dirty="0"/>
              <a:t>3. Construction Phase: </a:t>
            </a:r>
            <a:r>
              <a:rPr lang="en-US" dirty="0"/>
              <a:t>Develop, integrate, and test system components. Ensure functionality and quality through iterative builds.</a:t>
            </a:r>
          </a:p>
          <a:p>
            <a:r>
              <a:rPr lang="en-US" b="1" dirty="0"/>
              <a:t>4. Transition Phase: </a:t>
            </a:r>
            <a:r>
              <a:rPr lang="en-US" dirty="0"/>
              <a:t>Deploy the product and train users. Address defects and gather user feedback.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3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development process model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4963700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JUBAYER AHAMED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400" cap="none" dirty="0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2400" cap="none" dirty="0">
                <a:solidFill>
                  <a:schemeClr val="tx1"/>
                </a:solidFill>
              </a:rPr>
              <a:t> </a:t>
            </a:r>
            <a:endParaRPr lang="en-US" sz="28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 dirty="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 dirty="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V-Model is an extension of the waterfall model and is based on an association of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 dirty="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This is a highly disciplined model, and the next phase starts only after the completion of the previous phase.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Requirements are not precise, and the p</a:t>
            </a:r>
            <a:r>
              <a:rPr lang="en-GB" sz="2200" dirty="0"/>
              <a:t>rototype serves as a mechanism for identifying software requirements</a:t>
            </a: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 dirty="0"/>
              <a:t>System requirements ALWAYS evolve during a project, so process iteration is proper where earlier stages are reworked and is always part of the process for large systems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Rather than </a:t>
            </a:r>
            <a:r>
              <a:rPr lang="en-US" sz="2000" dirty="0">
                <a:latin typeface="+mj-lt"/>
              </a:rPr>
              <a:t>delivering the system as a single delivery, development and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 dirty="0">
                <a:latin typeface="+mj-lt"/>
              </a:rPr>
              <a:t> with each increment delivering part of the required functionality (SPIRAL).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T</a:t>
            </a:r>
            <a:r>
              <a:rPr lang="en-US" sz="2000" dirty="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User requirements are prioritized, and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 dirty="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Once the development of an increment is started,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 dirty="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98618"/>
            <a:ext cx="11034702" cy="30902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000" b="1" dirty="0">
                <a:latin typeface="+mj-lt"/>
              </a:rPr>
              <a:t>Advantages of Incremental Development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Customer value can be delivered with each increment, so system functionality is available earlier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/>
              <a:t>Deliver the core product first</a:t>
            </a:r>
            <a:endParaRPr lang="en-GB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Early increments act as a prototype to help identify requirements for later increments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Lower risk of overall project failure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The highest-priority system services tend to receive the most testing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4EB3A2-622F-7CEC-2009-75A20B76FC4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476521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In the RAD model, the components or functions are </a:t>
            </a:r>
            <a:r>
              <a:rPr lang="en-US" sz="2000" dirty="0">
                <a:solidFill>
                  <a:srgbClr val="C00000"/>
                </a:solidFill>
              </a:rPr>
              <a:t>developed in parallel </a:t>
            </a:r>
            <a:r>
              <a:rPr lang="en-US" sz="2000" dirty="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/>
              <a:t>Delivers a fully functional system in </a:t>
            </a:r>
            <a:r>
              <a:rPr lang="en-GB" altLang="en-US" sz="2000" dirty="0">
                <a:solidFill>
                  <a:srgbClr val="C00000"/>
                </a:solidFill>
              </a:rPr>
              <a:t>90 days</a:t>
            </a:r>
            <a:r>
              <a:rPr lang="en-GB" altLang="en-US" sz="2000" dirty="0"/>
              <a:t>, give or take 30 days</a:t>
            </a:r>
            <a:r>
              <a:rPr lang="en-US" sz="2000" dirty="0"/>
              <a:t> 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 dirty="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User Design </a:t>
            </a:r>
            <a:r>
              <a:rPr lang="en-GB" altLang="en-US" sz="2000" dirty="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Construction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Cutover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(testing, changeover to new system, user training)</a:t>
            </a:r>
            <a:endParaRPr lang="en-US" sz="2200" b="1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Rational Unified Process (RUP)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773-2BDA-ACC8-8895-B0E381214C7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profile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- 14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805</Words>
  <Application>Microsoft Office PowerPoint</Application>
  <PresentationFormat>Widescreen</PresentationFormat>
  <Paragraphs>100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ＭＳ Ｐゴシック</vt:lpstr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Incremental development</vt:lpstr>
      <vt:lpstr>Rapid Application Development (RAD)</vt:lpstr>
      <vt:lpstr>Rational Unified Process (RUP)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lastModifiedBy>Jubayer Ahamed</cp:lastModifiedBy>
  <cp:revision>20</cp:revision>
  <dcterms:created xsi:type="dcterms:W3CDTF">2019-05-13T08:37:20Z</dcterms:created>
  <dcterms:modified xsi:type="dcterms:W3CDTF">2025-07-19T12:59:31Z</dcterms:modified>
</cp:coreProperties>
</file>