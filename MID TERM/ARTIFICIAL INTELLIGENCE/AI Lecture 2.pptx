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60" r:id="rId5"/>
    <p:sldId id="294" r:id="rId6"/>
    <p:sldId id="261" r:id="rId7"/>
    <p:sldId id="262" r:id="rId8"/>
    <p:sldId id="263" r:id="rId9"/>
    <p:sldId id="264" r:id="rId10"/>
    <p:sldId id="266" r:id="rId11"/>
    <p:sldId id="268" r:id="rId12"/>
    <p:sldId id="270" r:id="rId13"/>
    <p:sldId id="272" r:id="rId14"/>
    <p:sldId id="273" r:id="rId15"/>
    <p:sldId id="274" r:id="rId16"/>
    <p:sldId id="275" r:id="rId17"/>
    <p:sldId id="277" r:id="rId18"/>
    <p:sldId id="278" r:id="rId19"/>
    <p:sldId id="279" r:id="rId20"/>
    <p:sldId id="280" r:id="rId21"/>
    <p:sldId id="325" r:id="rId22"/>
    <p:sldId id="326" r:id="rId23"/>
    <p:sldId id="281" r:id="rId24"/>
    <p:sldId id="283" r:id="rId25"/>
    <p:sldId id="284" r:id="rId26"/>
    <p:sldId id="285" r:id="rId27"/>
    <p:sldId id="286" r:id="rId28"/>
    <p:sldId id="287" r:id="rId29"/>
    <p:sldId id="288" r:id="rId30"/>
    <p:sldId id="289" r:id="rId31"/>
    <p:sldId id="324" r:id="rId32"/>
    <p:sldId id="291" r:id="rId33"/>
    <p:sldId id="293" r:id="rId34"/>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BE0649-A5B8-7CCE-B804-DBA2DF0EE9EA}" v="13" dt="2025-07-20T17:39:38.01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7" d="100"/>
          <a:sy n="117" d="100"/>
        </p:scale>
        <p:origin x="1484"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ZIA SHARMIN" userId="S::sazia.sharmin@aiub.edu::e76e1817-908f-4d6e-a7ec-37593777c360" providerId="AD" clId="Web-{7587706A-1E08-739E-C618-B1F67FF6786A}"/>
    <pc:docChg chg="addSld modSld">
      <pc:chgData name="SAZIA SHARMIN" userId="S::sazia.sharmin@aiub.edu::e76e1817-908f-4d6e-a7ec-37593777c360" providerId="AD" clId="Web-{7587706A-1E08-739E-C618-B1F67FF6786A}" dt="2025-04-09T08:54:47.414" v="3" actId="14100"/>
      <pc:docMkLst>
        <pc:docMk/>
      </pc:docMkLst>
      <pc:sldChg chg="modSp add">
        <pc:chgData name="SAZIA SHARMIN" userId="S::sazia.sharmin@aiub.edu::e76e1817-908f-4d6e-a7ec-37593777c360" providerId="AD" clId="Web-{7587706A-1E08-739E-C618-B1F67FF6786A}" dt="2025-04-09T08:54:47.414" v="3" actId="14100"/>
        <pc:sldMkLst>
          <pc:docMk/>
          <pc:sldMk cId="2779561121" sldId="324"/>
        </pc:sldMkLst>
      </pc:sldChg>
      <pc:sldMasterChg chg="addSldLayout">
        <pc:chgData name="SAZIA SHARMIN" userId="S::sazia.sharmin@aiub.edu::e76e1817-908f-4d6e-a7ec-37593777c360" providerId="AD" clId="Web-{7587706A-1E08-739E-C618-B1F67FF6786A}" dt="2025-04-09T08:54:11.960" v="0"/>
        <pc:sldMasterMkLst>
          <pc:docMk/>
          <pc:sldMasterMk cId="0" sldId="2147483648"/>
        </pc:sldMasterMkLst>
        <pc:sldLayoutChg chg="add">
          <pc:chgData name="SAZIA SHARMIN" userId="S::sazia.sharmin@aiub.edu::e76e1817-908f-4d6e-a7ec-37593777c360" providerId="AD" clId="Web-{7587706A-1E08-739E-C618-B1F67FF6786A}" dt="2025-04-09T08:54:11.960" v="0"/>
          <pc:sldLayoutMkLst>
            <pc:docMk/>
            <pc:sldMasterMk cId="0" sldId="2147483648"/>
            <pc:sldLayoutMk cId="4021113615" sldId="2147483666"/>
          </pc:sldLayoutMkLst>
        </pc:sldLayoutChg>
      </pc:sldMasterChg>
    </pc:docChg>
  </pc:docChgLst>
  <pc:docChgLst>
    <pc:chgData name="SAZIA SHARMIN" userId="S::sazia.sharmin@aiub.edu::e76e1817-908f-4d6e-a7ec-37593777c360" providerId="AD" clId="Web-{45BE0649-A5B8-7CCE-B804-DBA2DF0EE9EA}"/>
    <pc:docChg chg="modSld">
      <pc:chgData name="SAZIA SHARMIN" userId="S::sazia.sharmin@aiub.edu::e76e1817-908f-4d6e-a7ec-37593777c360" providerId="AD" clId="Web-{45BE0649-A5B8-7CCE-B804-DBA2DF0EE9EA}" dt="2025-07-20T17:39:35.713" v="9" actId="20577"/>
      <pc:docMkLst>
        <pc:docMk/>
      </pc:docMkLst>
      <pc:sldChg chg="modSp">
        <pc:chgData name="SAZIA SHARMIN" userId="S::sazia.sharmin@aiub.edu::e76e1817-908f-4d6e-a7ec-37593777c360" providerId="AD" clId="Web-{45BE0649-A5B8-7CCE-B804-DBA2DF0EE9EA}" dt="2025-07-20T17:38:03.882" v="4" actId="1076"/>
        <pc:sldMkLst>
          <pc:docMk/>
          <pc:sldMk cId="0" sldId="284"/>
        </pc:sldMkLst>
        <pc:spChg chg="mod">
          <ac:chgData name="SAZIA SHARMIN" userId="S::sazia.sharmin@aiub.edu::e76e1817-908f-4d6e-a7ec-37593777c360" providerId="AD" clId="Web-{45BE0649-A5B8-7CCE-B804-DBA2DF0EE9EA}" dt="2025-07-20T17:38:03.882" v="4" actId="1076"/>
          <ac:spMkLst>
            <pc:docMk/>
            <pc:sldMk cId="0" sldId="284"/>
            <ac:spMk id="15" creationId="{2F67C564-E5D1-45C6-B417-1320CAED789D}"/>
          </ac:spMkLst>
        </pc:spChg>
      </pc:sldChg>
      <pc:sldChg chg="modSp">
        <pc:chgData name="SAZIA SHARMIN" userId="S::sazia.sharmin@aiub.edu::e76e1817-908f-4d6e-a7ec-37593777c360" providerId="AD" clId="Web-{45BE0649-A5B8-7CCE-B804-DBA2DF0EE9EA}" dt="2025-07-20T17:38:27.445" v="5" actId="14100"/>
        <pc:sldMkLst>
          <pc:docMk/>
          <pc:sldMk cId="0" sldId="285"/>
        </pc:sldMkLst>
        <pc:picChg chg="mod">
          <ac:chgData name="SAZIA SHARMIN" userId="S::sazia.sharmin@aiub.edu::e76e1817-908f-4d6e-a7ec-37593777c360" providerId="AD" clId="Web-{45BE0649-A5B8-7CCE-B804-DBA2DF0EE9EA}" dt="2025-07-20T17:38:27.445" v="5" actId="14100"/>
          <ac:picMkLst>
            <pc:docMk/>
            <pc:sldMk cId="0" sldId="285"/>
            <ac:picMk id="5" creationId="{00000000-0000-0000-0000-000000000000}"/>
          </ac:picMkLst>
        </pc:picChg>
      </pc:sldChg>
      <pc:sldChg chg="modSp">
        <pc:chgData name="SAZIA SHARMIN" userId="S::sazia.sharmin@aiub.edu::e76e1817-908f-4d6e-a7ec-37593777c360" providerId="AD" clId="Web-{45BE0649-A5B8-7CCE-B804-DBA2DF0EE9EA}" dt="2025-07-20T17:38:47.461" v="6" actId="14100"/>
        <pc:sldMkLst>
          <pc:docMk/>
          <pc:sldMk cId="0" sldId="286"/>
        </pc:sldMkLst>
        <pc:picChg chg="mod">
          <ac:chgData name="SAZIA SHARMIN" userId="S::sazia.sharmin@aiub.edu::e76e1817-908f-4d6e-a7ec-37593777c360" providerId="AD" clId="Web-{45BE0649-A5B8-7CCE-B804-DBA2DF0EE9EA}" dt="2025-07-20T17:38:47.461" v="6" actId="14100"/>
          <ac:picMkLst>
            <pc:docMk/>
            <pc:sldMk cId="0" sldId="286"/>
            <ac:picMk id="5" creationId="{00000000-0000-0000-0000-000000000000}"/>
          </ac:picMkLst>
        </pc:picChg>
      </pc:sldChg>
      <pc:sldChg chg="modSp">
        <pc:chgData name="SAZIA SHARMIN" userId="S::sazia.sharmin@aiub.edu::e76e1817-908f-4d6e-a7ec-37593777c360" providerId="AD" clId="Web-{45BE0649-A5B8-7CCE-B804-DBA2DF0EE9EA}" dt="2025-07-20T17:39:12.087" v="7" actId="14100"/>
        <pc:sldMkLst>
          <pc:docMk/>
          <pc:sldMk cId="0" sldId="287"/>
        </pc:sldMkLst>
        <pc:picChg chg="mod">
          <ac:chgData name="SAZIA SHARMIN" userId="S::sazia.sharmin@aiub.edu::e76e1817-908f-4d6e-a7ec-37593777c360" providerId="AD" clId="Web-{45BE0649-A5B8-7CCE-B804-DBA2DF0EE9EA}" dt="2025-07-20T17:39:12.087" v="7" actId="14100"/>
          <ac:picMkLst>
            <pc:docMk/>
            <pc:sldMk cId="0" sldId="287"/>
            <ac:picMk id="3" creationId="{00000000-0000-0000-0000-000000000000}"/>
          </ac:picMkLst>
        </pc:picChg>
      </pc:sldChg>
      <pc:sldChg chg="modSp">
        <pc:chgData name="SAZIA SHARMIN" userId="S::sazia.sharmin@aiub.edu::e76e1817-908f-4d6e-a7ec-37593777c360" providerId="AD" clId="Web-{45BE0649-A5B8-7CCE-B804-DBA2DF0EE9EA}" dt="2025-07-20T17:39:35.713" v="9" actId="20577"/>
        <pc:sldMkLst>
          <pc:docMk/>
          <pc:sldMk cId="0" sldId="288"/>
        </pc:sldMkLst>
        <pc:spChg chg="mod">
          <ac:chgData name="SAZIA SHARMIN" userId="S::sazia.sharmin@aiub.edu::e76e1817-908f-4d6e-a7ec-37593777c360" providerId="AD" clId="Web-{45BE0649-A5B8-7CCE-B804-DBA2DF0EE9EA}" dt="2025-07-20T17:39:35.713" v="9" actId="20577"/>
          <ac:spMkLst>
            <pc:docMk/>
            <pc:sldMk cId="0" sldId="288"/>
            <ac:spMk id="5" creationId="{00000000-0000-0000-0000-000000000000}"/>
          </ac:spMkLst>
        </pc:spChg>
      </pc:sldChg>
    </pc:docChg>
  </pc:docChgLst>
  <pc:docChgLst>
    <pc:chgData name="SAZIA SHARMIN" userId="S::sazia.sharmin@aiub.edu::e76e1817-908f-4d6e-a7ec-37593777c360" providerId="AD" clId="Web-{0EB10EC5-B724-03DD-6DED-543C041A20C4}"/>
    <pc:docChg chg="delSld modSld">
      <pc:chgData name="SAZIA SHARMIN" userId="S::sazia.sharmin@aiub.edu::e76e1817-908f-4d6e-a7ec-37593777c360" providerId="AD" clId="Web-{0EB10EC5-B724-03DD-6DED-543C041A20C4}" dt="2025-04-05T18:53:31.800" v="24"/>
      <pc:docMkLst>
        <pc:docMk/>
      </pc:docMkLst>
      <pc:sldChg chg="mod modShow">
        <pc:chgData name="SAZIA SHARMIN" userId="S::sazia.sharmin@aiub.edu::e76e1817-908f-4d6e-a7ec-37593777c360" providerId="AD" clId="Web-{0EB10EC5-B724-03DD-6DED-543C041A20C4}" dt="2025-04-05T18:53:10.924" v="15"/>
        <pc:sldMkLst>
          <pc:docMk/>
          <pc:sldMk cId="0" sldId="257"/>
        </pc:sldMkLst>
      </pc:sldChg>
      <pc:sldChg chg="del mod modShow">
        <pc:chgData name="SAZIA SHARMIN" userId="S::sazia.sharmin@aiub.edu::e76e1817-908f-4d6e-a7ec-37593777c360" providerId="AD" clId="Web-{0EB10EC5-B724-03DD-6DED-543C041A20C4}" dt="2025-04-05T18:53:13.471" v="16"/>
        <pc:sldMkLst>
          <pc:docMk/>
          <pc:sldMk cId="0" sldId="258"/>
        </pc:sldMkLst>
      </pc:sldChg>
      <pc:sldChg chg="del mod modShow">
        <pc:chgData name="SAZIA SHARMIN" userId="S::sazia.sharmin@aiub.edu::e76e1817-908f-4d6e-a7ec-37593777c360" providerId="AD" clId="Web-{0EB10EC5-B724-03DD-6DED-543C041A20C4}" dt="2025-04-05T18:53:18.018" v="17"/>
        <pc:sldMkLst>
          <pc:docMk/>
          <pc:sldMk cId="0" sldId="265"/>
        </pc:sldMkLst>
      </pc:sldChg>
      <pc:sldChg chg="del mod modShow">
        <pc:chgData name="SAZIA SHARMIN" userId="S::sazia.sharmin@aiub.edu::e76e1817-908f-4d6e-a7ec-37593777c360" providerId="AD" clId="Web-{0EB10EC5-B724-03DD-6DED-543C041A20C4}" dt="2025-04-05T18:53:19.503" v="18"/>
        <pc:sldMkLst>
          <pc:docMk/>
          <pc:sldMk cId="0" sldId="267"/>
        </pc:sldMkLst>
      </pc:sldChg>
      <pc:sldChg chg="del mod modShow">
        <pc:chgData name="SAZIA SHARMIN" userId="S::sazia.sharmin@aiub.edu::e76e1817-908f-4d6e-a7ec-37593777c360" providerId="AD" clId="Web-{0EB10EC5-B724-03DD-6DED-543C041A20C4}" dt="2025-04-05T18:53:20.737" v="19"/>
        <pc:sldMkLst>
          <pc:docMk/>
          <pc:sldMk cId="0" sldId="269"/>
        </pc:sldMkLst>
      </pc:sldChg>
      <pc:sldChg chg="del mod modShow">
        <pc:chgData name="SAZIA SHARMIN" userId="S::sazia.sharmin@aiub.edu::e76e1817-908f-4d6e-a7ec-37593777c360" providerId="AD" clId="Web-{0EB10EC5-B724-03DD-6DED-543C041A20C4}" dt="2025-04-05T18:53:22.206" v="20"/>
        <pc:sldMkLst>
          <pc:docMk/>
          <pc:sldMk cId="0" sldId="271"/>
        </pc:sldMkLst>
      </pc:sldChg>
      <pc:sldChg chg="del mod modShow">
        <pc:chgData name="SAZIA SHARMIN" userId="S::sazia.sharmin@aiub.edu::e76e1817-908f-4d6e-a7ec-37593777c360" providerId="AD" clId="Web-{0EB10EC5-B724-03DD-6DED-543C041A20C4}" dt="2025-04-05T18:53:24.706" v="21"/>
        <pc:sldMkLst>
          <pc:docMk/>
          <pc:sldMk cId="0" sldId="276"/>
        </pc:sldMkLst>
      </pc:sldChg>
      <pc:sldChg chg="del mod modShow">
        <pc:chgData name="SAZIA SHARMIN" userId="S::sazia.sharmin@aiub.edu::e76e1817-908f-4d6e-a7ec-37593777c360" providerId="AD" clId="Web-{0EB10EC5-B724-03DD-6DED-543C041A20C4}" dt="2025-04-05T18:53:27.425" v="22"/>
        <pc:sldMkLst>
          <pc:docMk/>
          <pc:sldMk cId="0" sldId="282"/>
        </pc:sldMkLst>
      </pc:sldChg>
      <pc:sldChg chg="modSp">
        <pc:chgData name="SAZIA SHARMIN" userId="S::sazia.sharmin@aiub.edu::e76e1817-908f-4d6e-a7ec-37593777c360" providerId="AD" clId="Web-{0EB10EC5-B724-03DD-6DED-543C041A20C4}" dt="2025-04-05T18:39:46.191" v="2" actId="20577"/>
        <pc:sldMkLst>
          <pc:docMk/>
          <pc:sldMk cId="0" sldId="283"/>
        </pc:sldMkLst>
      </pc:sldChg>
      <pc:sldChg chg="del mod modShow">
        <pc:chgData name="SAZIA SHARMIN" userId="S::sazia.sharmin@aiub.edu::e76e1817-908f-4d6e-a7ec-37593777c360" providerId="AD" clId="Web-{0EB10EC5-B724-03DD-6DED-543C041A20C4}" dt="2025-04-05T18:53:30.316" v="23"/>
        <pc:sldMkLst>
          <pc:docMk/>
          <pc:sldMk cId="0" sldId="290"/>
        </pc:sldMkLst>
      </pc:sldChg>
      <pc:sldChg chg="modSp">
        <pc:chgData name="SAZIA SHARMIN" userId="S::sazia.sharmin@aiub.edu::e76e1817-908f-4d6e-a7ec-37593777c360" providerId="AD" clId="Web-{0EB10EC5-B724-03DD-6DED-543C041A20C4}" dt="2025-04-05T18:40:46.146" v="4" actId="20577"/>
        <pc:sldMkLst>
          <pc:docMk/>
          <pc:sldMk cId="0" sldId="291"/>
        </pc:sldMkLst>
      </pc:sldChg>
      <pc:sldChg chg="del mod modShow">
        <pc:chgData name="SAZIA SHARMIN" userId="S::sazia.sharmin@aiub.edu::e76e1817-908f-4d6e-a7ec-37593777c360" providerId="AD" clId="Web-{0EB10EC5-B724-03DD-6DED-543C041A20C4}" dt="2025-04-05T18:53:31.800" v="24"/>
        <pc:sldMkLst>
          <pc:docMk/>
          <pc:sldMk cId="0" sldId="292"/>
        </pc:sldMkLst>
      </pc:sldChg>
    </pc:docChg>
  </pc:docChgLst>
  <pc:docChgLst>
    <pc:chgData name="SAZIA SHARMIN" userId="S::sazia.sharmin@aiub.edu::e76e1817-908f-4d6e-a7ec-37593777c360" providerId="AD" clId="Web-{BE490684-7355-8E3A-E6A0-3FE933CBCA46}"/>
    <pc:docChg chg="addSld modSld">
      <pc:chgData name="SAZIA SHARMIN" userId="S::sazia.sharmin@aiub.edu::e76e1817-908f-4d6e-a7ec-37593777c360" providerId="AD" clId="Web-{BE490684-7355-8E3A-E6A0-3FE933CBCA46}" dt="2025-07-16T07:00:19.516" v="370" actId="20577"/>
      <pc:docMkLst>
        <pc:docMk/>
      </pc:docMkLst>
      <pc:sldChg chg="modSp">
        <pc:chgData name="SAZIA SHARMIN" userId="S::sazia.sharmin@aiub.edu::e76e1817-908f-4d6e-a7ec-37593777c360" providerId="AD" clId="Web-{BE490684-7355-8E3A-E6A0-3FE933CBCA46}" dt="2025-07-16T06:35:52.749" v="363" actId="20577"/>
        <pc:sldMkLst>
          <pc:docMk/>
          <pc:sldMk cId="0" sldId="270"/>
        </pc:sldMkLst>
        <pc:spChg chg="mod">
          <ac:chgData name="SAZIA SHARMIN" userId="S::sazia.sharmin@aiub.edu::e76e1817-908f-4d6e-a7ec-37593777c360" providerId="AD" clId="Web-{BE490684-7355-8E3A-E6A0-3FE933CBCA46}" dt="2025-07-16T06:35:36.232" v="360" actId="1076"/>
          <ac:spMkLst>
            <pc:docMk/>
            <pc:sldMk cId="0" sldId="270"/>
            <ac:spMk id="2" creationId="{00000000-0000-0000-0000-000000000000}"/>
          </ac:spMkLst>
        </pc:spChg>
        <pc:spChg chg="mod">
          <ac:chgData name="SAZIA SHARMIN" userId="S::sazia.sharmin@aiub.edu::e76e1817-908f-4d6e-a7ec-37593777c360" providerId="AD" clId="Web-{BE490684-7355-8E3A-E6A0-3FE933CBCA46}" dt="2025-07-16T06:35:52.749" v="363" actId="20577"/>
          <ac:spMkLst>
            <pc:docMk/>
            <pc:sldMk cId="0" sldId="270"/>
            <ac:spMk id="3" creationId="{00000000-0000-0000-0000-000000000000}"/>
          </ac:spMkLst>
        </pc:spChg>
      </pc:sldChg>
      <pc:sldChg chg="addSp modSp">
        <pc:chgData name="SAZIA SHARMIN" userId="S::sazia.sharmin@aiub.edu::e76e1817-908f-4d6e-a7ec-37593777c360" providerId="AD" clId="Web-{BE490684-7355-8E3A-E6A0-3FE933CBCA46}" dt="2025-07-16T03:37:30.885" v="352" actId="1076"/>
        <pc:sldMkLst>
          <pc:docMk/>
          <pc:sldMk cId="0" sldId="272"/>
        </pc:sldMkLst>
        <pc:spChg chg="add mod">
          <ac:chgData name="SAZIA SHARMIN" userId="S::sazia.sharmin@aiub.edu::e76e1817-908f-4d6e-a7ec-37593777c360" providerId="AD" clId="Web-{BE490684-7355-8E3A-E6A0-3FE933CBCA46}" dt="2025-07-16T03:37:30.885" v="352" actId="1076"/>
          <ac:spMkLst>
            <pc:docMk/>
            <pc:sldMk cId="0" sldId="272"/>
            <ac:spMk id="17" creationId="{F2DBC04D-BA31-656B-1FC2-B31C4BE39419}"/>
          </ac:spMkLst>
        </pc:spChg>
        <pc:grpChg chg="ord">
          <ac:chgData name="SAZIA SHARMIN" userId="S::sazia.sharmin@aiub.edu::e76e1817-908f-4d6e-a7ec-37593777c360" providerId="AD" clId="Web-{BE490684-7355-8E3A-E6A0-3FE933CBCA46}" dt="2025-07-16T03:31:18.758" v="299"/>
          <ac:grpSpMkLst>
            <pc:docMk/>
            <pc:sldMk cId="0" sldId="272"/>
            <ac:grpSpMk id="9" creationId="{00000000-0000-0000-0000-000000000000}"/>
          </ac:grpSpMkLst>
        </pc:grpChg>
        <pc:picChg chg="mod">
          <ac:chgData name="SAZIA SHARMIN" userId="S::sazia.sharmin@aiub.edu::e76e1817-908f-4d6e-a7ec-37593777c360" providerId="AD" clId="Web-{BE490684-7355-8E3A-E6A0-3FE933CBCA46}" dt="2025-07-16T03:37:02.119" v="340" actId="1076"/>
          <ac:picMkLst>
            <pc:docMk/>
            <pc:sldMk cId="0" sldId="272"/>
            <ac:picMk id="8" creationId="{00000000-0000-0000-0000-000000000000}"/>
          </ac:picMkLst>
        </pc:picChg>
      </pc:sldChg>
      <pc:sldChg chg="modSp">
        <pc:chgData name="SAZIA SHARMIN" userId="S::sazia.sharmin@aiub.edu::e76e1817-908f-4d6e-a7ec-37593777c360" providerId="AD" clId="Web-{BE490684-7355-8E3A-E6A0-3FE933CBCA46}" dt="2025-07-16T03:35:03.118" v="311" actId="20577"/>
        <pc:sldMkLst>
          <pc:docMk/>
          <pc:sldMk cId="0" sldId="273"/>
        </pc:sldMkLst>
        <pc:spChg chg="mod">
          <ac:chgData name="SAZIA SHARMIN" userId="S::sazia.sharmin@aiub.edu::e76e1817-908f-4d6e-a7ec-37593777c360" providerId="AD" clId="Web-{BE490684-7355-8E3A-E6A0-3FE933CBCA46}" dt="2025-07-16T03:35:03.118" v="311" actId="20577"/>
          <ac:spMkLst>
            <pc:docMk/>
            <pc:sldMk cId="0" sldId="273"/>
            <ac:spMk id="5" creationId="{00000000-0000-0000-0000-000000000000}"/>
          </ac:spMkLst>
        </pc:spChg>
        <pc:picChg chg="mod">
          <ac:chgData name="SAZIA SHARMIN" userId="S::sazia.sharmin@aiub.edu::e76e1817-908f-4d6e-a7ec-37593777c360" providerId="AD" clId="Web-{BE490684-7355-8E3A-E6A0-3FE933CBCA46}" dt="2025-07-16T03:34:59.072" v="308" actId="1076"/>
          <ac:picMkLst>
            <pc:docMk/>
            <pc:sldMk cId="0" sldId="273"/>
            <ac:picMk id="8" creationId="{00000000-0000-0000-0000-000000000000}"/>
          </ac:picMkLst>
        </pc:picChg>
      </pc:sldChg>
      <pc:sldChg chg="modSp">
        <pc:chgData name="SAZIA SHARMIN" userId="S::sazia.sharmin@aiub.edu::e76e1817-908f-4d6e-a7ec-37593777c360" providerId="AD" clId="Web-{BE490684-7355-8E3A-E6A0-3FE933CBCA46}" dt="2025-07-16T03:04:21.657" v="4" actId="20577"/>
        <pc:sldMkLst>
          <pc:docMk/>
          <pc:sldMk cId="0" sldId="274"/>
        </pc:sldMkLst>
        <pc:spChg chg="mod">
          <ac:chgData name="SAZIA SHARMIN" userId="S::sazia.sharmin@aiub.edu::e76e1817-908f-4d6e-a7ec-37593777c360" providerId="AD" clId="Web-{BE490684-7355-8E3A-E6A0-3FE933CBCA46}" dt="2025-07-16T03:04:21.657" v="4" actId="20577"/>
          <ac:spMkLst>
            <pc:docMk/>
            <pc:sldMk cId="0" sldId="274"/>
            <ac:spMk id="5" creationId="{00000000-0000-0000-0000-000000000000}"/>
          </ac:spMkLst>
        </pc:spChg>
      </pc:sldChg>
      <pc:sldChg chg="delSp modSp">
        <pc:chgData name="SAZIA SHARMIN" userId="S::sazia.sharmin@aiub.edu::e76e1817-908f-4d6e-a7ec-37593777c360" providerId="AD" clId="Web-{BE490684-7355-8E3A-E6A0-3FE933CBCA46}" dt="2025-07-16T03:35:53.775" v="326" actId="1076"/>
        <pc:sldMkLst>
          <pc:docMk/>
          <pc:sldMk cId="0" sldId="275"/>
        </pc:sldMkLst>
        <pc:spChg chg="mod">
          <ac:chgData name="SAZIA SHARMIN" userId="S::sazia.sharmin@aiub.edu::e76e1817-908f-4d6e-a7ec-37593777c360" providerId="AD" clId="Web-{BE490684-7355-8E3A-E6A0-3FE933CBCA46}" dt="2025-07-16T03:35:50.931" v="325" actId="14100"/>
          <ac:spMkLst>
            <pc:docMk/>
            <pc:sldMk cId="0" sldId="275"/>
            <ac:spMk id="5" creationId="{00000000-0000-0000-0000-000000000000}"/>
          </ac:spMkLst>
        </pc:spChg>
        <pc:picChg chg="mod">
          <ac:chgData name="SAZIA SHARMIN" userId="S::sazia.sharmin@aiub.edu::e76e1817-908f-4d6e-a7ec-37593777c360" providerId="AD" clId="Web-{BE490684-7355-8E3A-E6A0-3FE933CBCA46}" dt="2025-07-16T03:35:53.775" v="326" actId="1076"/>
          <ac:picMkLst>
            <pc:docMk/>
            <pc:sldMk cId="0" sldId="275"/>
            <ac:picMk id="6" creationId="{00000000-0000-0000-0000-000000000000}"/>
          </ac:picMkLst>
        </pc:picChg>
      </pc:sldChg>
      <pc:sldChg chg="modSp">
        <pc:chgData name="SAZIA SHARMIN" userId="S::sazia.sharmin@aiub.edu::e76e1817-908f-4d6e-a7ec-37593777c360" providerId="AD" clId="Web-{BE490684-7355-8E3A-E6A0-3FE933CBCA46}" dt="2025-07-16T03:15:34.848" v="17" actId="14100"/>
        <pc:sldMkLst>
          <pc:docMk/>
          <pc:sldMk cId="0" sldId="278"/>
        </pc:sldMkLst>
        <pc:picChg chg="mod">
          <ac:chgData name="SAZIA SHARMIN" userId="S::sazia.sharmin@aiub.edu::e76e1817-908f-4d6e-a7ec-37593777c360" providerId="AD" clId="Web-{BE490684-7355-8E3A-E6A0-3FE933CBCA46}" dt="2025-07-16T03:15:34.848" v="17" actId="14100"/>
          <ac:picMkLst>
            <pc:docMk/>
            <pc:sldMk cId="0" sldId="278"/>
            <ac:picMk id="3" creationId="{00000000-0000-0000-0000-000000000000}"/>
          </ac:picMkLst>
        </pc:picChg>
      </pc:sldChg>
      <pc:sldChg chg="modSp">
        <pc:chgData name="SAZIA SHARMIN" userId="S::sazia.sharmin@aiub.edu::e76e1817-908f-4d6e-a7ec-37593777c360" providerId="AD" clId="Web-{BE490684-7355-8E3A-E6A0-3FE933CBCA46}" dt="2025-07-16T06:58:41.652" v="368" actId="20577"/>
        <pc:sldMkLst>
          <pc:docMk/>
          <pc:sldMk cId="0" sldId="280"/>
        </pc:sldMkLst>
        <pc:spChg chg="mod">
          <ac:chgData name="SAZIA SHARMIN" userId="S::sazia.sharmin@aiub.edu::e76e1817-908f-4d6e-a7ec-37593777c360" providerId="AD" clId="Web-{BE490684-7355-8E3A-E6A0-3FE933CBCA46}" dt="2025-07-16T06:58:41.652" v="368" actId="20577"/>
          <ac:spMkLst>
            <pc:docMk/>
            <pc:sldMk cId="0" sldId="280"/>
            <ac:spMk id="5" creationId="{00000000-0000-0000-0000-000000000000}"/>
          </ac:spMkLst>
        </pc:spChg>
      </pc:sldChg>
      <pc:sldChg chg="modSp">
        <pc:chgData name="SAZIA SHARMIN" userId="S::sazia.sharmin@aiub.edu::e76e1817-908f-4d6e-a7ec-37593777c360" providerId="AD" clId="Web-{BE490684-7355-8E3A-E6A0-3FE933CBCA46}" dt="2025-07-16T07:00:19.516" v="370" actId="20577"/>
        <pc:sldMkLst>
          <pc:docMk/>
          <pc:sldMk cId="0" sldId="283"/>
        </pc:sldMkLst>
        <pc:spChg chg="mod">
          <ac:chgData name="SAZIA SHARMIN" userId="S::sazia.sharmin@aiub.edu::e76e1817-908f-4d6e-a7ec-37593777c360" providerId="AD" clId="Web-{BE490684-7355-8E3A-E6A0-3FE933CBCA46}" dt="2025-07-16T07:00:19.516" v="370" actId="20577"/>
          <ac:spMkLst>
            <pc:docMk/>
            <pc:sldMk cId="0" sldId="283"/>
            <ac:spMk id="8" creationId="{00000000-0000-0000-0000-000000000000}"/>
          </ac:spMkLst>
        </pc:spChg>
      </pc:sldChg>
      <pc:sldChg chg="modSp">
        <pc:chgData name="SAZIA SHARMIN" userId="S::sazia.sharmin@aiub.edu::e76e1817-908f-4d6e-a7ec-37593777c360" providerId="AD" clId="Web-{BE490684-7355-8E3A-E6A0-3FE933CBCA46}" dt="2025-07-16T03:26:26.585" v="246" actId="20577"/>
        <pc:sldMkLst>
          <pc:docMk/>
          <pc:sldMk cId="0" sldId="284"/>
        </pc:sldMkLst>
        <pc:spChg chg="mod">
          <ac:chgData name="SAZIA SHARMIN" userId="S::sazia.sharmin@aiub.edu::e76e1817-908f-4d6e-a7ec-37593777c360" providerId="AD" clId="Web-{BE490684-7355-8E3A-E6A0-3FE933CBCA46}" dt="2025-07-16T03:26:26.585" v="246" actId="20577"/>
          <ac:spMkLst>
            <pc:docMk/>
            <pc:sldMk cId="0" sldId="284"/>
            <ac:spMk id="14" creationId="{5762469B-3013-6D8F-E307-515D0BF58BFB}"/>
          </ac:spMkLst>
        </pc:spChg>
      </pc:sldChg>
      <pc:sldChg chg="delSp modSp">
        <pc:chgData name="SAZIA SHARMIN" userId="S::sazia.sharmin@aiub.edu::e76e1817-908f-4d6e-a7ec-37593777c360" providerId="AD" clId="Web-{BE490684-7355-8E3A-E6A0-3FE933CBCA46}" dt="2025-07-16T03:27:12.226" v="257"/>
        <pc:sldMkLst>
          <pc:docMk/>
          <pc:sldMk cId="0" sldId="286"/>
        </pc:sldMkLst>
        <pc:spChg chg="mod">
          <ac:chgData name="SAZIA SHARMIN" userId="S::sazia.sharmin@aiub.edu::e76e1817-908f-4d6e-a7ec-37593777c360" providerId="AD" clId="Web-{BE490684-7355-8E3A-E6A0-3FE933CBCA46}" dt="2025-07-16T03:27:07.413" v="256" actId="20577"/>
          <ac:spMkLst>
            <pc:docMk/>
            <pc:sldMk cId="0" sldId="286"/>
            <ac:spMk id="4" creationId="{00000000-0000-0000-0000-000000000000}"/>
          </ac:spMkLst>
        </pc:spChg>
      </pc:sldChg>
      <pc:sldChg chg="modSp">
        <pc:chgData name="SAZIA SHARMIN" userId="S::sazia.sharmin@aiub.edu::e76e1817-908f-4d6e-a7ec-37593777c360" providerId="AD" clId="Web-{BE490684-7355-8E3A-E6A0-3FE933CBCA46}" dt="2025-07-16T03:27:52.492" v="269" actId="14100"/>
        <pc:sldMkLst>
          <pc:docMk/>
          <pc:sldMk cId="0" sldId="288"/>
        </pc:sldMkLst>
        <pc:spChg chg="mod">
          <ac:chgData name="SAZIA SHARMIN" userId="S::sazia.sharmin@aiub.edu::e76e1817-908f-4d6e-a7ec-37593777c360" providerId="AD" clId="Web-{BE490684-7355-8E3A-E6A0-3FE933CBCA46}" dt="2025-07-16T03:27:39.663" v="265" actId="14100"/>
          <ac:spMkLst>
            <pc:docMk/>
            <pc:sldMk cId="0" sldId="288"/>
            <ac:spMk id="5" creationId="{00000000-0000-0000-0000-000000000000}"/>
          </ac:spMkLst>
        </pc:spChg>
        <pc:picChg chg="mod">
          <ac:chgData name="SAZIA SHARMIN" userId="S::sazia.sharmin@aiub.edu::e76e1817-908f-4d6e-a7ec-37593777c360" providerId="AD" clId="Web-{BE490684-7355-8E3A-E6A0-3FE933CBCA46}" dt="2025-07-16T03:27:52.492" v="269" actId="14100"/>
          <ac:picMkLst>
            <pc:docMk/>
            <pc:sldMk cId="0" sldId="288"/>
            <ac:picMk id="6" creationId="{00000000-0000-0000-0000-000000000000}"/>
          </ac:picMkLst>
        </pc:picChg>
      </pc:sldChg>
      <pc:sldChg chg="delSp modSp">
        <pc:chgData name="SAZIA SHARMIN" userId="S::sazia.sharmin@aiub.edu::e76e1817-908f-4d6e-a7ec-37593777c360" providerId="AD" clId="Web-{BE490684-7355-8E3A-E6A0-3FE933CBCA46}" dt="2025-07-16T03:29:47.258" v="290" actId="1076"/>
        <pc:sldMkLst>
          <pc:docMk/>
          <pc:sldMk cId="0" sldId="289"/>
        </pc:sldMkLst>
        <pc:spChg chg="mod">
          <ac:chgData name="SAZIA SHARMIN" userId="S::sazia.sharmin@aiub.edu::e76e1817-908f-4d6e-a7ec-37593777c360" providerId="AD" clId="Web-{BE490684-7355-8E3A-E6A0-3FE933CBCA46}" dt="2025-07-16T03:29:47.258" v="290" actId="1076"/>
          <ac:spMkLst>
            <pc:docMk/>
            <pc:sldMk cId="0" sldId="289"/>
            <ac:spMk id="5" creationId="{00000000-0000-0000-0000-000000000000}"/>
          </ac:spMkLst>
        </pc:spChg>
        <pc:grpChg chg="ord">
          <ac:chgData name="SAZIA SHARMIN" userId="S::sazia.sharmin@aiub.edu::e76e1817-908f-4d6e-a7ec-37593777c360" providerId="AD" clId="Web-{BE490684-7355-8E3A-E6A0-3FE933CBCA46}" dt="2025-07-16T03:29:13.929" v="280"/>
          <ac:grpSpMkLst>
            <pc:docMk/>
            <pc:sldMk cId="0" sldId="289"/>
            <ac:grpSpMk id="7" creationId="{00000000-0000-0000-0000-000000000000}"/>
          </ac:grpSpMkLst>
        </pc:grpChg>
        <pc:picChg chg="mod">
          <ac:chgData name="SAZIA SHARMIN" userId="S::sazia.sharmin@aiub.edu::e76e1817-908f-4d6e-a7ec-37593777c360" providerId="AD" clId="Web-{BE490684-7355-8E3A-E6A0-3FE933CBCA46}" dt="2025-07-16T03:29:42.883" v="289" actId="14100"/>
          <ac:picMkLst>
            <pc:docMk/>
            <pc:sldMk cId="0" sldId="289"/>
            <ac:picMk id="6" creationId="{00000000-0000-0000-0000-000000000000}"/>
          </ac:picMkLst>
        </pc:picChg>
      </pc:sldChg>
      <pc:sldChg chg="delSp">
        <pc:chgData name="SAZIA SHARMIN" userId="S::sazia.sharmin@aiub.edu::e76e1817-908f-4d6e-a7ec-37593777c360" providerId="AD" clId="Web-{BE490684-7355-8E3A-E6A0-3FE933CBCA46}" dt="2025-07-16T03:30:52.383" v="297"/>
        <pc:sldMkLst>
          <pc:docMk/>
          <pc:sldMk cId="0" sldId="291"/>
        </pc:sldMkLst>
      </pc:sldChg>
      <pc:sldChg chg="modSp">
        <pc:chgData name="SAZIA SHARMIN" userId="S::sazia.sharmin@aiub.edu::e76e1817-908f-4d6e-a7ec-37593777c360" providerId="AD" clId="Web-{BE490684-7355-8E3A-E6A0-3FE933CBCA46}" dt="2025-07-16T03:30:45.664" v="296" actId="20577"/>
        <pc:sldMkLst>
          <pc:docMk/>
          <pc:sldMk cId="2779561121" sldId="324"/>
        </pc:sldMkLst>
        <pc:spChg chg="mod">
          <ac:chgData name="SAZIA SHARMIN" userId="S::sazia.sharmin@aiub.edu::e76e1817-908f-4d6e-a7ec-37593777c360" providerId="AD" clId="Web-{BE490684-7355-8E3A-E6A0-3FE933CBCA46}" dt="2025-07-16T03:30:45.664" v="296" actId="20577"/>
          <ac:spMkLst>
            <pc:docMk/>
            <pc:sldMk cId="2779561121" sldId="324"/>
            <ac:spMk id="8" creationId="{4113FD98-D069-4334-92FD-8853E7A7D9A9}"/>
          </ac:spMkLst>
        </pc:spChg>
      </pc:sldChg>
      <pc:sldChg chg="addSp delSp modSp new">
        <pc:chgData name="SAZIA SHARMIN" userId="S::sazia.sharmin@aiub.edu::e76e1817-908f-4d6e-a7ec-37593777c360" providerId="AD" clId="Web-{BE490684-7355-8E3A-E6A0-3FE933CBCA46}" dt="2025-07-16T03:24:22.506" v="236"/>
        <pc:sldMkLst>
          <pc:docMk/>
          <pc:sldMk cId="2242899220" sldId="325"/>
        </pc:sldMkLst>
        <pc:spChg chg="mod">
          <ac:chgData name="SAZIA SHARMIN" userId="S::sazia.sharmin@aiub.edu::e76e1817-908f-4d6e-a7ec-37593777c360" providerId="AD" clId="Web-{BE490684-7355-8E3A-E6A0-3FE933CBCA46}" dt="2025-07-16T03:20:35.490" v="26" actId="20577"/>
          <ac:spMkLst>
            <pc:docMk/>
            <pc:sldMk cId="2242899220" sldId="325"/>
            <ac:spMk id="2" creationId="{E944659C-2980-BC6F-A304-9A49DFAE32F1}"/>
          </ac:spMkLst>
        </pc:spChg>
        <pc:picChg chg="add mod">
          <ac:chgData name="SAZIA SHARMIN" userId="S::sazia.sharmin@aiub.edu::e76e1817-908f-4d6e-a7ec-37593777c360" providerId="AD" clId="Web-{BE490684-7355-8E3A-E6A0-3FE933CBCA46}" dt="2025-07-16T03:24:22.506" v="236"/>
          <ac:picMkLst>
            <pc:docMk/>
            <pc:sldMk cId="2242899220" sldId="325"/>
            <ac:picMk id="6" creationId="{51FFC23C-15E8-60F0-7592-B20FAD3B5B5E}"/>
          </ac:picMkLst>
        </pc:picChg>
      </pc:sldChg>
      <pc:sldChg chg="addSp delSp modSp new">
        <pc:chgData name="SAZIA SHARMIN" userId="S::sazia.sharmin@aiub.edu::e76e1817-908f-4d6e-a7ec-37593777c360" providerId="AD" clId="Web-{BE490684-7355-8E3A-E6A0-3FE933CBCA46}" dt="2025-07-16T03:25:01.381" v="241" actId="20577"/>
        <pc:sldMkLst>
          <pc:docMk/>
          <pc:sldMk cId="2293682173" sldId="326"/>
        </pc:sldMkLst>
        <pc:spChg chg="mod">
          <ac:chgData name="SAZIA SHARMIN" userId="S::sazia.sharmin@aiub.edu::e76e1817-908f-4d6e-a7ec-37593777c360" providerId="AD" clId="Web-{BE490684-7355-8E3A-E6A0-3FE933CBCA46}" dt="2025-07-16T03:25:01.381" v="241" actId="20577"/>
          <ac:spMkLst>
            <pc:docMk/>
            <pc:sldMk cId="2293682173" sldId="326"/>
            <ac:spMk id="2" creationId="{26ABCDD3-3707-AF98-CFC1-6C8F856D58F9}"/>
          </ac:spMkLst>
        </pc:spChg>
        <pc:picChg chg="add mod">
          <ac:chgData name="SAZIA SHARMIN" userId="S::sazia.sharmin@aiub.edu::e76e1817-908f-4d6e-a7ec-37593777c360" providerId="AD" clId="Web-{BE490684-7355-8E3A-E6A0-3FE933CBCA46}" dt="2025-07-16T03:24:57.710" v="239"/>
          <ac:picMkLst>
            <pc:docMk/>
            <pc:sldMk cId="2293682173" sldId="326"/>
            <ac:picMk id="4" creationId="{AC0E70FA-9EB0-1D82-5B60-1F9834584567}"/>
          </ac:picMkLst>
        </pc:picChg>
      </pc:sldChg>
    </pc:docChg>
  </pc:docChgLst>
  <pc:docChgLst>
    <pc:chgData name="SAZIA SHARMIN" userId="e76e1817-908f-4d6e-a7ec-37593777c360" providerId="ADAL" clId="{6AF43B6B-F45E-4F64-84B7-D5192DD86415}"/>
    <pc:docChg chg="custSel addSld modSld">
      <pc:chgData name="SAZIA SHARMIN" userId="e76e1817-908f-4d6e-a7ec-37593777c360" providerId="ADAL" clId="{6AF43B6B-F45E-4F64-84B7-D5192DD86415}" dt="2025-03-11T04:32:59.479" v="53" actId="20577"/>
      <pc:docMkLst>
        <pc:docMk/>
      </pc:docMkLst>
      <pc:sldChg chg="delSp modSp mod">
        <pc:chgData name="SAZIA SHARMIN" userId="e76e1817-908f-4d6e-a7ec-37593777c360" providerId="ADAL" clId="{6AF43B6B-F45E-4F64-84B7-D5192DD86415}" dt="2025-03-11T04:26:46.206" v="16" actId="478"/>
        <pc:sldMkLst>
          <pc:docMk/>
          <pc:sldMk cId="0" sldId="256"/>
        </pc:sldMkLst>
      </pc:sldChg>
      <pc:sldChg chg="delSp mod">
        <pc:chgData name="SAZIA SHARMIN" userId="e76e1817-908f-4d6e-a7ec-37593777c360" providerId="ADAL" clId="{6AF43B6B-F45E-4F64-84B7-D5192DD86415}" dt="2025-03-11T04:27:48.097" v="19" actId="478"/>
        <pc:sldMkLst>
          <pc:docMk/>
          <pc:sldMk cId="0" sldId="257"/>
        </pc:sldMkLst>
      </pc:sldChg>
      <pc:sldChg chg="delSp mod">
        <pc:chgData name="SAZIA SHARMIN" userId="e76e1817-908f-4d6e-a7ec-37593777c360" providerId="ADAL" clId="{6AF43B6B-F45E-4F64-84B7-D5192DD86415}" dt="2025-03-11T04:27:44.181" v="18" actId="478"/>
        <pc:sldMkLst>
          <pc:docMk/>
          <pc:sldMk cId="0" sldId="258"/>
        </pc:sldMkLst>
      </pc:sldChg>
      <pc:sldChg chg="delSp mod">
        <pc:chgData name="SAZIA SHARMIN" userId="e76e1817-908f-4d6e-a7ec-37593777c360" providerId="ADAL" clId="{6AF43B6B-F45E-4F64-84B7-D5192DD86415}" dt="2025-03-11T04:27:39.523" v="17" actId="478"/>
        <pc:sldMkLst>
          <pc:docMk/>
          <pc:sldMk cId="0" sldId="259"/>
        </pc:sldMkLst>
      </pc:sldChg>
      <pc:sldChg chg="modSp mod">
        <pc:chgData name="SAZIA SHARMIN" userId="e76e1817-908f-4d6e-a7ec-37593777c360" providerId="ADAL" clId="{6AF43B6B-F45E-4F64-84B7-D5192DD86415}" dt="2025-03-11T04:28:37.094" v="21" actId="13926"/>
        <pc:sldMkLst>
          <pc:docMk/>
          <pc:sldMk cId="0" sldId="262"/>
        </pc:sldMkLst>
      </pc:sldChg>
      <pc:sldChg chg="modSp mod">
        <pc:chgData name="SAZIA SHARMIN" userId="e76e1817-908f-4d6e-a7ec-37593777c360" providerId="ADAL" clId="{6AF43B6B-F45E-4F64-84B7-D5192DD86415}" dt="2025-03-11T04:29:54.787" v="25" actId="13926"/>
        <pc:sldMkLst>
          <pc:docMk/>
          <pc:sldMk cId="0" sldId="263"/>
        </pc:sldMkLst>
      </pc:sldChg>
      <pc:sldChg chg="modSp mod">
        <pc:chgData name="SAZIA SHARMIN" userId="e76e1817-908f-4d6e-a7ec-37593777c360" providerId="ADAL" clId="{6AF43B6B-F45E-4F64-84B7-D5192DD86415}" dt="2025-03-11T04:30:32.494" v="27" actId="113"/>
        <pc:sldMkLst>
          <pc:docMk/>
          <pc:sldMk cId="0" sldId="264"/>
        </pc:sldMkLst>
      </pc:sldChg>
      <pc:sldChg chg="modSp mod">
        <pc:chgData name="SAZIA SHARMIN" userId="e76e1817-908f-4d6e-a7ec-37593777c360" providerId="ADAL" clId="{6AF43B6B-F45E-4F64-84B7-D5192DD86415}" dt="2025-03-11T04:31:56.374" v="46" actId="113"/>
        <pc:sldMkLst>
          <pc:docMk/>
          <pc:sldMk cId="0" sldId="272"/>
        </pc:sldMkLst>
      </pc:sldChg>
      <pc:sldChg chg="modSp mod">
        <pc:chgData name="SAZIA SHARMIN" userId="e76e1817-908f-4d6e-a7ec-37593777c360" providerId="ADAL" clId="{6AF43B6B-F45E-4F64-84B7-D5192DD86415}" dt="2025-03-11T04:32:59.479" v="53" actId="20577"/>
        <pc:sldMkLst>
          <pc:docMk/>
          <pc:sldMk cId="0" sldId="274"/>
        </pc:sldMkLst>
      </pc:sldChg>
      <pc:sldChg chg="addSp delSp modSp new mod">
        <pc:chgData name="SAZIA SHARMIN" userId="e76e1817-908f-4d6e-a7ec-37593777c360" providerId="ADAL" clId="{6AF43B6B-F45E-4F64-84B7-D5192DD86415}" dt="2025-03-11T04:31:10.397" v="42" actId="478"/>
        <pc:sldMkLst>
          <pc:docMk/>
          <pc:sldMk cId="3590950666" sldId="294"/>
        </pc:sldMkLst>
      </pc:sldChg>
    </pc:docChg>
  </pc:docChgLst>
  <pc:docChgLst>
    <pc:chgData name="SAZIA SHARMIN" userId="S::sazia.sharmin@aiub.edu::e76e1817-908f-4d6e-a7ec-37593777c360" providerId="AD" clId="Web-{0D0ED2DE-067B-0A68-3E62-09D00942A965}"/>
    <pc:docChg chg="modSld">
      <pc:chgData name="SAZIA SHARMIN" userId="S::sazia.sharmin@aiub.edu::e76e1817-908f-4d6e-a7ec-37593777c360" providerId="AD" clId="Web-{0D0ED2DE-067B-0A68-3E62-09D00942A965}" dt="2025-07-14T03:20:38.410" v="0" actId="1076"/>
      <pc:docMkLst>
        <pc:docMk/>
      </pc:docMkLst>
      <pc:sldChg chg="modSp">
        <pc:chgData name="SAZIA SHARMIN" userId="S::sazia.sharmin@aiub.edu::e76e1817-908f-4d6e-a7ec-37593777c360" providerId="AD" clId="Web-{0D0ED2DE-067B-0A68-3E62-09D00942A965}" dt="2025-07-14T03:20:38.410" v="0" actId="1076"/>
        <pc:sldMkLst>
          <pc:docMk/>
          <pc:sldMk cId="0" sldId="259"/>
        </pc:sldMkLst>
        <pc:spChg chg="mod">
          <ac:chgData name="SAZIA SHARMIN" userId="S::sazia.sharmin@aiub.edu::e76e1817-908f-4d6e-a7ec-37593777c360" providerId="AD" clId="Web-{0D0ED2DE-067B-0A68-3E62-09D00942A965}" dt="2025-07-14T03:20:38.410" v="0" actId="1076"/>
          <ac:spMkLst>
            <pc:docMk/>
            <pc:sldMk cId="0" sldId="259"/>
            <ac:spMk id="5" creationId="{00000000-0000-0000-0000-000000000000}"/>
          </ac:spMkLst>
        </pc:spChg>
      </pc:sldChg>
    </pc:docChg>
  </pc:docChgLst>
  <pc:docChgLst>
    <pc:chgData name="SAZIA SHARMIN" userId="S::sazia.sharmin@aiub.edu::e76e1817-908f-4d6e-a7ec-37593777c360" providerId="AD" clId="Web-{843D8796-8DA0-C0B0-3DC7-506F37418116}"/>
    <pc:docChg chg="modSld">
      <pc:chgData name="SAZIA SHARMIN" userId="S::sazia.sharmin@aiub.edu::e76e1817-908f-4d6e-a7ec-37593777c360" providerId="AD" clId="Web-{843D8796-8DA0-C0B0-3DC7-506F37418116}" dt="2025-03-12T06:00:10.148" v="46"/>
      <pc:docMkLst>
        <pc:docMk/>
      </pc:docMkLst>
      <pc:sldChg chg="modSp">
        <pc:chgData name="SAZIA SHARMIN" userId="S::sazia.sharmin@aiub.edu::e76e1817-908f-4d6e-a7ec-37593777c360" providerId="AD" clId="Web-{843D8796-8DA0-C0B0-3DC7-506F37418116}" dt="2025-03-12T05:52:28.755" v="1" actId="20577"/>
        <pc:sldMkLst>
          <pc:docMk/>
          <pc:sldMk cId="0" sldId="277"/>
        </pc:sldMkLst>
      </pc:sldChg>
      <pc:sldChg chg="modSp">
        <pc:chgData name="SAZIA SHARMIN" userId="S::sazia.sharmin@aiub.edu::e76e1817-908f-4d6e-a7ec-37593777c360" providerId="AD" clId="Web-{843D8796-8DA0-C0B0-3DC7-506F37418116}" dt="2025-03-12T05:52:51.834" v="3" actId="14100"/>
        <pc:sldMkLst>
          <pc:docMk/>
          <pc:sldMk cId="0" sldId="278"/>
        </pc:sldMkLst>
      </pc:sldChg>
      <pc:sldChg chg="modSp">
        <pc:chgData name="SAZIA SHARMIN" userId="S::sazia.sharmin@aiub.edu::e76e1817-908f-4d6e-a7ec-37593777c360" providerId="AD" clId="Web-{843D8796-8DA0-C0B0-3DC7-506F37418116}" dt="2025-03-12T05:55:15.746" v="13" actId="20577"/>
        <pc:sldMkLst>
          <pc:docMk/>
          <pc:sldMk cId="0" sldId="279"/>
        </pc:sldMkLst>
      </pc:sldChg>
      <pc:sldChg chg="modSp">
        <pc:chgData name="SAZIA SHARMIN" userId="S::sazia.sharmin@aiub.edu::e76e1817-908f-4d6e-a7ec-37593777c360" providerId="AD" clId="Web-{843D8796-8DA0-C0B0-3DC7-506F37418116}" dt="2025-03-12T05:55:57.373" v="18" actId="20577"/>
        <pc:sldMkLst>
          <pc:docMk/>
          <pc:sldMk cId="0" sldId="280"/>
        </pc:sldMkLst>
      </pc:sldChg>
      <pc:sldChg chg="addSp delSp modSp">
        <pc:chgData name="SAZIA SHARMIN" userId="S::sazia.sharmin@aiub.edu::e76e1817-908f-4d6e-a7ec-37593777c360" providerId="AD" clId="Web-{843D8796-8DA0-C0B0-3DC7-506F37418116}" dt="2025-03-12T06:00:10.148" v="46"/>
        <pc:sldMkLst>
          <pc:docMk/>
          <pc:sldMk cId="0" sldId="284"/>
        </pc:sldMkLst>
      </pc:sldChg>
    </pc:docChg>
  </pc:docChgLst>
  <pc:docChgLst>
    <pc:chgData name="SAZIA SHARMIN" userId="S::sazia.sharmin@aiub.edu::e76e1817-908f-4d6e-a7ec-37593777c360" providerId="AD" clId="Web-{56BB3B0E-9236-E0DB-7D5F-A904DB5AEF69}"/>
    <pc:docChg chg="modSld">
      <pc:chgData name="SAZIA SHARMIN" userId="S::sazia.sharmin@aiub.edu::e76e1817-908f-4d6e-a7ec-37593777c360" providerId="AD" clId="Web-{56BB3B0E-9236-E0DB-7D5F-A904DB5AEF69}" dt="2025-04-06T07:30:14.677" v="3" actId="20577"/>
      <pc:docMkLst>
        <pc:docMk/>
      </pc:docMkLst>
      <pc:sldChg chg="modSp">
        <pc:chgData name="SAZIA SHARMIN" userId="S::sazia.sharmin@aiub.edu::e76e1817-908f-4d6e-a7ec-37593777c360" providerId="AD" clId="Web-{56BB3B0E-9236-E0DB-7D5F-A904DB5AEF69}" dt="2025-04-06T07:30:14.677" v="3" actId="20577"/>
        <pc:sldMkLst>
          <pc:docMk/>
          <pc:sldMk cId="0" sldId="284"/>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036834" y="2660894"/>
            <a:ext cx="532290" cy="532290"/>
          </a:xfrm>
          <a:prstGeom prst="rect">
            <a:avLst/>
          </a:prstGeom>
        </p:spPr>
      </p:pic>
      <p:sp>
        <p:nvSpPr>
          <p:cNvPr id="17" name="bg object 17"/>
          <p:cNvSpPr/>
          <p:nvPr/>
        </p:nvSpPr>
        <p:spPr>
          <a:xfrm>
            <a:off x="3046680" y="326157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8" name="bg object 18"/>
          <p:cNvSpPr/>
          <p:nvPr/>
        </p:nvSpPr>
        <p:spPr>
          <a:xfrm>
            <a:off x="2967063" y="32576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g object 19"/>
          <p:cNvSpPr/>
          <p:nvPr/>
        </p:nvSpPr>
        <p:spPr>
          <a:xfrm>
            <a:off x="3144865" y="32576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g object 20"/>
          <p:cNvSpPr/>
          <p:nvPr/>
        </p:nvSpPr>
        <p:spPr>
          <a:xfrm>
            <a:off x="3305694" y="325126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1" name="bg object 21"/>
          <p:cNvSpPr/>
          <p:nvPr/>
        </p:nvSpPr>
        <p:spPr>
          <a:xfrm>
            <a:off x="324252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2" name="bg object 22"/>
          <p:cNvSpPr/>
          <p:nvPr/>
        </p:nvSpPr>
        <p:spPr>
          <a:xfrm>
            <a:off x="3606877" y="3263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bg object 23"/>
          <p:cNvSpPr/>
          <p:nvPr/>
        </p:nvSpPr>
        <p:spPr>
          <a:xfrm>
            <a:off x="351797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4" name="bg object 24"/>
          <p:cNvSpPr/>
          <p:nvPr/>
        </p:nvSpPr>
        <p:spPr>
          <a:xfrm>
            <a:off x="3594177" y="325126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5" name="bg object 25"/>
          <p:cNvSpPr/>
          <p:nvPr/>
        </p:nvSpPr>
        <p:spPr>
          <a:xfrm>
            <a:off x="3869640" y="325126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6" name="bg object 26"/>
          <p:cNvSpPr/>
          <p:nvPr/>
        </p:nvSpPr>
        <p:spPr>
          <a:xfrm>
            <a:off x="3793439"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7" name="bg object 27"/>
          <p:cNvSpPr/>
          <p:nvPr/>
        </p:nvSpPr>
        <p:spPr>
          <a:xfrm>
            <a:off x="3869640" y="328936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8" name="bg object 28"/>
          <p:cNvSpPr/>
          <p:nvPr/>
        </p:nvSpPr>
        <p:spPr>
          <a:xfrm>
            <a:off x="4145090" y="325126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9" name="bg object 29"/>
          <p:cNvSpPr/>
          <p:nvPr/>
        </p:nvSpPr>
        <p:spPr>
          <a:xfrm>
            <a:off x="4451033" y="32817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30" name="bg object 30"/>
          <p:cNvSpPr/>
          <p:nvPr/>
        </p:nvSpPr>
        <p:spPr>
          <a:xfrm>
            <a:off x="4423969" y="325524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1" name="bg object 31"/>
          <p:cNvSpPr/>
          <p:nvPr/>
        </p:nvSpPr>
        <p:spPr>
          <a:xfrm>
            <a:off x="4329112" y="325126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2" name="bg object 3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2" name="Holder 2"/>
          <p:cNvSpPr>
            <a:spLocks noGrp="1"/>
          </p:cNvSpPr>
          <p:nvPr>
            <p:ph type="ctrTitle"/>
          </p:nvPr>
        </p:nvSpPr>
        <p:spPr>
          <a:xfrm>
            <a:off x="95300" y="60904"/>
            <a:ext cx="3315335" cy="288290"/>
          </a:xfrm>
          <a:prstGeom prst="rect">
            <a:avLst/>
          </a:prstGeom>
        </p:spPr>
        <p:txBody>
          <a:bodyPr wrap="square" lIns="0" tIns="0" rIns="0" bIns="0">
            <a:spAutoFit/>
          </a:bodyPr>
          <a:lstStyle>
            <a:lvl1pPr>
              <a:defRPr sz="1700" b="0" i="0">
                <a:solidFill>
                  <a:srgbClr val="CC0000"/>
                </a:solidFill>
                <a:latin typeface="Tahoma"/>
                <a:cs typeface="Tahoma"/>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2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600" b="0" i="0">
                <a:solidFill>
                  <a:srgbClr val="7A0000"/>
                </a:solidFill>
                <a:latin typeface="Arial MT"/>
                <a:cs typeface="Arial MT"/>
              </a:defRPr>
            </a:lvl1pPr>
          </a:lstStyle>
          <a:p>
            <a:pPr marL="52705">
              <a:lnSpc>
                <a:spcPts val="675"/>
              </a:lnSpc>
            </a:pPr>
            <a:r>
              <a:rPr dirty="0"/>
              <a:t>AIUB</a:t>
            </a:r>
            <a:r>
              <a:rPr spc="100" dirty="0"/>
              <a:t> </a:t>
            </a:r>
            <a:r>
              <a:rPr spc="-20" dirty="0"/>
              <a:t>2024</a:t>
            </a:r>
          </a:p>
        </p:txBody>
      </p:sp>
      <p:sp>
        <p:nvSpPr>
          <p:cNvPr id="5" name="Holder 5"/>
          <p:cNvSpPr>
            <a:spLocks noGrp="1"/>
          </p:cNvSpPr>
          <p:nvPr>
            <p:ph type="dt" sz="half" idx="6"/>
          </p:nvPr>
        </p:nvSpPr>
        <p:spPr/>
        <p:txBody>
          <a:bodyPr lIns="0" tIns="0" rIns="0" bIns="0"/>
          <a:lstStyle>
            <a:lvl1pPr>
              <a:defRPr sz="600" b="0" i="0">
                <a:solidFill>
                  <a:srgbClr val="F2F2F2"/>
                </a:solidFill>
                <a:latin typeface="Arial MT"/>
                <a:cs typeface="Arial MT"/>
              </a:defRPr>
            </a:lvl1pPr>
          </a:lstStyle>
          <a:p>
            <a:pPr marL="12700">
              <a:lnSpc>
                <a:spcPts val="675"/>
              </a:lnSpc>
            </a:pPr>
            <a:r>
              <a:rPr spc="-10" dirty="0"/>
              <a:t>Richard,</a:t>
            </a:r>
            <a:r>
              <a:rPr spc="45" dirty="0"/>
              <a:t> </a:t>
            </a:r>
            <a:r>
              <a:rPr dirty="0"/>
              <a:t>Philip</a:t>
            </a:r>
            <a:r>
              <a:rPr spc="254" dirty="0"/>
              <a:t> </a:t>
            </a:r>
            <a:r>
              <a:rPr spc="-10" dirty="0"/>
              <a:t>(AIUB)</a:t>
            </a:r>
          </a:p>
        </p:txBody>
      </p:sp>
      <p:sp>
        <p:nvSpPr>
          <p:cNvPr id="6" name="Holder 6"/>
          <p:cNvSpPr>
            <a:spLocks noGrp="1"/>
          </p:cNvSpPr>
          <p:nvPr>
            <p:ph type="sldNum" sz="quarter" idx="7"/>
          </p:nvPr>
        </p:nvSpPr>
        <p:spPr/>
        <p:txBody>
          <a:bodyPr lIns="0" tIns="0" rIns="0" bIns="0"/>
          <a:lstStyle>
            <a:lvl1pPr>
              <a:defRPr sz="600" b="0" i="0">
                <a:solidFill>
                  <a:srgbClr val="7A0000"/>
                </a:solidFill>
                <a:latin typeface="Arial MT"/>
                <a:cs typeface="Arial MT"/>
              </a:defRPr>
            </a:lvl1pPr>
          </a:lstStyle>
          <a:p>
            <a:pPr marL="52705">
              <a:lnSpc>
                <a:spcPts val="675"/>
              </a:lnSpc>
            </a:pPr>
            <a:fld id="{81D60167-4931-47E6-BA6A-407CBD079E47}" type="slidenum">
              <a:rPr dirty="0"/>
              <a:t>‹#›</a:t>
            </a:fld>
            <a:r>
              <a:rPr spc="35" dirty="0"/>
              <a:t> </a:t>
            </a:r>
            <a:r>
              <a:rPr spc="150" dirty="0"/>
              <a:t>/</a:t>
            </a:r>
            <a:r>
              <a:rPr spc="35" dirty="0"/>
              <a:t> </a:t>
            </a:r>
            <a:r>
              <a:rPr spc="-25" dirty="0"/>
              <a:t>38</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rgbClr val="CC0000"/>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2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600" b="0" i="0">
                <a:solidFill>
                  <a:srgbClr val="7A0000"/>
                </a:solidFill>
                <a:latin typeface="Arial MT"/>
                <a:cs typeface="Arial MT"/>
              </a:defRPr>
            </a:lvl1pPr>
          </a:lstStyle>
          <a:p>
            <a:pPr marL="52705">
              <a:lnSpc>
                <a:spcPts val="675"/>
              </a:lnSpc>
            </a:pPr>
            <a:r>
              <a:rPr dirty="0"/>
              <a:t>AIUB</a:t>
            </a:r>
            <a:r>
              <a:rPr spc="100" dirty="0"/>
              <a:t> </a:t>
            </a:r>
            <a:r>
              <a:rPr spc="-20" dirty="0"/>
              <a:t>2024</a:t>
            </a:r>
          </a:p>
        </p:txBody>
      </p:sp>
      <p:sp>
        <p:nvSpPr>
          <p:cNvPr id="5" name="Holder 5"/>
          <p:cNvSpPr>
            <a:spLocks noGrp="1"/>
          </p:cNvSpPr>
          <p:nvPr>
            <p:ph type="dt" sz="half" idx="6"/>
          </p:nvPr>
        </p:nvSpPr>
        <p:spPr/>
        <p:txBody>
          <a:bodyPr lIns="0" tIns="0" rIns="0" bIns="0"/>
          <a:lstStyle>
            <a:lvl1pPr>
              <a:defRPr sz="600" b="0" i="0">
                <a:solidFill>
                  <a:srgbClr val="F2F2F2"/>
                </a:solidFill>
                <a:latin typeface="Arial MT"/>
                <a:cs typeface="Arial MT"/>
              </a:defRPr>
            </a:lvl1pPr>
          </a:lstStyle>
          <a:p>
            <a:pPr marL="12700">
              <a:lnSpc>
                <a:spcPts val="675"/>
              </a:lnSpc>
            </a:pPr>
            <a:r>
              <a:rPr spc="-10" dirty="0"/>
              <a:t>Richard,</a:t>
            </a:r>
            <a:r>
              <a:rPr spc="45" dirty="0"/>
              <a:t> </a:t>
            </a:r>
            <a:r>
              <a:rPr dirty="0"/>
              <a:t>Philip</a:t>
            </a:r>
            <a:r>
              <a:rPr spc="254" dirty="0"/>
              <a:t> </a:t>
            </a:r>
            <a:r>
              <a:rPr spc="-10" dirty="0"/>
              <a:t>(AIUB)</a:t>
            </a:r>
          </a:p>
        </p:txBody>
      </p:sp>
      <p:sp>
        <p:nvSpPr>
          <p:cNvPr id="6" name="Holder 6"/>
          <p:cNvSpPr>
            <a:spLocks noGrp="1"/>
          </p:cNvSpPr>
          <p:nvPr>
            <p:ph type="sldNum" sz="quarter" idx="7"/>
          </p:nvPr>
        </p:nvSpPr>
        <p:spPr/>
        <p:txBody>
          <a:bodyPr lIns="0" tIns="0" rIns="0" bIns="0"/>
          <a:lstStyle>
            <a:lvl1pPr>
              <a:defRPr sz="600" b="0" i="0">
                <a:solidFill>
                  <a:srgbClr val="7A0000"/>
                </a:solidFill>
                <a:latin typeface="Arial MT"/>
                <a:cs typeface="Arial MT"/>
              </a:defRPr>
            </a:lvl1pPr>
          </a:lstStyle>
          <a:p>
            <a:pPr marL="52705">
              <a:lnSpc>
                <a:spcPts val="675"/>
              </a:lnSpc>
            </a:pPr>
            <a:fld id="{81D60167-4931-47E6-BA6A-407CBD079E47}" type="slidenum">
              <a:rPr dirty="0"/>
              <a:t>‹#›</a:t>
            </a:fld>
            <a:r>
              <a:rPr spc="35" dirty="0"/>
              <a:t> </a:t>
            </a:r>
            <a:r>
              <a:rPr spc="150" dirty="0"/>
              <a:t>/</a:t>
            </a:r>
            <a:r>
              <a:rPr spc="35" dirty="0"/>
              <a:t> </a:t>
            </a:r>
            <a:r>
              <a:rPr spc="-25" dirty="0"/>
              <a:t>38</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rgbClr val="CC0000"/>
                </a:solidFill>
                <a:latin typeface="Tahoma"/>
                <a:cs typeface="Tahoma"/>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rgbClr val="7A0000"/>
                </a:solidFill>
                <a:latin typeface="Arial MT"/>
                <a:cs typeface="Arial MT"/>
              </a:defRPr>
            </a:lvl1pPr>
          </a:lstStyle>
          <a:p>
            <a:pPr marL="52705">
              <a:lnSpc>
                <a:spcPts val="675"/>
              </a:lnSpc>
            </a:pPr>
            <a:r>
              <a:rPr dirty="0"/>
              <a:t>AIUB</a:t>
            </a:r>
            <a:r>
              <a:rPr spc="100" dirty="0"/>
              <a:t> </a:t>
            </a:r>
            <a:r>
              <a:rPr spc="-20" dirty="0"/>
              <a:t>2024</a:t>
            </a:r>
          </a:p>
        </p:txBody>
      </p:sp>
      <p:sp>
        <p:nvSpPr>
          <p:cNvPr id="6" name="Holder 6"/>
          <p:cNvSpPr>
            <a:spLocks noGrp="1"/>
          </p:cNvSpPr>
          <p:nvPr>
            <p:ph type="dt" sz="half" idx="6"/>
          </p:nvPr>
        </p:nvSpPr>
        <p:spPr/>
        <p:txBody>
          <a:bodyPr lIns="0" tIns="0" rIns="0" bIns="0"/>
          <a:lstStyle>
            <a:lvl1pPr>
              <a:defRPr sz="600" b="0" i="0">
                <a:solidFill>
                  <a:srgbClr val="F2F2F2"/>
                </a:solidFill>
                <a:latin typeface="Arial MT"/>
                <a:cs typeface="Arial MT"/>
              </a:defRPr>
            </a:lvl1pPr>
          </a:lstStyle>
          <a:p>
            <a:pPr marL="12700">
              <a:lnSpc>
                <a:spcPts val="675"/>
              </a:lnSpc>
            </a:pPr>
            <a:r>
              <a:rPr spc="-10" dirty="0"/>
              <a:t>Richard,</a:t>
            </a:r>
            <a:r>
              <a:rPr spc="45" dirty="0"/>
              <a:t> </a:t>
            </a:r>
            <a:r>
              <a:rPr dirty="0"/>
              <a:t>Philip</a:t>
            </a:r>
            <a:r>
              <a:rPr spc="254" dirty="0"/>
              <a:t> </a:t>
            </a:r>
            <a:r>
              <a:rPr spc="-10" dirty="0"/>
              <a:t>(AIUB)</a:t>
            </a:r>
          </a:p>
        </p:txBody>
      </p:sp>
      <p:sp>
        <p:nvSpPr>
          <p:cNvPr id="7" name="Holder 7"/>
          <p:cNvSpPr>
            <a:spLocks noGrp="1"/>
          </p:cNvSpPr>
          <p:nvPr>
            <p:ph type="sldNum" sz="quarter" idx="7"/>
          </p:nvPr>
        </p:nvSpPr>
        <p:spPr/>
        <p:txBody>
          <a:bodyPr lIns="0" tIns="0" rIns="0" bIns="0"/>
          <a:lstStyle>
            <a:lvl1pPr>
              <a:defRPr sz="600" b="0" i="0">
                <a:solidFill>
                  <a:srgbClr val="7A0000"/>
                </a:solidFill>
                <a:latin typeface="Arial MT"/>
                <a:cs typeface="Arial MT"/>
              </a:defRPr>
            </a:lvl1pPr>
          </a:lstStyle>
          <a:p>
            <a:pPr marL="52705">
              <a:lnSpc>
                <a:spcPts val="675"/>
              </a:lnSpc>
            </a:pPr>
            <a:fld id="{81D60167-4931-47E6-BA6A-407CBD079E47}" type="slidenum">
              <a:rPr dirty="0"/>
              <a:t>‹#›</a:t>
            </a:fld>
            <a:r>
              <a:rPr spc="35" dirty="0"/>
              <a:t> </a:t>
            </a:r>
            <a:r>
              <a:rPr spc="150" dirty="0"/>
              <a:t>/</a:t>
            </a:r>
            <a:r>
              <a:rPr spc="35" dirty="0"/>
              <a:t> </a:t>
            </a:r>
            <a:r>
              <a:rPr spc="-25" dirty="0"/>
              <a:t>38</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rgbClr val="CC0000"/>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600" b="0" i="0">
                <a:solidFill>
                  <a:srgbClr val="7A0000"/>
                </a:solidFill>
                <a:latin typeface="Arial MT"/>
                <a:cs typeface="Arial MT"/>
              </a:defRPr>
            </a:lvl1pPr>
          </a:lstStyle>
          <a:p>
            <a:pPr marL="52705">
              <a:lnSpc>
                <a:spcPts val="675"/>
              </a:lnSpc>
            </a:pPr>
            <a:r>
              <a:rPr dirty="0"/>
              <a:t>AIUB</a:t>
            </a:r>
            <a:r>
              <a:rPr spc="100" dirty="0"/>
              <a:t> </a:t>
            </a:r>
            <a:r>
              <a:rPr spc="-20" dirty="0"/>
              <a:t>2024</a:t>
            </a:r>
          </a:p>
        </p:txBody>
      </p:sp>
      <p:sp>
        <p:nvSpPr>
          <p:cNvPr id="4" name="Holder 4"/>
          <p:cNvSpPr>
            <a:spLocks noGrp="1"/>
          </p:cNvSpPr>
          <p:nvPr>
            <p:ph type="dt" sz="half" idx="6"/>
          </p:nvPr>
        </p:nvSpPr>
        <p:spPr/>
        <p:txBody>
          <a:bodyPr lIns="0" tIns="0" rIns="0" bIns="0"/>
          <a:lstStyle>
            <a:lvl1pPr>
              <a:defRPr sz="600" b="0" i="0">
                <a:solidFill>
                  <a:srgbClr val="F2F2F2"/>
                </a:solidFill>
                <a:latin typeface="Arial MT"/>
                <a:cs typeface="Arial MT"/>
              </a:defRPr>
            </a:lvl1pPr>
          </a:lstStyle>
          <a:p>
            <a:pPr marL="12700">
              <a:lnSpc>
                <a:spcPts val="675"/>
              </a:lnSpc>
            </a:pPr>
            <a:r>
              <a:rPr spc="-10" dirty="0"/>
              <a:t>Richard,</a:t>
            </a:r>
            <a:r>
              <a:rPr spc="45" dirty="0"/>
              <a:t> </a:t>
            </a:r>
            <a:r>
              <a:rPr dirty="0"/>
              <a:t>Philip</a:t>
            </a:r>
            <a:r>
              <a:rPr spc="254" dirty="0"/>
              <a:t> </a:t>
            </a:r>
            <a:r>
              <a:rPr spc="-10" dirty="0"/>
              <a:t>(AIUB)</a:t>
            </a:r>
          </a:p>
        </p:txBody>
      </p:sp>
      <p:sp>
        <p:nvSpPr>
          <p:cNvPr id="5" name="Holder 5"/>
          <p:cNvSpPr>
            <a:spLocks noGrp="1"/>
          </p:cNvSpPr>
          <p:nvPr>
            <p:ph type="sldNum" sz="quarter" idx="7"/>
          </p:nvPr>
        </p:nvSpPr>
        <p:spPr/>
        <p:txBody>
          <a:bodyPr lIns="0" tIns="0" rIns="0" bIns="0"/>
          <a:lstStyle>
            <a:lvl1pPr>
              <a:defRPr sz="600" b="0" i="0">
                <a:solidFill>
                  <a:srgbClr val="7A0000"/>
                </a:solidFill>
                <a:latin typeface="Arial MT"/>
                <a:cs typeface="Arial MT"/>
              </a:defRPr>
            </a:lvl1pPr>
          </a:lstStyle>
          <a:p>
            <a:pPr marL="52705">
              <a:lnSpc>
                <a:spcPts val="675"/>
              </a:lnSpc>
            </a:pPr>
            <a:fld id="{81D60167-4931-47E6-BA6A-407CBD079E47}" type="slidenum">
              <a:rPr dirty="0"/>
              <a:t>‹#›</a:t>
            </a:fld>
            <a:r>
              <a:rPr spc="35" dirty="0"/>
              <a:t> </a:t>
            </a:r>
            <a:r>
              <a:rPr spc="150" dirty="0"/>
              <a:t>/</a:t>
            </a:r>
            <a:r>
              <a:rPr spc="35" dirty="0"/>
              <a:t> </a:t>
            </a:r>
            <a:r>
              <a:rPr spc="-25" dirty="0"/>
              <a:t>38</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036834" y="2660894"/>
            <a:ext cx="532290" cy="532290"/>
          </a:xfrm>
          <a:prstGeom prst="rect">
            <a:avLst/>
          </a:prstGeom>
        </p:spPr>
      </p:pic>
      <p:sp>
        <p:nvSpPr>
          <p:cNvPr id="17" name="bg object 17"/>
          <p:cNvSpPr/>
          <p:nvPr/>
        </p:nvSpPr>
        <p:spPr>
          <a:xfrm>
            <a:off x="3046680" y="326157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8" name="bg object 18"/>
          <p:cNvSpPr/>
          <p:nvPr/>
        </p:nvSpPr>
        <p:spPr>
          <a:xfrm>
            <a:off x="2967063" y="32576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g object 19"/>
          <p:cNvSpPr/>
          <p:nvPr/>
        </p:nvSpPr>
        <p:spPr>
          <a:xfrm>
            <a:off x="3144865" y="32576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g object 20"/>
          <p:cNvSpPr/>
          <p:nvPr/>
        </p:nvSpPr>
        <p:spPr>
          <a:xfrm>
            <a:off x="3305694" y="325126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1" name="bg object 21"/>
          <p:cNvSpPr/>
          <p:nvPr/>
        </p:nvSpPr>
        <p:spPr>
          <a:xfrm>
            <a:off x="324252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2" name="bg object 22"/>
          <p:cNvSpPr/>
          <p:nvPr/>
        </p:nvSpPr>
        <p:spPr>
          <a:xfrm>
            <a:off x="3606877" y="3263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bg object 23"/>
          <p:cNvSpPr/>
          <p:nvPr/>
        </p:nvSpPr>
        <p:spPr>
          <a:xfrm>
            <a:off x="351797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4" name="bg object 24"/>
          <p:cNvSpPr/>
          <p:nvPr/>
        </p:nvSpPr>
        <p:spPr>
          <a:xfrm>
            <a:off x="3594177" y="325126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5" name="bg object 25"/>
          <p:cNvSpPr/>
          <p:nvPr/>
        </p:nvSpPr>
        <p:spPr>
          <a:xfrm>
            <a:off x="3869640" y="325126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6" name="bg object 26"/>
          <p:cNvSpPr/>
          <p:nvPr/>
        </p:nvSpPr>
        <p:spPr>
          <a:xfrm>
            <a:off x="3793439"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7" name="bg object 27"/>
          <p:cNvSpPr/>
          <p:nvPr/>
        </p:nvSpPr>
        <p:spPr>
          <a:xfrm>
            <a:off x="3869640" y="328936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8" name="bg object 28"/>
          <p:cNvSpPr/>
          <p:nvPr/>
        </p:nvSpPr>
        <p:spPr>
          <a:xfrm>
            <a:off x="4145090" y="325126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9" name="bg object 29"/>
          <p:cNvSpPr/>
          <p:nvPr/>
        </p:nvSpPr>
        <p:spPr>
          <a:xfrm>
            <a:off x="4451033" y="32817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30" name="bg object 30"/>
          <p:cNvSpPr/>
          <p:nvPr/>
        </p:nvSpPr>
        <p:spPr>
          <a:xfrm>
            <a:off x="4423969" y="325524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1" name="bg object 31"/>
          <p:cNvSpPr/>
          <p:nvPr/>
        </p:nvSpPr>
        <p:spPr>
          <a:xfrm>
            <a:off x="4329112" y="325126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2" name="bg object 3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600" b="0" i="0">
                <a:solidFill>
                  <a:srgbClr val="7A0000"/>
                </a:solidFill>
                <a:latin typeface="Arial MT"/>
                <a:cs typeface="Arial MT"/>
              </a:defRPr>
            </a:lvl1pPr>
          </a:lstStyle>
          <a:p>
            <a:pPr marL="52705">
              <a:lnSpc>
                <a:spcPts val="675"/>
              </a:lnSpc>
            </a:pPr>
            <a:r>
              <a:rPr dirty="0"/>
              <a:t>AIUB</a:t>
            </a:r>
            <a:r>
              <a:rPr spc="100" dirty="0"/>
              <a:t> </a:t>
            </a:r>
            <a:r>
              <a:rPr spc="-20" dirty="0"/>
              <a:t>2024</a:t>
            </a:r>
          </a:p>
        </p:txBody>
      </p:sp>
      <p:sp>
        <p:nvSpPr>
          <p:cNvPr id="3" name="Holder 3"/>
          <p:cNvSpPr>
            <a:spLocks noGrp="1"/>
          </p:cNvSpPr>
          <p:nvPr>
            <p:ph type="dt" sz="half" idx="6"/>
          </p:nvPr>
        </p:nvSpPr>
        <p:spPr/>
        <p:txBody>
          <a:bodyPr lIns="0" tIns="0" rIns="0" bIns="0"/>
          <a:lstStyle>
            <a:lvl1pPr>
              <a:defRPr sz="600" b="0" i="0">
                <a:solidFill>
                  <a:srgbClr val="F2F2F2"/>
                </a:solidFill>
                <a:latin typeface="Arial MT"/>
                <a:cs typeface="Arial MT"/>
              </a:defRPr>
            </a:lvl1pPr>
          </a:lstStyle>
          <a:p>
            <a:pPr marL="12700">
              <a:lnSpc>
                <a:spcPts val="675"/>
              </a:lnSpc>
            </a:pPr>
            <a:r>
              <a:rPr spc="-10" dirty="0"/>
              <a:t>Richard,</a:t>
            </a:r>
            <a:r>
              <a:rPr spc="45" dirty="0"/>
              <a:t> </a:t>
            </a:r>
            <a:r>
              <a:rPr dirty="0"/>
              <a:t>Philip</a:t>
            </a:r>
            <a:r>
              <a:rPr spc="254" dirty="0"/>
              <a:t> </a:t>
            </a:r>
            <a:r>
              <a:rPr spc="-10" dirty="0"/>
              <a:t>(AIUB)</a:t>
            </a:r>
          </a:p>
        </p:txBody>
      </p:sp>
      <p:sp>
        <p:nvSpPr>
          <p:cNvPr id="4" name="Holder 4"/>
          <p:cNvSpPr>
            <a:spLocks noGrp="1"/>
          </p:cNvSpPr>
          <p:nvPr>
            <p:ph type="sldNum" sz="quarter" idx="7"/>
          </p:nvPr>
        </p:nvSpPr>
        <p:spPr/>
        <p:txBody>
          <a:bodyPr lIns="0" tIns="0" rIns="0" bIns="0"/>
          <a:lstStyle>
            <a:lvl1pPr>
              <a:defRPr sz="600" b="0" i="0">
                <a:solidFill>
                  <a:srgbClr val="7A0000"/>
                </a:solidFill>
                <a:latin typeface="Arial MT"/>
                <a:cs typeface="Arial MT"/>
              </a:defRPr>
            </a:lvl1pPr>
          </a:lstStyle>
          <a:p>
            <a:pPr marL="52705">
              <a:lnSpc>
                <a:spcPts val="675"/>
              </a:lnSpc>
            </a:pPr>
            <a:fld id="{81D60167-4931-47E6-BA6A-407CBD079E47}" type="slidenum">
              <a:rPr dirty="0"/>
              <a:t>‹#›</a:t>
            </a:fld>
            <a:r>
              <a:rPr spc="35" dirty="0"/>
              <a:t> </a:t>
            </a:r>
            <a:r>
              <a:rPr spc="150" dirty="0"/>
              <a:t>/</a:t>
            </a:r>
            <a:r>
              <a:rPr spc="35" dirty="0"/>
              <a:t> </a:t>
            </a:r>
            <a:r>
              <a:rPr spc="-25" dirty="0"/>
              <a:t>38</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143266" y="224423"/>
            <a:ext cx="4322769" cy="741017"/>
          </a:xfrm>
          <a:prstGeom prst="rect">
            <a:avLst/>
          </a:prstGeom>
          <a:solidFill>
            <a:schemeClr val="tx1">
              <a:lumMod val="85000"/>
              <a:lumOff val="15000"/>
              <a:alpha val="85000"/>
            </a:schemeClr>
          </a:solidFill>
        </p:spPr>
        <p:txBody>
          <a:bodyPr vert="horz" lIns="46101" tIns="23051" rIns="92202" bIns="184404" rtlCol="0" anchor="b" anchorCtr="0">
            <a:normAutofit/>
          </a:bodyPr>
          <a:lstStyle/>
          <a:p>
            <a:pPr algn="l" defTabSz="461040" rtl="0" eaLnBrk="1" latinLnBrk="0" hangingPunct="1">
              <a:spcBef>
                <a:spcPct val="0"/>
              </a:spcBef>
              <a:buNone/>
            </a:pPr>
            <a:endParaRPr sz="2118" kern="1200">
              <a:solidFill>
                <a:schemeClr val="bg1"/>
              </a:solidFill>
              <a:latin typeface="+mj-lt"/>
              <a:ea typeface="+mj-ea"/>
              <a:cs typeface="+mj-cs"/>
            </a:endParaRPr>
          </a:p>
        </p:txBody>
      </p:sp>
      <p:grpSp>
        <p:nvGrpSpPr>
          <p:cNvPr id="8" name="Group 16"/>
          <p:cNvGrpSpPr/>
          <p:nvPr/>
        </p:nvGrpSpPr>
        <p:grpSpPr>
          <a:xfrm>
            <a:off x="143266" y="962098"/>
            <a:ext cx="4323921" cy="69342"/>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908"/>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908"/>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908"/>
            </a:p>
          </p:txBody>
        </p:sp>
      </p:grpSp>
      <p:sp>
        <p:nvSpPr>
          <p:cNvPr id="2" name="Title 1"/>
          <p:cNvSpPr>
            <a:spLocks noGrp="1"/>
          </p:cNvSpPr>
          <p:nvPr>
            <p:ph type="ctrTitle"/>
          </p:nvPr>
        </p:nvSpPr>
        <p:spPr>
          <a:xfrm>
            <a:off x="212426" y="226581"/>
            <a:ext cx="3937025" cy="549106"/>
          </a:xfrm>
          <a:noFill/>
        </p:spPr>
        <p:txBody>
          <a:bodyPr vert="horz" lIns="91440" tIns="45720" rIns="91440" bIns="45720" rtlCol="0" anchor="b" anchorCtr="0">
            <a:normAutofit/>
          </a:bodyPr>
          <a:lstStyle>
            <a:lvl1pPr marL="0" algn="l" defTabSz="461040" rtl="0" eaLnBrk="1" latinLnBrk="0" hangingPunct="1">
              <a:lnSpc>
                <a:spcPts val="2319"/>
              </a:lnSpc>
              <a:spcBef>
                <a:spcPct val="0"/>
              </a:spcBef>
              <a:buNone/>
              <a:defRPr sz="2118"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240087" y="773308"/>
            <a:ext cx="3909365" cy="244560"/>
          </a:xfrm>
        </p:spPr>
        <p:txBody>
          <a:bodyPr vert="horz" lIns="91440" tIns="45720" rIns="91440" bIns="45720" rtlCol="0">
            <a:normAutofit/>
          </a:bodyPr>
          <a:lstStyle>
            <a:lvl1pPr marL="0" indent="0" algn="l" defTabSz="461040" rtl="0" eaLnBrk="1" latinLnBrk="0" hangingPunct="1">
              <a:lnSpc>
                <a:spcPct val="100000"/>
              </a:lnSpc>
              <a:spcBef>
                <a:spcPts val="0"/>
              </a:spcBef>
              <a:buClr>
                <a:schemeClr val="bg1">
                  <a:lumMod val="65000"/>
                </a:schemeClr>
              </a:buClr>
              <a:buSzPct val="90000"/>
              <a:buFont typeface="Wingdings" pitchFamily="2" charset="2"/>
              <a:buNone/>
              <a:defRPr sz="908" kern="1200">
                <a:solidFill>
                  <a:schemeClr val="bg1"/>
                </a:solidFill>
                <a:latin typeface="+mn-lt"/>
                <a:ea typeface="+mn-ea"/>
                <a:cs typeface="+mn-cs"/>
              </a:defRPr>
            </a:lvl1pPr>
            <a:lvl2pPr marL="230520" indent="0" algn="ctr">
              <a:buNone/>
              <a:defRPr>
                <a:solidFill>
                  <a:schemeClr val="tx1">
                    <a:tint val="75000"/>
                  </a:schemeClr>
                </a:solidFill>
              </a:defRPr>
            </a:lvl2pPr>
            <a:lvl3pPr marL="461040" indent="0" algn="ctr">
              <a:buNone/>
              <a:defRPr>
                <a:solidFill>
                  <a:schemeClr val="tx1">
                    <a:tint val="75000"/>
                  </a:schemeClr>
                </a:solidFill>
              </a:defRPr>
            </a:lvl3pPr>
            <a:lvl4pPr marL="691561" indent="0" algn="ctr">
              <a:buNone/>
              <a:defRPr>
                <a:solidFill>
                  <a:schemeClr val="tx1">
                    <a:tint val="75000"/>
                  </a:schemeClr>
                </a:solidFill>
              </a:defRPr>
            </a:lvl4pPr>
            <a:lvl5pPr marL="922081" indent="0" algn="ctr">
              <a:buNone/>
              <a:defRPr>
                <a:solidFill>
                  <a:schemeClr val="tx1">
                    <a:tint val="75000"/>
                  </a:schemeClr>
                </a:solidFill>
              </a:defRPr>
            </a:lvl5pPr>
            <a:lvl6pPr marL="1152601" indent="0" algn="ctr">
              <a:buNone/>
              <a:defRPr>
                <a:solidFill>
                  <a:schemeClr val="tx1">
                    <a:tint val="75000"/>
                  </a:schemeClr>
                </a:solidFill>
              </a:defRPr>
            </a:lvl6pPr>
            <a:lvl7pPr marL="1383121" indent="0" algn="ctr">
              <a:buNone/>
              <a:defRPr>
                <a:solidFill>
                  <a:schemeClr val="tx1">
                    <a:tint val="75000"/>
                  </a:schemeClr>
                </a:solidFill>
              </a:defRPr>
            </a:lvl7pPr>
            <a:lvl8pPr marL="1613642" indent="0" algn="ctr">
              <a:buNone/>
              <a:defRPr>
                <a:solidFill>
                  <a:schemeClr val="tx1">
                    <a:tint val="75000"/>
                  </a:schemeClr>
                </a:solidFill>
              </a:defRPr>
            </a:lvl8pPr>
            <a:lvl9pPr marL="1844162"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143266" y="3142361"/>
            <a:ext cx="4322769" cy="87672"/>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908"/>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750292" y="232079"/>
            <a:ext cx="715742" cy="720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113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4036834" y="2660894"/>
            <a:ext cx="532290" cy="532290"/>
          </a:xfrm>
          <a:prstGeom prst="rect">
            <a:avLst/>
          </a:prstGeom>
        </p:spPr>
      </p:pic>
      <p:sp>
        <p:nvSpPr>
          <p:cNvPr id="17" name="bg object 17"/>
          <p:cNvSpPr/>
          <p:nvPr/>
        </p:nvSpPr>
        <p:spPr>
          <a:xfrm>
            <a:off x="3046680" y="326157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8" name="bg object 18"/>
          <p:cNvSpPr/>
          <p:nvPr/>
        </p:nvSpPr>
        <p:spPr>
          <a:xfrm>
            <a:off x="2967063" y="32576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g object 19"/>
          <p:cNvSpPr/>
          <p:nvPr/>
        </p:nvSpPr>
        <p:spPr>
          <a:xfrm>
            <a:off x="3144865" y="32576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g object 20"/>
          <p:cNvSpPr/>
          <p:nvPr/>
        </p:nvSpPr>
        <p:spPr>
          <a:xfrm>
            <a:off x="3305694" y="325126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1" name="bg object 21"/>
          <p:cNvSpPr/>
          <p:nvPr/>
        </p:nvSpPr>
        <p:spPr>
          <a:xfrm>
            <a:off x="324252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2" name="bg object 22"/>
          <p:cNvSpPr/>
          <p:nvPr/>
        </p:nvSpPr>
        <p:spPr>
          <a:xfrm>
            <a:off x="3606877" y="3263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3" name="bg object 23"/>
          <p:cNvSpPr/>
          <p:nvPr/>
        </p:nvSpPr>
        <p:spPr>
          <a:xfrm>
            <a:off x="3517976"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4" name="bg object 24"/>
          <p:cNvSpPr/>
          <p:nvPr/>
        </p:nvSpPr>
        <p:spPr>
          <a:xfrm>
            <a:off x="3594177" y="325126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5" name="bg object 25"/>
          <p:cNvSpPr/>
          <p:nvPr/>
        </p:nvSpPr>
        <p:spPr>
          <a:xfrm>
            <a:off x="3869640" y="325126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6" name="bg object 26"/>
          <p:cNvSpPr/>
          <p:nvPr/>
        </p:nvSpPr>
        <p:spPr>
          <a:xfrm>
            <a:off x="3793439" y="32576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7" name="bg object 27"/>
          <p:cNvSpPr/>
          <p:nvPr/>
        </p:nvSpPr>
        <p:spPr>
          <a:xfrm>
            <a:off x="3869640" y="328936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8" name="bg object 28"/>
          <p:cNvSpPr/>
          <p:nvPr/>
        </p:nvSpPr>
        <p:spPr>
          <a:xfrm>
            <a:off x="4145090" y="325126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9" name="bg object 29"/>
          <p:cNvSpPr/>
          <p:nvPr/>
        </p:nvSpPr>
        <p:spPr>
          <a:xfrm>
            <a:off x="4451033" y="32817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30" name="bg object 30"/>
          <p:cNvSpPr/>
          <p:nvPr/>
        </p:nvSpPr>
        <p:spPr>
          <a:xfrm>
            <a:off x="4423969" y="325524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1" name="bg object 31"/>
          <p:cNvSpPr/>
          <p:nvPr/>
        </p:nvSpPr>
        <p:spPr>
          <a:xfrm>
            <a:off x="4329112" y="325126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a:xfrm>
            <a:off x="95300" y="60904"/>
            <a:ext cx="3468370" cy="288290"/>
          </a:xfrm>
          <a:prstGeom prst="rect">
            <a:avLst/>
          </a:prstGeom>
        </p:spPr>
        <p:txBody>
          <a:bodyPr wrap="square" lIns="0" tIns="0" rIns="0" bIns="0">
            <a:spAutoFit/>
          </a:bodyPr>
          <a:lstStyle>
            <a:lvl1pPr>
              <a:defRPr sz="1700" b="0" i="0">
                <a:solidFill>
                  <a:srgbClr val="CC0000"/>
                </a:solidFill>
                <a:latin typeface="Tahoma"/>
                <a:cs typeface="Tahoma"/>
              </a:defRPr>
            </a:lvl1pPr>
          </a:lstStyle>
          <a:p>
            <a:endParaRPr/>
          </a:p>
        </p:txBody>
      </p:sp>
      <p:sp>
        <p:nvSpPr>
          <p:cNvPr id="3" name="Holder 3"/>
          <p:cNvSpPr>
            <a:spLocks noGrp="1"/>
          </p:cNvSpPr>
          <p:nvPr>
            <p:ph type="body" idx="1"/>
          </p:nvPr>
        </p:nvSpPr>
        <p:spPr>
          <a:xfrm>
            <a:off x="124866" y="634781"/>
            <a:ext cx="4405981" cy="2728658"/>
          </a:xfrm>
          <a:prstGeom prst="rect">
            <a:avLst/>
          </a:prstGeom>
        </p:spPr>
        <p:txBody>
          <a:bodyPr wrap="square" lIns="0" tIns="0" rIns="0" bIns="0">
            <a:spAutoFit/>
          </a:bodyPr>
          <a:lstStyle>
            <a:lvl1pPr>
              <a:defRPr sz="12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3710597" y="3351784"/>
            <a:ext cx="439737" cy="102235"/>
          </a:xfrm>
          <a:prstGeom prst="rect">
            <a:avLst/>
          </a:prstGeom>
        </p:spPr>
        <p:txBody>
          <a:bodyPr wrap="square" lIns="0" tIns="0" rIns="0" bIns="0">
            <a:spAutoFit/>
          </a:bodyPr>
          <a:lstStyle>
            <a:lvl1pPr>
              <a:defRPr sz="600" b="0" i="0">
                <a:solidFill>
                  <a:srgbClr val="7A0000"/>
                </a:solidFill>
                <a:latin typeface="Arial MT"/>
                <a:cs typeface="Arial MT"/>
              </a:defRPr>
            </a:lvl1pPr>
          </a:lstStyle>
          <a:p>
            <a:pPr marL="52705">
              <a:lnSpc>
                <a:spcPts val="675"/>
              </a:lnSpc>
            </a:pPr>
            <a:r>
              <a:rPr dirty="0"/>
              <a:t>AIUB</a:t>
            </a:r>
            <a:r>
              <a:rPr spc="100" dirty="0"/>
              <a:t> </a:t>
            </a:r>
            <a:r>
              <a:rPr spc="-20" dirty="0"/>
              <a:t>2024</a:t>
            </a:r>
          </a:p>
        </p:txBody>
      </p:sp>
      <p:sp>
        <p:nvSpPr>
          <p:cNvPr id="5" name="Holder 5"/>
          <p:cNvSpPr>
            <a:spLocks noGrp="1"/>
          </p:cNvSpPr>
          <p:nvPr>
            <p:ph type="dt" sz="half" idx="6"/>
          </p:nvPr>
        </p:nvSpPr>
        <p:spPr>
          <a:xfrm>
            <a:off x="356133" y="3351784"/>
            <a:ext cx="823594" cy="102235"/>
          </a:xfrm>
          <a:prstGeom prst="rect">
            <a:avLst/>
          </a:prstGeom>
        </p:spPr>
        <p:txBody>
          <a:bodyPr wrap="square" lIns="0" tIns="0" rIns="0" bIns="0">
            <a:spAutoFit/>
          </a:bodyPr>
          <a:lstStyle>
            <a:lvl1pPr>
              <a:defRPr sz="600" b="0" i="0">
                <a:solidFill>
                  <a:srgbClr val="F2F2F2"/>
                </a:solidFill>
                <a:latin typeface="Arial MT"/>
                <a:cs typeface="Arial MT"/>
              </a:defRPr>
            </a:lvl1pPr>
          </a:lstStyle>
          <a:p>
            <a:pPr marL="12700">
              <a:lnSpc>
                <a:spcPts val="675"/>
              </a:lnSpc>
            </a:pPr>
            <a:r>
              <a:rPr spc="-10" dirty="0"/>
              <a:t>Richard,</a:t>
            </a:r>
            <a:r>
              <a:rPr spc="45" dirty="0"/>
              <a:t> </a:t>
            </a:r>
            <a:r>
              <a:rPr dirty="0"/>
              <a:t>Philip</a:t>
            </a:r>
            <a:r>
              <a:rPr spc="254" dirty="0"/>
              <a:t> </a:t>
            </a:r>
            <a:r>
              <a:rPr spc="-10" dirty="0"/>
              <a:t>(AIUB)</a:t>
            </a:r>
          </a:p>
        </p:txBody>
      </p:sp>
      <p:sp>
        <p:nvSpPr>
          <p:cNvPr id="6" name="Holder 6"/>
          <p:cNvSpPr>
            <a:spLocks noGrp="1"/>
          </p:cNvSpPr>
          <p:nvPr>
            <p:ph type="sldNum" sz="quarter" idx="7"/>
          </p:nvPr>
        </p:nvSpPr>
        <p:spPr>
          <a:xfrm>
            <a:off x="4272326" y="3351784"/>
            <a:ext cx="281304" cy="102235"/>
          </a:xfrm>
          <a:prstGeom prst="rect">
            <a:avLst/>
          </a:prstGeom>
        </p:spPr>
        <p:txBody>
          <a:bodyPr wrap="square" lIns="0" tIns="0" rIns="0" bIns="0">
            <a:spAutoFit/>
          </a:bodyPr>
          <a:lstStyle>
            <a:lvl1pPr>
              <a:defRPr sz="600" b="0" i="0">
                <a:solidFill>
                  <a:srgbClr val="7A0000"/>
                </a:solidFill>
                <a:latin typeface="Arial MT"/>
                <a:cs typeface="Arial MT"/>
              </a:defRPr>
            </a:lvl1pPr>
          </a:lstStyle>
          <a:p>
            <a:pPr marL="52705">
              <a:lnSpc>
                <a:spcPts val="675"/>
              </a:lnSpc>
            </a:pPr>
            <a:fld id="{81D60167-4931-47E6-BA6A-407CBD079E47}" type="slidenum">
              <a:rPr dirty="0"/>
              <a:t>‹#›</a:t>
            </a:fld>
            <a:r>
              <a:rPr spc="35" dirty="0"/>
              <a:t> </a:t>
            </a:r>
            <a:r>
              <a:rPr spc="150" dirty="0"/>
              <a:t>/</a:t>
            </a:r>
            <a:r>
              <a:rPr spc="35" dirty="0"/>
              <a:t> </a:t>
            </a:r>
            <a:r>
              <a:rPr spc="-25" dirty="0"/>
              <a:t>38</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slide" Target="slide15.xml"/><Relationship Id="rId18" Type="http://schemas.openxmlformats.org/officeDocument/2006/relationships/image" Target="../media/image14.png"/><Relationship Id="rId3" Type="http://schemas.openxmlformats.org/officeDocument/2006/relationships/image" Target="../media/image7.png"/><Relationship Id="rId21" Type="http://schemas.openxmlformats.org/officeDocument/2006/relationships/slide" Target="slide33.xml"/><Relationship Id="rId7" Type="http://schemas.openxmlformats.org/officeDocument/2006/relationships/image" Target="../media/image11.png"/><Relationship Id="rId12" Type="http://schemas.openxmlformats.org/officeDocument/2006/relationships/slide" Target="slide13.xml"/><Relationship Id="rId17" Type="http://schemas.openxmlformats.org/officeDocument/2006/relationships/slide" Target="slide30.xml"/><Relationship Id="rId2" Type="http://schemas.openxmlformats.org/officeDocument/2006/relationships/image" Target="../media/image6.png"/><Relationship Id="rId16" Type="http://schemas.openxmlformats.org/officeDocument/2006/relationships/slide" Target="slide19.xml"/><Relationship Id="rId20"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11.xml"/><Relationship Id="rId5" Type="http://schemas.openxmlformats.org/officeDocument/2006/relationships/image" Target="../media/image9.png"/><Relationship Id="rId15" Type="http://schemas.openxmlformats.org/officeDocument/2006/relationships/slide" Target="slide24.xml"/><Relationship Id="rId10" Type="http://schemas.openxmlformats.org/officeDocument/2006/relationships/slide" Target="slide3.xml"/><Relationship Id="rId19"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slide" Target="slide17.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20.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26.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slide" Target="slide1.xml"/></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1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slide" Target="slide1.xml"/></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48.pn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slide" Target="slide1.xml"/></Relationships>
</file>

<file path=ppt/slides/_rels/slide1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60.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63.png"/></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66.png"/></Relationships>
</file>

<file path=ppt/slides/_rels/slide2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69.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73.png"/><Relationship Id="rId4" Type="http://schemas.openxmlformats.org/officeDocument/2006/relationships/image" Target="../media/image72.png"/></Relationships>
</file>

<file path=ppt/slides/_rels/slide2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4.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5.xml"/><Relationship Id="rId4" Type="http://schemas.openxmlformats.org/officeDocument/2006/relationships/slide" Target="slide1.xml"/></Relationships>
</file>

<file path=ppt/slides/_rels/slide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7.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8.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slide" Target="slide1.xml"/></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image" Target="../media/image83.png"/><Relationship Id="rId7" Type="http://schemas.openxmlformats.org/officeDocument/2006/relationships/image" Target="../media/image85.png"/><Relationship Id="rId2" Type="http://schemas.openxmlformats.org/officeDocument/2006/relationships/image" Target="../media/image82.png"/><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hyperlink" Target="https://inst.eecs.berkeley.edu/~cs188/sp22/" TargetMode="External"/><Relationship Id="rId4" Type="http://schemas.openxmlformats.org/officeDocument/2006/relationships/hyperlink" Target="https://www.cs.cmu.edu/~15281/coursenotes/searc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7865" y="704062"/>
            <a:ext cx="4412615" cy="82550"/>
          </a:xfrm>
          <a:custGeom>
            <a:avLst/>
            <a:gdLst/>
            <a:ahLst/>
            <a:cxnLst/>
            <a:rect l="l" t="t" r="r" b="b"/>
            <a:pathLst>
              <a:path w="4412615" h="82550">
                <a:moveTo>
                  <a:pt x="4361525" y="0"/>
                </a:moveTo>
                <a:lnTo>
                  <a:pt x="50800" y="0"/>
                </a:lnTo>
                <a:lnTo>
                  <a:pt x="31075" y="4008"/>
                </a:lnTo>
                <a:lnTo>
                  <a:pt x="14922" y="14922"/>
                </a:lnTo>
                <a:lnTo>
                  <a:pt x="4008" y="31075"/>
                </a:lnTo>
                <a:lnTo>
                  <a:pt x="0" y="50800"/>
                </a:lnTo>
                <a:lnTo>
                  <a:pt x="0" y="82384"/>
                </a:lnTo>
                <a:lnTo>
                  <a:pt x="4412325" y="82384"/>
                </a:lnTo>
                <a:lnTo>
                  <a:pt x="4412325" y="50800"/>
                </a:lnTo>
                <a:lnTo>
                  <a:pt x="4408317" y="31075"/>
                </a:lnTo>
                <a:lnTo>
                  <a:pt x="4397403" y="14922"/>
                </a:lnTo>
                <a:lnTo>
                  <a:pt x="4381250" y="4008"/>
                </a:lnTo>
                <a:lnTo>
                  <a:pt x="4361525" y="0"/>
                </a:lnTo>
                <a:close/>
              </a:path>
            </a:pathLst>
          </a:custGeom>
          <a:solidFill>
            <a:srgbClr val="D8D8D8"/>
          </a:solidFill>
        </p:spPr>
        <p:txBody>
          <a:bodyPr wrap="square" lIns="0" tIns="0" rIns="0" bIns="0" rtlCol="0"/>
          <a:lstStyle/>
          <a:p>
            <a:endParaRPr/>
          </a:p>
        </p:txBody>
      </p:sp>
      <p:grpSp>
        <p:nvGrpSpPr>
          <p:cNvPr id="3" name="object 3"/>
          <p:cNvGrpSpPr/>
          <p:nvPr/>
        </p:nvGrpSpPr>
        <p:grpSpPr>
          <a:xfrm>
            <a:off x="97865" y="748483"/>
            <a:ext cx="4463415" cy="638175"/>
            <a:chOff x="97865" y="748483"/>
            <a:chExt cx="4463415" cy="638175"/>
          </a:xfrm>
        </p:grpSpPr>
        <p:pic>
          <p:nvPicPr>
            <p:cNvPr id="4" name="object 4"/>
            <p:cNvPicPr/>
            <p:nvPr/>
          </p:nvPicPr>
          <p:blipFill>
            <a:blip r:embed="rId2" cstate="print"/>
            <a:stretch>
              <a:fillRect/>
            </a:stretch>
          </p:blipFill>
          <p:spPr>
            <a:xfrm>
              <a:off x="148666" y="1284477"/>
              <a:ext cx="101600" cy="101600"/>
            </a:xfrm>
            <a:prstGeom prst="rect">
              <a:avLst/>
            </a:prstGeom>
          </p:spPr>
        </p:pic>
        <p:pic>
          <p:nvPicPr>
            <p:cNvPr id="5" name="object 5"/>
            <p:cNvPicPr/>
            <p:nvPr/>
          </p:nvPicPr>
          <p:blipFill>
            <a:blip r:embed="rId3" cstate="print"/>
            <a:stretch>
              <a:fillRect/>
            </a:stretch>
          </p:blipFill>
          <p:spPr>
            <a:xfrm>
              <a:off x="199466" y="1271777"/>
              <a:ext cx="4361525" cy="114301"/>
            </a:xfrm>
            <a:prstGeom prst="rect">
              <a:avLst/>
            </a:prstGeom>
          </p:spPr>
        </p:pic>
        <p:pic>
          <p:nvPicPr>
            <p:cNvPr id="6" name="object 6"/>
            <p:cNvPicPr/>
            <p:nvPr/>
          </p:nvPicPr>
          <p:blipFill>
            <a:blip r:embed="rId4" cstate="print"/>
            <a:stretch>
              <a:fillRect/>
            </a:stretch>
          </p:blipFill>
          <p:spPr>
            <a:xfrm>
              <a:off x="4510191" y="754621"/>
              <a:ext cx="50800" cy="529856"/>
            </a:xfrm>
            <a:prstGeom prst="rect">
              <a:avLst/>
            </a:prstGeom>
          </p:spPr>
        </p:pic>
        <p:sp>
          <p:nvSpPr>
            <p:cNvPr id="7" name="object 7"/>
            <p:cNvSpPr/>
            <p:nvPr/>
          </p:nvSpPr>
          <p:spPr>
            <a:xfrm>
              <a:off x="97865" y="748483"/>
              <a:ext cx="4412615" cy="587375"/>
            </a:xfrm>
            <a:custGeom>
              <a:avLst/>
              <a:gdLst/>
              <a:ahLst/>
              <a:cxnLst/>
              <a:rect l="l" t="t" r="r" b="b"/>
              <a:pathLst>
                <a:path w="4412615" h="587375">
                  <a:moveTo>
                    <a:pt x="4412325" y="0"/>
                  </a:moveTo>
                  <a:lnTo>
                    <a:pt x="0" y="0"/>
                  </a:lnTo>
                  <a:lnTo>
                    <a:pt x="0" y="535994"/>
                  </a:lnTo>
                  <a:lnTo>
                    <a:pt x="4008" y="555719"/>
                  </a:lnTo>
                  <a:lnTo>
                    <a:pt x="14922" y="571872"/>
                  </a:lnTo>
                  <a:lnTo>
                    <a:pt x="31075" y="582786"/>
                  </a:lnTo>
                  <a:lnTo>
                    <a:pt x="50800" y="586795"/>
                  </a:lnTo>
                  <a:lnTo>
                    <a:pt x="4361525" y="586795"/>
                  </a:lnTo>
                  <a:lnTo>
                    <a:pt x="4381250" y="582786"/>
                  </a:lnTo>
                  <a:lnTo>
                    <a:pt x="4397403" y="571872"/>
                  </a:lnTo>
                  <a:lnTo>
                    <a:pt x="4408317" y="555719"/>
                  </a:lnTo>
                  <a:lnTo>
                    <a:pt x="4412325" y="535994"/>
                  </a:lnTo>
                  <a:lnTo>
                    <a:pt x="4412325" y="0"/>
                  </a:lnTo>
                  <a:close/>
                </a:path>
              </a:pathLst>
            </a:custGeom>
            <a:solidFill>
              <a:srgbClr val="D8D8D8"/>
            </a:solidFill>
          </p:spPr>
          <p:txBody>
            <a:bodyPr wrap="square" lIns="0" tIns="0" rIns="0" bIns="0" rtlCol="0"/>
            <a:lstStyle/>
            <a:p>
              <a:endParaRPr/>
            </a:p>
          </p:txBody>
        </p:sp>
        <p:sp>
          <p:nvSpPr>
            <p:cNvPr id="8" name="object 8"/>
            <p:cNvSpPr/>
            <p:nvPr/>
          </p:nvSpPr>
          <p:spPr>
            <a:xfrm>
              <a:off x="4510191" y="792720"/>
              <a:ext cx="0" cy="511175"/>
            </a:xfrm>
            <a:custGeom>
              <a:avLst/>
              <a:gdLst/>
              <a:ahLst/>
              <a:cxnLst/>
              <a:rect l="l" t="t" r="r" b="b"/>
              <a:pathLst>
                <a:path h="511175">
                  <a:moveTo>
                    <a:pt x="0" y="510807"/>
                  </a:moveTo>
                  <a:lnTo>
                    <a:pt x="0" y="0"/>
                  </a:lnTo>
                </a:path>
              </a:pathLst>
            </a:custGeom>
            <a:ln w="3175">
              <a:solidFill>
                <a:srgbClr val="7F7F7F"/>
              </a:solidFill>
            </a:ln>
          </p:spPr>
          <p:txBody>
            <a:bodyPr wrap="square" lIns="0" tIns="0" rIns="0" bIns="0" rtlCol="0"/>
            <a:lstStyle/>
            <a:p>
              <a:endParaRPr/>
            </a:p>
          </p:txBody>
        </p:sp>
        <p:sp>
          <p:nvSpPr>
            <p:cNvPr id="9" name="object 9"/>
            <p:cNvSpPr/>
            <p:nvPr/>
          </p:nvSpPr>
          <p:spPr>
            <a:xfrm>
              <a:off x="4510191" y="780020"/>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0" name="object 10"/>
            <p:cNvSpPr/>
            <p:nvPr/>
          </p:nvSpPr>
          <p:spPr>
            <a:xfrm>
              <a:off x="4510191" y="767320"/>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1" name="object 11"/>
            <p:cNvSpPr/>
            <p:nvPr/>
          </p:nvSpPr>
          <p:spPr>
            <a:xfrm>
              <a:off x="4510191" y="754620"/>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grpSp>
      <p:sp>
        <p:nvSpPr>
          <p:cNvPr id="12" name="object 12"/>
          <p:cNvSpPr txBox="1">
            <a:spLocks noGrp="1"/>
          </p:cNvSpPr>
          <p:nvPr>
            <p:ph type="title"/>
          </p:nvPr>
        </p:nvSpPr>
        <p:spPr>
          <a:xfrm>
            <a:off x="1415249" y="688114"/>
            <a:ext cx="1778000" cy="566420"/>
          </a:xfrm>
          <a:prstGeom prst="rect">
            <a:avLst/>
          </a:prstGeom>
        </p:spPr>
        <p:txBody>
          <a:bodyPr vert="horz" wrap="square" lIns="0" tIns="71755" rIns="0" bIns="0" rtlCol="0">
            <a:spAutoFit/>
          </a:bodyPr>
          <a:lstStyle/>
          <a:p>
            <a:pPr algn="ctr">
              <a:lnSpc>
                <a:spcPct val="100000"/>
              </a:lnSpc>
              <a:spcBef>
                <a:spcPts val="565"/>
              </a:spcBef>
            </a:pPr>
            <a:r>
              <a:rPr spc="-20" dirty="0"/>
              <a:t>Artificial</a:t>
            </a:r>
            <a:r>
              <a:rPr spc="-55" dirty="0"/>
              <a:t> </a:t>
            </a:r>
            <a:r>
              <a:rPr spc="-90" dirty="0"/>
              <a:t>Intelligence</a:t>
            </a:r>
          </a:p>
          <a:p>
            <a:pPr algn="ctr">
              <a:lnSpc>
                <a:spcPct val="100000"/>
              </a:lnSpc>
              <a:spcBef>
                <a:spcPts val="310"/>
              </a:spcBef>
            </a:pPr>
            <a:r>
              <a:rPr sz="1200" spc="-45" dirty="0"/>
              <a:t>Lecture</a:t>
            </a:r>
            <a:r>
              <a:rPr sz="1200" spc="-50" dirty="0"/>
              <a:t> </a:t>
            </a:r>
            <a:r>
              <a:rPr sz="1200" spc="-10" dirty="0"/>
              <a:t>1,</a:t>
            </a:r>
            <a:r>
              <a:rPr sz="1200" spc="-45" dirty="0"/>
              <a:t> </a:t>
            </a:r>
            <a:r>
              <a:rPr sz="1200" spc="-40" dirty="0"/>
              <a:t>Chapter</a:t>
            </a:r>
            <a:r>
              <a:rPr sz="1200" spc="-45" dirty="0"/>
              <a:t> </a:t>
            </a:r>
            <a:r>
              <a:rPr sz="1200" spc="-25" dirty="0"/>
              <a:t>1,2</a:t>
            </a:r>
            <a:endParaRPr sz="1200"/>
          </a:p>
        </p:txBody>
      </p:sp>
      <p:sp>
        <p:nvSpPr>
          <p:cNvPr id="13" name="object 13"/>
          <p:cNvSpPr txBox="1"/>
          <p:nvPr/>
        </p:nvSpPr>
        <p:spPr>
          <a:xfrm>
            <a:off x="1652358" y="1551429"/>
            <a:ext cx="1303655" cy="196849"/>
          </a:xfrm>
          <a:prstGeom prst="rect">
            <a:avLst/>
          </a:prstGeom>
        </p:spPr>
        <p:txBody>
          <a:bodyPr vert="horz" wrap="square" lIns="0" tIns="12065" rIns="0" bIns="0" rtlCol="0">
            <a:spAutoFit/>
          </a:bodyPr>
          <a:lstStyle/>
          <a:p>
            <a:pPr marL="12700">
              <a:lnSpc>
                <a:spcPct val="100000"/>
              </a:lnSpc>
              <a:spcBef>
                <a:spcPts val="95"/>
              </a:spcBef>
            </a:pPr>
            <a:r>
              <a:rPr lang="en-US" sz="1200" spc="-30" dirty="0">
                <a:latin typeface="Tahoma"/>
                <a:cs typeface="Tahoma"/>
              </a:rPr>
              <a:t>SAZIA SHARMIN</a:t>
            </a:r>
            <a:endParaRPr sz="1200" dirty="0">
              <a:latin typeface="Tahoma"/>
              <a:cs typeface="Tahoma"/>
            </a:endParaRPr>
          </a:p>
        </p:txBody>
      </p:sp>
      <p:sp>
        <p:nvSpPr>
          <p:cNvPr id="14" name="object 14"/>
          <p:cNvSpPr txBox="1"/>
          <p:nvPr/>
        </p:nvSpPr>
        <p:spPr>
          <a:xfrm>
            <a:off x="1899411" y="1916936"/>
            <a:ext cx="845185" cy="267335"/>
          </a:xfrm>
          <a:prstGeom prst="rect">
            <a:avLst/>
          </a:prstGeom>
        </p:spPr>
        <p:txBody>
          <a:bodyPr vert="horz" wrap="square" lIns="0" tIns="17145" rIns="0" bIns="0" rtlCol="0">
            <a:spAutoFit/>
          </a:bodyPr>
          <a:lstStyle/>
          <a:p>
            <a:pPr marL="280670" marR="5080" indent="-268605">
              <a:lnSpc>
                <a:spcPts val="950"/>
              </a:lnSpc>
              <a:spcBef>
                <a:spcPts val="135"/>
              </a:spcBef>
            </a:pPr>
            <a:r>
              <a:rPr sz="800" dirty="0">
                <a:latin typeface="Arial MT"/>
                <a:cs typeface="Arial MT"/>
              </a:rPr>
              <a:t>Department</a:t>
            </a:r>
            <a:r>
              <a:rPr sz="800" spc="45" dirty="0">
                <a:latin typeface="Arial MT"/>
                <a:cs typeface="Arial MT"/>
              </a:rPr>
              <a:t> </a:t>
            </a:r>
            <a:r>
              <a:rPr sz="800" dirty="0">
                <a:latin typeface="Arial MT"/>
                <a:cs typeface="Arial MT"/>
              </a:rPr>
              <a:t>of</a:t>
            </a:r>
            <a:r>
              <a:rPr sz="800" spc="45" dirty="0">
                <a:latin typeface="Arial MT"/>
                <a:cs typeface="Arial MT"/>
              </a:rPr>
              <a:t> </a:t>
            </a:r>
            <a:r>
              <a:rPr sz="800" spc="-65" dirty="0">
                <a:latin typeface="Arial MT"/>
                <a:cs typeface="Arial MT"/>
              </a:rPr>
              <a:t>CS</a:t>
            </a:r>
            <a:r>
              <a:rPr sz="800" spc="-20" dirty="0">
                <a:latin typeface="Arial MT"/>
                <a:cs typeface="Arial MT"/>
              </a:rPr>
              <a:t> AIUB</a:t>
            </a:r>
            <a:endParaRPr sz="800">
              <a:latin typeface="Arial MT"/>
              <a:cs typeface="Arial MT"/>
            </a:endParaRPr>
          </a:p>
        </p:txBody>
      </p:sp>
      <p:grpSp>
        <p:nvGrpSpPr>
          <p:cNvPr id="16" name="object 16"/>
          <p:cNvGrpSpPr/>
          <p:nvPr/>
        </p:nvGrpSpPr>
        <p:grpSpPr>
          <a:xfrm>
            <a:off x="0" y="3346348"/>
            <a:ext cx="4608195" cy="109855"/>
            <a:chOff x="0" y="3346348"/>
            <a:chExt cx="4608195" cy="109855"/>
          </a:xfrm>
        </p:grpSpPr>
        <p:sp>
          <p:nvSpPr>
            <p:cNvPr id="17" name="object 17"/>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8" name="object 18"/>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9" name="object 19"/>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21" name="object 21"/>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5" action="ppaction://hlinksldjump"/>
              </a:rPr>
              <a:t>AI</a:t>
            </a:r>
            <a:endParaRPr sz="600">
              <a:latin typeface="Arial MT"/>
              <a:cs typeface="Arial MT"/>
            </a:endParaRPr>
          </a:p>
        </p:txBody>
      </p:sp>
      <p:sp>
        <p:nvSpPr>
          <p:cNvPr id="22" name="object 22"/>
          <p:cNvSpPr txBox="1">
            <a:spLocks noGrp="1"/>
          </p:cNvSpPr>
          <p:nvPr>
            <p:ph type="ftr" sz="quarter" idx="5"/>
          </p:nvPr>
        </p:nvSpPr>
        <p:spPr>
          <a:prstGeom prst="rect">
            <a:avLst/>
          </a:prstGeom>
        </p:spPr>
        <p:txBody>
          <a:bodyPr vert="horz" wrap="square" lIns="0" tIns="0" rIns="0" bIns="0" rtlCol="0">
            <a:spAutoFit/>
          </a:bodyPr>
          <a:lstStyle/>
          <a:p>
            <a:pPr marL="52705">
              <a:lnSpc>
                <a:spcPts val="675"/>
              </a:lnSpc>
            </a:pPr>
            <a:r>
              <a:rPr dirty="0"/>
              <a:t>AIUB</a:t>
            </a:r>
            <a:r>
              <a:rPr spc="100" dirty="0"/>
              <a:t> </a:t>
            </a:r>
            <a:r>
              <a:rPr spc="-20" dirty="0"/>
              <a:t>2024</a:t>
            </a:r>
          </a:p>
        </p:txBody>
      </p:sp>
      <p:sp>
        <p:nvSpPr>
          <p:cNvPr id="23" name="object 23"/>
          <p:cNvSpPr txBox="1">
            <a:spLocks noGrp="1"/>
          </p:cNvSpPr>
          <p:nvPr>
            <p:ph type="sldNum" sz="quarter" idx="7"/>
          </p:nvPr>
        </p:nvSpPr>
        <p:spPr>
          <a:prstGeom prst="rect">
            <a:avLst/>
          </a:prstGeom>
        </p:spPr>
        <p:txBody>
          <a:bodyPr vert="horz" wrap="square" lIns="0" tIns="0" rIns="0" bIns="0" rtlCol="0">
            <a:spAutoFit/>
          </a:bodyPr>
          <a:lstStyle/>
          <a:p>
            <a:pPr marL="52705">
              <a:lnSpc>
                <a:spcPts val="675"/>
              </a:lnSpc>
            </a:pPr>
            <a:fld id="{81D60167-4931-47E6-BA6A-407CBD079E47}" type="slidenum">
              <a:rPr dirty="0"/>
              <a:t>1</a:t>
            </a:fld>
            <a:r>
              <a:rPr spc="35" dirty="0"/>
              <a:t> </a:t>
            </a:r>
            <a:r>
              <a:rPr spc="150" dirty="0"/>
              <a:t>/</a:t>
            </a:r>
            <a:r>
              <a:rPr spc="35" dirty="0"/>
              <a:t> </a:t>
            </a:r>
            <a:r>
              <a:rPr spc="-25" dirty="0"/>
              <a:t>38</a:t>
            </a: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80" dirty="0"/>
              <a:t>Table</a:t>
            </a:r>
            <a:r>
              <a:rPr spc="-55" dirty="0"/>
              <a:t> </a:t>
            </a:r>
            <a:r>
              <a:rPr spc="-30" dirty="0"/>
              <a:t>of</a:t>
            </a:r>
            <a:r>
              <a:rPr spc="-90" dirty="0"/>
              <a:t> </a:t>
            </a:r>
            <a:r>
              <a:rPr spc="-75" dirty="0"/>
              <a:t>Contents</a:t>
            </a:r>
          </a:p>
        </p:txBody>
      </p:sp>
      <p:pic>
        <p:nvPicPr>
          <p:cNvPr id="4" name="object 4"/>
          <p:cNvPicPr/>
          <p:nvPr/>
        </p:nvPicPr>
        <p:blipFill>
          <a:blip r:embed="rId2" cstate="print"/>
          <a:stretch>
            <a:fillRect/>
          </a:stretch>
        </p:blipFill>
        <p:spPr>
          <a:xfrm>
            <a:off x="94678" y="548982"/>
            <a:ext cx="175450" cy="175450"/>
          </a:xfrm>
          <a:prstGeom prst="rect">
            <a:avLst/>
          </a:prstGeom>
        </p:spPr>
      </p:pic>
      <p:sp>
        <p:nvSpPr>
          <p:cNvPr id="5" name="object 5"/>
          <p:cNvSpPr txBox="1"/>
          <p:nvPr/>
        </p:nvSpPr>
        <p:spPr>
          <a:xfrm>
            <a:off x="142824" y="556004"/>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1</a:t>
            </a:r>
            <a:endParaRPr sz="800">
              <a:latin typeface="Arial MT"/>
              <a:cs typeface="Arial MT"/>
            </a:endParaRPr>
          </a:p>
        </p:txBody>
      </p:sp>
      <p:pic>
        <p:nvPicPr>
          <p:cNvPr id="6" name="object 6"/>
          <p:cNvPicPr/>
          <p:nvPr/>
        </p:nvPicPr>
        <p:blipFill>
          <a:blip r:embed="rId3" cstate="print"/>
          <a:stretch>
            <a:fillRect/>
          </a:stretch>
        </p:blipFill>
        <p:spPr>
          <a:xfrm>
            <a:off x="94678" y="806462"/>
            <a:ext cx="175450" cy="175450"/>
          </a:xfrm>
          <a:prstGeom prst="rect">
            <a:avLst/>
          </a:prstGeom>
        </p:spPr>
      </p:pic>
      <p:sp>
        <p:nvSpPr>
          <p:cNvPr id="7" name="object 7"/>
          <p:cNvSpPr txBox="1"/>
          <p:nvPr/>
        </p:nvSpPr>
        <p:spPr>
          <a:xfrm>
            <a:off x="142824" y="813484"/>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2</a:t>
            </a:r>
            <a:endParaRPr sz="800">
              <a:latin typeface="Arial MT"/>
              <a:cs typeface="Arial MT"/>
            </a:endParaRPr>
          </a:p>
        </p:txBody>
      </p:sp>
      <p:pic>
        <p:nvPicPr>
          <p:cNvPr id="8" name="object 8"/>
          <p:cNvPicPr/>
          <p:nvPr/>
        </p:nvPicPr>
        <p:blipFill>
          <a:blip r:embed="rId4" cstate="print"/>
          <a:stretch>
            <a:fillRect/>
          </a:stretch>
        </p:blipFill>
        <p:spPr>
          <a:xfrm>
            <a:off x="94678" y="1063942"/>
            <a:ext cx="175450" cy="175450"/>
          </a:xfrm>
          <a:prstGeom prst="rect">
            <a:avLst/>
          </a:prstGeom>
        </p:spPr>
      </p:pic>
      <p:sp>
        <p:nvSpPr>
          <p:cNvPr id="9" name="object 9"/>
          <p:cNvSpPr txBox="1"/>
          <p:nvPr/>
        </p:nvSpPr>
        <p:spPr>
          <a:xfrm>
            <a:off x="142824" y="1070964"/>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3</a:t>
            </a:r>
            <a:endParaRPr sz="800">
              <a:latin typeface="Arial MT"/>
              <a:cs typeface="Arial MT"/>
            </a:endParaRPr>
          </a:p>
        </p:txBody>
      </p:sp>
      <p:pic>
        <p:nvPicPr>
          <p:cNvPr id="10" name="object 10"/>
          <p:cNvPicPr/>
          <p:nvPr/>
        </p:nvPicPr>
        <p:blipFill>
          <a:blip r:embed="rId5" cstate="print"/>
          <a:stretch>
            <a:fillRect/>
          </a:stretch>
        </p:blipFill>
        <p:spPr>
          <a:xfrm>
            <a:off x="94678" y="1321422"/>
            <a:ext cx="175450" cy="175450"/>
          </a:xfrm>
          <a:prstGeom prst="rect">
            <a:avLst/>
          </a:prstGeom>
        </p:spPr>
      </p:pic>
      <p:sp>
        <p:nvSpPr>
          <p:cNvPr id="11" name="object 11"/>
          <p:cNvSpPr txBox="1"/>
          <p:nvPr/>
        </p:nvSpPr>
        <p:spPr>
          <a:xfrm>
            <a:off x="142824" y="1328444"/>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4</a:t>
            </a:r>
            <a:endParaRPr sz="800">
              <a:latin typeface="Arial MT"/>
              <a:cs typeface="Arial MT"/>
            </a:endParaRPr>
          </a:p>
        </p:txBody>
      </p:sp>
      <p:pic>
        <p:nvPicPr>
          <p:cNvPr id="12" name="object 12"/>
          <p:cNvPicPr/>
          <p:nvPr/>
        </p:nvPicPr>
        <p:blipFill>
          <a:blip r:embed="rId6" cstate="print"/>
          <a:stretch>
            <a:fillRect/>
          </a:stretch>
        </p:blipFill>
        <p:spPr>
          <a:xfrm>
            <a:off x="94678" y="1578902"/>
            <a:ext cx="175450" cy="175450"/>
          </a:xfrm>
          <a:prstGeom prst="rect">
            <a:avLst/>
          </a:prstGeom>
        </p:spPr>
      </p:pic>
      <p:sp>
        <p:nvSpPr>
          <p:cNvPr id="13" name="object 13"/>
          <p:cNvSpPr txBox="1"/>
          <p:nvPr/>
        </p:nvSpPr>
        <p:spPr>
          <a:xfrm>
            <a:off x="142824" y="1585911"/>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5</a:t>
            </a:r>
            <a:endParaRPr sz="800">
              <a:latin typeface="Arial MT"/>
              <a:cs typeface="Arial MT"/>
            </a:endParaRPr>
          </a:p>
        </p:txBody>
      </p:sp>
      <p:pic>
        <p:nvPicPr>
          <p:cNvPr id="14" name="object 14"/>
          <p:cNvPicPr/>
          <p:nvPr/>
        </p:nvPicPr>
        <p:blipFill>
          <a:blip r:embed="rId7" cstate="print"/>
          <a:stretch>
            <a:fillRect/>
          </a:stretch>
        </p:blipFill>
        <p:spPr>
          <a:xfrm>
            <a:off x="94678" y="1836381"/>
            <a:ext cx="175450" cy="175450"/>
          </a:xfrm>
          <a:prstGeom prst="rect">
            <a:avLst/>
          </a:prstGeom>
        </p:spPr>
      </p:pic>
      <p:sp>
        <p:nvSpPr>
          <p:cNvPr id="15" name="object 15"/>
          <p:cNvSpPr txBox="1"/>
          <p:nvPr/>
        </p:nvSpPr>
        <p:spPr>
          <a:xfrm>
            <a:off x="142824" y="1843391"/>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6</a:t>
            </a:r>
            <a:endParaRPr sz="800">
              <a:latin typeface="Arial MT"/>
              <a:cs typeface="Arial MT"/>
            </a:endParaRPr>
          </a:p>
        </p:txBody>
      </p:sp>
      <p:pic>
        <p:nvPicPr>
          <p:cNvPr id="16" name="object 16"/>
          <p:cNvPicPr/>
          <p:nvPr/>
        </p:nvPicPr>
        <p:blipFill>
          <a:blip r:embed="rId8" cstate="print"/>
          <a:stretch>
            <a:fillRect/>
          </a:stretch>
        </p:blipFill>
        <p:spPr>
          <a:xfrm>
            <a:off x="347052" y="2076526"/>
            <a:ext cx="71526" cy="71526"/>
          </a:xfrm>
          <a:prstGeom prst="rect">
            <a:avLst/>
          </a:prstGeom>
        </p:spPr>
      </p:pic>
      <p:pic>
        <p:nvPicPr>
          <p:cNvPr id="17" name="object 17"/>
          <p:cNvPicPr/>
          <p:nvPr/>
        </p:nvPicPr>
        <p:blipFill>
          <a:blip r:embed="rId9" cstate="print"/>
          <a:stretch>
            <a:fillRect/>
          </a:stretch>
        </p:blipFill>
        <p:spPr>
          <a:xfrm>
            <a:off x="347052" y="2259990"/>
            <a:ext cx="71526" cy="71526"/>
          </a:xfrm>
          <a:prstGeom prst="rect">
            <a:avLst/>
          </a:prstGeom>
        </p:spPr>
      </p:pic>
      <p:sp>
        <p:nvSpPr>
          <p:cNvPr id="18" name="object 18"/>
          <p:cNvSpPr txBox="1"/>
          <p:nvPr/>
        </p:nvSpPr>
        <p:spPr>
          <a:xfrm>
            <a:off x="321538" y="444132"/>
            <a:ext cx="2165350" cy="2710180"/>
          </a:xfrm>
          <a:prstGeom prst="rect">
            <a:avLst/>
          </a:prstGeom>
        </p:spPr>
        <p:txBody>
          <a:bodyPr vert="horz" wrap="square" lIns="0" tIns="12700" rIns="0" bIns="0" rtlCol="0">
            <a:spAutoFit/>
          </a:bodyPr>
          <a:lstStyle/>
          <a:p>
            <a:pPr marL="12700" marR="1093470">
              <a:lnSpc>
                <a:spcPct val="140800"/>
              </a:lnSpc>
              <a:spcBef>
                <a:spcPts val="100"/>
              </a:spcBef>
            </a:pPr>
            <a:r>
              <a:rPr sz="1200" spc="-10" dirty="0">
                <a:solidFill>
                  <a:srgbClr val="0000FF"/>
                </a:solidFill>
                <a:latin typeface="Tahoma"/>
                <a:cs typeface="Tahoma"/>
                <a:hlinkClick r:id="rId10" action="ppaction://hlinksldjump"/>
              </a:rPr>
              <a:t>What</a:t>
            </a:r>
            <a:r>
              <a:rPr sz="1200" spc="-70" dirty="0">
                <a:solidFill>
                  <a:srgbClr val="0000FF"/>
                </a:solidFill>
                <a:latin typeface="Tahoma"/>
                <a:cs typeface="Tahoma"/>
                <a:hlinkClick r:id="rId10" action="ppaction://hlinksldjump"/>
              </a:rPr>
              <a:t> </a:t>
            </a:r>
            <a:r>
              <a:rPr sz="1200" dirty="0">
                <a:solidFill>
                  <a:srgbClr val="0000FF"/>
                </a:solidFill>
                <a:latin typeface="Tahoma"/>
                <a:cs typeface="Tahoma"/>
                <a:hlinkClick r:id="rId10" action="ppaction://hlinksldjump"/>
              </a:rPr>
              <a:t>is</a:t>
            </a:r>
            <a:r>
              <a:rPr sz="1200" spc="-65" dirty="0">
                <a:solidFill>
                  <a:srgbClr val="0000FF"/>
                </a:solidFill>
                <a:latin typeface="Tahoma"/>
                <a:cs typeface="Tahoma"/>
                <a:hlinkClick r:id="rId10" action="ppaction://hlinksldjump"/>
              </a:rPr>
              <a:t> </a:t>
            </a:r>
            <a:r>
              <a:rPr sz="1200" spc="-25" dirty="0">
                <a:solidFill>
                  <a:srgbClr val="0000FF"/>
                </a:solidFill>
                <a:latin typeface="Tahoma"/>
                <a:cs typeface="Tahoma"/>
                <a:hlinkClick r:id="rId10" action="ppaction://hlinksldjump"/>
              </a:rPr>
              <a:t>AI?</a:t>
            </a:r>
            <a:r>
              <a:rPr sz="1200" spc="-25" dirty="0">
                <a:solidFill>
                  <a:srgbClr val="0000FF"/>
                </a:solidFill>
                <a:latin typeface="Tahoma"/>
                <a:cs typeface="Tahoma"/>
              </a:rPr>
              <a:t> </a:t>
            </a:r>
            <a:r>
              <a:rPr sz="1200" spc="-45" dirty="0">
                <a:solidFill>
                  <a:srgbClr val="0000FF"/>
                </a:solidFill>
                <a:latin typeface="Tahoma"/>
                <a:cs typeface="Tahoma"/>
                <a:hlinkClick r:id="rId11" action="ppaction://hlinksldjump"/>
              </a:rPr>
              <a:t>Foundation</a:t>
            </a:r>
            <a:r>
              <a:rPr sz="1200" spc="-50" dirty="0">
                <a:solidFill>
                  <a:srgbClr val="0000FF"/>
                </a:solidFill>
                <a:latin typeface="Tahoma"/>
                <a:cs typeface="Tahoma"/>
                <a:hlinkClick r:id="rId11" action="ppaction://hlinksldjump"/>
              </a:rPr>
              <a:t> </a:t>
            </a:r>
            <a:r>
              <a:rPr sz="1200" dirty="0">
                <a:solidFill>
                  <a:srgbClr val="0000FF"/>
                </a:solidFill>
                <a:latin typeface="Tahoma"/>
                <a:cs typeface="Tahoma"/>
                <a:hlinkClick r:id="rId11" action="ppaction://hlinksldjump"/>
              </a:rPr>
              <a:t>of</a:t>
            </a:r>
            <a:r>
              <a:rPr sz="1200" spc="-50" dirty="0">
                <a:solidFill>
                  <a:srgbClr val="0000FF"/>
                </a:solidFill>
                <a:latin typeface="Tahoma"/>
                <a:cs typeface="Tahoma"/>
                <a:hlinkClick r:id="rId11" action="ppaction://hlinksldjump"/>
              </a:rPr>
              <a:t> AI</a:t>
            </a:r>
            <a:r>
              <a:rPr sz="1200" spc="-50" dirty="0">
                <a:solidFill>
                  <a:srgbClr val="0000FF"/>
                </a:solidFill>
                <a:latin typeface="Tahoma"/>
                <a:cs typeface="Tahoma"/>
              </a:rPr>
              <a:t> </a:t>
            </a:r>
            <a:r>
              <a:rPr sz="1200" spc="-30" dirty="0">
                <a:solidFill>
                  <a:srgbClr val="0000FF"/>
                </a:solidFill>
                <a:latin typeface="Tahoma"/>
                <a:cs typeface="Tahoma"/>
                <a:hlinkClick r:id="rId12" action="ppaction://hlinksldjump"/>
              </a:rPr>
              <a:t>History</a:t>
            </a:r>
            <a:r>
              <a:rPr sz="1200" spc="-65" dirty="0">
                <a:solidFill>
                  <a:srgbClr val="0000FF"/>
                </a:solidFill>
                <a:latin typeface="Tahoma"/>
                <a:cs typeface="Tahoma"/>
                <a:hlinkClick r:id="rId12" action="ppaction://hlinksldjump"/>
              </a:rPr>
              <a:t> </a:t>
            </a:r>
            <a:r>
              <a:rPr sz="1200" dirty="0">
                <a:solidFill>
                  <a:srgbClr val="0000FF"/>
                </a:solidFill>
                <a:latin typeface="Tahoma"/>
                <a:cs typeface="Tahoma"/>
                <a:hlinkClick r:id="rId12" action="ppaction://hlinksldjump"/>
              </a:rPr>
              <a:t>of</a:t>
            </a:r>
            <a:r>
              <a:rPr sz="1200" spc="-85" dirty="0">
                <a:solidFill>
                  <a:srgbClr val="0000FF"/>
                </a:solidFill>
                <a:latin typeface="Tahoma"/>
                <a:cs typeface="Tahoma"/>
                <a:hlinkClick r:id="rId12" action="ppaction://hlinksldjump"/>
              </a:rPr>
              <a:t> </a:t>
            </a:r>
            <a:r>
              <a:rPr sz="1200" spc="-25" dirty="0">
                <a:solidFill>
                  <a:srgbClr val="0000FF"/>
                </a:solidFill>
                <a:latin typeface="Tahoma"/>
                <a:cs typeface="Tahoma"/>
                <a:hlinkClick r:id="rId12" action="ppaction://hlinksldjump"/>
              </a:rPr>
              <a:t>AI</a:t>
            </a:r>
            <a:endParaRPr sz="1200">
              <a:latin typeface="Tahoma"/>
              <a:cs typeface="Tahoma"/>
            </a:endParaRPr>
          </a:p>
          <a:p>
            <a:pPr marL="12700" marR="688975">
              <a:lnSpc>
                <a:spcPct val="140800"/>
              </a:lnSpc>
            </a:pPr>
            <a:r>
              <a:rPr sz="1200" spc="-10" dirty="0">
                <a:solidFill>
                  <a:srgbClr val="0000FF"/>
                </a:solidFill>
                <a:latin typeface="Tahoma"/>
                <a:cs typeface="Tahoma"/>
                <a:hlinkClick r:id="rId13" action="ppaction://hlinksldjump"/>
              </a:rPr>
              <a:t>What</a:t>
            </a:r>
            <a:r>
              <a:rPr sz="1200" spc="-65" dirty="0">
                <a:solidFill>
                  <a:srgbClr val="0000FF"/>
                </a:solidFill>
                <a:latin typeface="Tahoma"/>
                <a:cs typeface="Tahoma"/>
                <a:hlinkClick r:id="rId13" action="ppaction://hlinksldjump"/>
              </a:rPr>
              <a:t> </a:t>
            </a:r>
            <a:r>
              <a:rPr sz="1200" spc="-45" dirty="0">
                <a:solidFill>
                  <a:srgbClr val="0000FF"/>
                </a:solidFill>
                <a:latin typeface="Tahoma"/>
                <a:cs typeface="Tahoma"/>
                <a:hlinkClick r:id="rId13" action="ppaction://hlinksldjump"/>
              </a:rPr>
              <a:t>can</a:t>
            </a:r>
            <a:r>
              <a:rPr sz="1200" spc="-50" dirty="0">
                <a:solidFill>
                  <a:srgbClr val="0000FF"/>
                </a:solidFill>
                <a:latin typeface="Tahoma"/>
                <a:cs typeface="Tahoma"/>
                <a:hlinkClick r:id="rId13" action="ppaction://hlinksldjump"/>
              </a:rPr>
              <a:t> </a:t>
            </a:r>
            <a:r>
              <a:rPr sz="1200" dirty="0">
                <a:solidFill>
                  <a:srgbClr val="0000FF"/>
                </a:solidFill>
                <a:latin typeface="Tahoma"/>
                <a:cs typeface="Tahoma"/>
                <a:hlinkClick r:id="rId13" action="ppaction://hlinksldjump"/>
              </a:rPr>
              <a:t>AI</a:t>
            </a:r>
            <a:r>
              <a:rPr sz="1200" spc="-60" dirty="0">
                <a:solidFill>
                  <a:srgbClr val="0000FF"/>
                </a:solidFill>
                <a:latin typeface="Tahoma"/>
                <a:cs typeface="Tahoma"/>
                <a:hlinkClick r:id="rId13" action="ppaction://hlinksldjump"/>
              </a:rPr>
              <a:t> </a:t>
            </a:r>
            <a:r>
              <a:rPr sz="1200" spc="-30" dirty="0">
                <a:solidFill>
                  <a:srgbClr val="0000FF"/>
                </a:solidFill>
                <a:latin typeface="Tahoma"/>
                <a:cs typeface="Tahoma"/>
                <a:hlinkClick r:id="rId13" action="ppaction://hlinksldjump"/>
              </a:rPr>
              <a:t>do</a:t>
            </a:r>
            <a:r>
              <a:rPr sz="1200" spc="-55" dirty="0">
                <a:solidFill>
                  <a:srgbClr val="0000FF"/>
                </a:solidFill>
                <a:latin typeface="Tahoma"/>
                <a:cs typeface="Tahoma"/>
                <a:hlinkClick r:id="rId13" action="ppaction://hlinksldjump"/>
              </a:rPr>
              <a:t> </a:t>
            </a:r>
            <a:r>
              <a:rPr sz="1200" spc="-45" dirty="0">
                <a:solidFill>
                  <a:srgbClr val="0000FF"/>
                </a:solidFill>
                <a:latin typeface="Tahoma"/>
                <a:cs typeface="Tahoma"/>
                <a:hlinkClick r:id="rId13" action="ppaction://hlinksldjump"/>
              </a:rPr>
              <a:t>today?</a:t>
            </a:r>
            <a:r>
              <a:rPr sz="1200" spc="-45" dirty="0">
                <a:solidFill>
                  <a:srgbClr val="0000FF"/>
                </a:solidFill>
                <a:latin typeface="Tahoma"/>
                <a:cs typeface="Tahoma"/>
              </a:rPr>
              <a:t> </a:t>
            </a:r>
            <a:r>
              <a:rPr sz="1200" spc="-50" dirty="0">
                <a:solidFill>
                  <a:srgbClr val="0000FF"/>
                </a:solidFill>
                <a:latin typeface="Tahoma"/>
                <a:cs typeface="Tahoma"/>
                <a:hlinkClick r:id="rId14" action="ppaction://hlinksldjump"/>
              </a:rPr>
              <a:t>Intelligent</a:t>
            </a:r>
            <a:r>
              <a:rPr sz="1200" spc="-25" dirty="0">
                <a:solidFill>
                  <a:srgbClr val="0000FF"/>
                </a:solidFill>
                <a:latin typeface="Tahoma"/>
                <a:cs typeface="Tahoma"/>
                <a:hlinkClick r:id="rId14" action="ppaction://hlinksldjump"/>
              </a:rPr>
              <a:t> </a:t>
            </a:r>
            <a:r>
              <a:rPr sz="1200" spc="-10" dirty="0">
                <a:solidFill>
                  <a:srgbClr val="0000FF"/>
                </a:solidFill>
                <a:latin typeface="Tahoma"/>
                <a:cs typeface="Tahoma"/>
                <a:hlinkClick r:id="rId14" action="ppaction://hlinksldjump"/>
              </a:rPr>
              <a:t>Agents</a:t>
            </a:r>
            <a:endParaRPr sz="1200">
              <a:latin typeface="Tahoma"/>
              <a:cs typeface="Tahoma"/>
            </a:endParaRPr>
          </a:p>
          <a:p>
            <a:pPr marL="164465" marR="5080" indent="-152400">
              <a:lnSpc>
                <a:spcPct val="100000"/>
              </a:lnSpc>
              <a:spcBef>
                <a:spcPts val="585"/>
              </a:spcBef>
            </a:pPr>
            <a:r>
              <a:rPr sz="1200" dirty="0">
                <a:solidFill>
                  <a:srgbClr val="0000FF"/>
                </a:solidFill>
                <a:latin typeface="Tahoma"/>
                <a:cs typeface="Tahoma"/>
                <a:hlinkClick r:id="rId15" action="ppaction://hlinksldjump"/>
              </a:rPr>
              <a:t>The</a:t>
            </a:r>
            <a:r>
              <a:rPr sz="1200" spc="-35" dirty="0">
                <a:solidFill>
                  <a:srgbClr val="0000FF"/>
                </a:solidFill>
                <a:latin typeface="Tahoma"/>
                <a:cs typeface="Tahoma"/>
                <a:hlinkClick r:id="rId15" action="ppaction://hlinksldjump"/>
              </a:rPr>
              <a:t> </a:t>
            </a:r>
            <a:r>
              <a:rPr sz="1200" spc="-45" dirty="0">
                <a:solidFill>
                  <a:srgbClr val="0000FF"/>
                </a:solidFill>
                <a:latin typeface="Tahoma"/>
                <a:cs typeface="Tahoma"/>
                <a:hlinkClick r:id="rId15" action="ppaction://hlinksldjump"/>
              </a:rPr>
              <a:t>Nature</a:t>
            </a:r>
            <a:r>
              <a:rPr sz="1200" spc="-30" dirty="0">
                <a:solidFill>
                  <a:srgbClr val="0000FF"/>
                </a:solidFill>
                <a:latin typeface="Tahoma"/>
                <a:cs typeface="Tahoma"/>
                <a:hlinkClick r:id="rId15" action="ppaction://hlinksldjump"/>
              </a:rPr>
              <a:t> </a:t>
            </a:r>
            <a:r>
              <a:rPr sz="1200" dirty="0">
                <a:solidFill>
                  <a:srgbClr val="0000FF"/>
                </a:solidFill>
                <a:latin typeface="Tahoma"/>
                <a:cs typeface="Tahoma"/>
                <a:hlinkClick r:id="rId15" action="ppaction://hlinksldjump"/>
              </a:rPr>
              <a:t>Of</a:t>
            </a:r>
            <a:r>
              <a:rPr sz="1200" spc="-35" dirty="0">
                <a:solidFill>
                  <a:srgbClr val="0000FF"/>
                </a:solidFill>
                <a:latin typeface="Tahoma"/>
                <a:cs typeface="Tahoma"/>
                <a:hlinkClick r:id="rId15" action="ppaction://hlinksldjump"/>
              </a:rPr>
              <a:t> </a:t>
            </a:r>
            <a:r>
              <a:rPr sz="1200" spc="-10" dirty="0">
                <a:solidFill>
                  <a:srgbClr val="0000FF"/>
                </a:solidFill>
                <a:latin typeface="Tahoma"/>
                <a:cs typeface="Tahoma"/>
                <a:hlinkClick r:id="rId15" action="ppaction://hlinksldjump"/>
              </a:rPr>
              <a:t>Environments</a:t>
            </a:r>
            <a:r>
              <a:rPr sz="1200" spc="-10" dirty="0">
                <a:solidFill>
                  <a:srgbClr val="0000FF"/>
                </a:solidFill>
                <a:latin typeface="Tahoma"/>
                <a:cs typeface="Tahoma"/>
              </a:rPr>
              <a:t> </a:t>
            </a:r>
            <a:r>
              <a:rPr sz="1200" spc="-40" dirty="0">
                <a:solidFill>
                  <a:srgbClr val="0000FF"/>
                </a:solidFill>
                <a:latin typeface="Tahoma"/>
                <a:cs typeface="Tahoma"/>
                <a:hlinkClick r:id="rId14" action="ppaction://hlinksldjump"/>
              </a:rPr>
              <a:t>Specifying</a:t>
            </a:r>
            <a:r>
              <a:rPr sz="1200" spc="-50" dirty="0">
                <a:solidFill>
                  <a:srgbClr val="0000FF"/>
                </a:solidFill>
                <a:latin typeface="Tahoma"/>
                <a:cs typeface="Tahoma"/>
                <a:hlinkClick r:id="rId14" action="ppaction://hlinksldjump"/>
              </a:rPr>
              <a:t> </a:t>
            </a:r>
            <a:r>
              <a:rPr sz="1200" spc="-40" dirty="0">
                <a:solidFill>
                  <a:srgbClr val="0000FF"/>
                </a:solidFill>
                <a:latin typeface="Tahoma"/>
                <a:cs typeface="Tahoma"/>
                <a:hlinkClick r:id="rId14" action="ppaction://hlinksldjump"/>
              </a:rPr>
              <a:t>the</a:t>
            </a:r>
            <a:r>
              <a:rPr sz="1200" spc="-45" dirty="0">
                <a:solidFill>
                  <a:srgbClr val="0000FF"/>
                </a:solidFill>
                <a:latin typeface="Tahoma"/>
                <a:cs typeface="Tahoma"/>
                <a:hlinkClick r:id="rId14" action="ppaction://hlinksldjump"/>
              </a:rPr>
              <a:t> </a:t>
            </a:r>
            <a:r>
              <a:rPr sz="1200" spc="-25" dirty="0">
                <a:solidFill>
                  <a:srgbClr val="0000FF"/>
                </a:solidFill>
                <a:latin typeface="Tahoma"/>
                <a:cs typeface="Tahoma"/>
                <a:hlinkClick r:id="rId14" action="ppaction://hlinksldjump"/>
              </a:rPr>
              <a:t>task</a:t>
            </a:r>
            <a:r>
              <a:rPr sz="1200" spc="-45" dirty="0">
                <a:solidFill>
                  <a:srgbClr val="0000FF"/>
                </a:solidFill>
                <a:latin typeface="Tahoma"/>
                <a:cs typeface="Tahoma"/>
                <a:hlinkClick r:id="rId14" action="ppaction://hlinksldjump"/>
              </a:rPr>
              <a:t> </a:t>
            </a:r>
            <a:r>
              <a:rPr sz="1200" spc="-70" dirty="0">
                <a:solidFill>
                  <a:srgbClr val="0000FF"/>
                </a:solidFill>
                <a:latin typeface="Tahoma"/>
                <a:cs typeface="Tahoma"/>
                <a:hlinkClick r:id="rId14" action="ppaction://hlinksldjump"/>
              </a:rPr>
              <a:t>environment</a:t>
            </a:r>
            <a:r>
              <a:rPr sz="1200" spc="-70" dirty="0">
                <a:solidFill>
                  <a:srgbClr val="0000FF"/>
                </a:solidFill>
                <a:latin typeface="Tahoma"/>
                <a:cs typeface="Tahoma"/>
              </a:rPr>
              <a:t> </a:t>
            </a:r>
            <a:r>
              <a:rPr sz="1200" spc="-40" dirty="0">
                <a:solidFill>
                  <a:srgbClr val="0000FF"/>
                </a:solidFill>
                <a:latin typeface="Tahoma"/>
                <a:cs typeface="Tahoma"/>
                <a:hlinkClick r:id="rId16" action="ppaction://hlinksldjump"/>
              </a:rPr>
              <a:t>Properties</a:t>
            </a:r>
            <a:r>
              <a:rPr sz="1200" spc="-50" dirty="0">
                <a:solidFill>
                  <a:srgbClr val="0000FF"/>
                </a:solidFill>
                <a:latin typeface="Tahoma"/>
                <a:cs typeface="Tahoma"/>
                <a:hlinkClick r:id="rId16" action="ppaction://hlinksldjump"/>
              </a:rPr>
              <a:t> </a:t>
            </a:r>
            <a:r>
              <a:rPr sz="1200" dirty="0">
                <a:solidFill>
                  <a:srgbClr val="0000FF"/>
                </a:solidFill>
                <a:latin typeface="Tahoma"/>
                <a:cs typeface="Tahoma"/>
                <a:hlinkClick r:id="rId16" action="ppaction://hlinksldjump"/>
              </a:rPr>
              <a:t>of</a:t>
            </a:r>
            <a:r>
              <a:rPr sz="1200" spc="-55" dirty="0">
                <a:solidFill>
                  <a:srgbClr val="0000FF"/>
                </a:solidFill>
                <a:latin typeface="Tahoma"/>
                <a:cs typeface="Tahoma"/>
                <a:hlinkClick r:id="rId16" action="ppaction://hlinksldjump"/>
              </a:rPr>
              <a:t> </a:t>
            </a:r>
            <a:r>
              <a:rPr sz="1200" spc="-25" dirty="0">
                <a:solidFill>
                  <a:srgbClr val="0000FF"/>
                </a:solidFill>
                <a:latin typeface="Tahoma"/>
                <a:cs typeface="Tahoma"/>
                <a:hlinkClick r:id="rId16" action="ppaction://hlinksldjump"/>
              </a:rPr>
              <a:t>task</a:t>
            </a:r>
            <a:r>
              <a:rPr sz="1200" spc="-50" dirty="0">
                <a:solidFill>
                  <a:srgbClr val="0000FF"/>
                </a:solidFill>
                <a:latin typeface="Tahoma"/>
                <a:cs typeface="Tahoma"/>
                <a:hlinkClick r:id="rId16" action="ppaction://hlinksldjump"/>
              </a:rPr>
              <a:t> </a:t>
            </a:r>
            <a:r>
              <a:rPr sz="1200" spc="-60" dirty="0">
                <a:solidFill>
                  <a:srgbClr val="0000FF"/>
                </a:solidFill>
                <a:latin typeface="Tahoma"/>
                <a:cs typeface="Tahoma"/>
                <a:hlinkClick r:id="rId16" action="ppaction://hlinksldjump"/>
              </a:rPr>
              <a:t>environments</a:t>
            </a:r>
            <a:endParaRPr sz="1200">
              <a:latin typeface="Tahoma"/>
              <a:cs typeface="Tahoma"/>
            </a:endParaRPr>
          </a:p>
          <a:p>
            <a:pPr marL="12700" marR="631825">
              <a:lnSpc>
                <a:spcPct val="140800"/>
              </a:lnSpc>
              <a:spcBef>
                <a:spcPts val="10"/>
              </a:spcBef>
            </a:pPr>
            <a:r>
              <a:rPr sz="1200" dirty="0">
                <a:solidFill>
                  <a:srgbClr val="0000FF"/>
                </a:solidFill>
                <a:latin typeface="Tahoma"/>
                <a:cs typeface="Tahoma"/>
                <a:hlinkClick r:id="rId17" action="ppaction://hlinksldjump"/>
              </a:rPr>
              <a:t>The</a:t>
            </a:r>
            <a:r>
              <a:rPr sz="1200" spc="-75" dirty="0">
                <a:solidFill>
                  <a:srgbClr val="0000FF"/>
                </a:solidFill>
                <a:latin typeface="Tahoma"/>
                <a:cs typeface="Tahoma"/>
                <a:hlinkClick r:id="rId17" action="ppaction://hlinksldjump"/>
              </a:rPr>
              <a:t> </a:t>
            </a:r>
            <a:r>
              <a:rPr sz="1200" spc="-40" dirty="0">
                <a:solidFill>
                  <a:srgbClr val="0000FF"/>
                </a:solidFill>
                <a:latin typeface="Tahoma"/>
                <a:cs typeface="Tahoma"/>
                <a:hlinkClick r:id="rId17" action="ppaction://hlinksldjump"/>
              </a:rPr>
              <a:t>Structure</a:t>
            </a:r>
            <a:r>
              <a:rPr sz="1200" spc="-55" dirty="0">
                <a:solidFill>
                  <a:srgbClr val="0000FF"/>
                </a:solidFill>
                <a:latin typeface="Tahoma"/>
                <a:cs typeface="Tahoma"/>
                <a:hlinkClick r:id="rId17" action="ppaction://hlinksldjump"/>
              </a:rPr>
              <a:t> </a:t>
            </a:r>
            <a:r>
              <a:rPr sz="1200" dirty="0">
                <a:solidFill>
                  <a:srgbClr val="0000FF"/>
                </a:solidFill>
                <a:latin typeface="Tahoma"/>
                <a:cs typeface="Tahoma"/>
                <a:hlinkClick r:id="rId17" action="ppaction://hlinksldjump"/>
              </a:rPr>
              <a:t>of</a:t>
            </a:r>
            <a:r>
              <a:rPr sz="1200" spc="-60" dirty="0">
                <a:solidFill>
                  <a:srgbClr val="0000FF"/>
                </a:solidFill>
                <a:latin typeface="Tahoma"/>
                <a:cs typeface="Tahoma"/>
                <a:hlinkClick r:id="rId17" action="ppaction://hlinksldjump"/>
              </a:rPr>
              <a:t> </a:t>
            </a:r>
            <a:r>
              <a:rPr sz="1200" spc="-50" dirty="0">
                <a:solidFill>
                  <a:srgbClr val="0000FF"/>
                </a:solidFill>
                <a:latin typeface="Tahoma"/>
                <a:cs typeface="Tahoma"/>
                <a:hlinkClick r:id="rId17" action="ppaction://hlinksldjump"/>
              </a:rPr>
              <a:t>Agents</a:t>
            </a:r>
            <a:r>
              <a:rPr sz="1200" spc="-50" dirty="0">
                <a:solidFill>
                  <a:srgbClr val="0000FF"/>
                </a:solidFill>
                <a:latin typeface="Tahoma"/>
                <a:cs typeface="Tahoma"/>
              </a:rPr>
              <a:t> </a:t>
            </a:r>
            <a:r>
              <a:rPr sz="1200" spc="-10" dirty="0">
                <a:solidFill>
                  <a:srgbClr val="0000FF"/>
                </a:solidFill>
                <a:latin typeface="Tahoma"/>
                <a:cs typeface="Tahoma"/>
                <a:hlinkClick r:id="" action="ppaction://noaction"/>
              </a:rPr>
              <a:t>Exercise</a:t>
            </a:r>
            <a:endParaRPr sz="1200">
              <a:latin typeface="Tahoma"/>
              <a:cs typeface="Tahoma"/>
            </a:endParaRPr>
          </a:p>
          <a:p>
            <a:pPr marL="12700">
              <a:lnSpc>
                <a:spcPct val="100000"/>
              </a:lnSpc>
              <a:spcBef>
                <a:spcPts val="590"/>
              </a:spcBef>
            </a:pPr>
            <a:r>
              <a:rPr sz="1200" spc="-10" dirty="0">
                <a:solidFill>
                  <a:srgbClr val="0000FF"/>
                </a:solidFill>
                <a:latin typeface="Tahoma"/>
                <a:cs typeface="Tahoma"/>
                <a:hlinkClick r:id="" action="ppaction://noaction"/>
              </a:rPr>
              <a:t>References</a:t>
            </a:r>
            <a:endParaRPr sz="1200">
              <a:latin typeface="Tahoma"/>
              <a:cs typeface="Tahoma"/>
            </a:endParaRPr>
          </a:p>
        </p:txBody>
      </p:sp>
      <p:pic>
        <p:nvPicPr>
          <p:cNvPr id="19" name="object 19"/>
          <p:cNvPicPr/>
          <p:nvPr/>
        </p:nvPicPr>
        <p:blipFill>
          <a:blip r:embed="rId18" cstate="print"/>
          <a:stretch>
            <a:fillRect/>
          </a:stretch>
        </p:blipFill>
        <p:spPr>
          <a:xfrm>
            <a:off x="94678" y="2460777"/>
            <a:ext cx="175450" cy="175450"/>
          </a:xfrm>
          <a:prstGeom prst="rect">
            <a:avLst/>
          </a:prstGeom>
        </p:spPr>
      </p:pic>
      <p:sp>
        <p:nvSpPr>
          <p:cNvPr id="20" name="object 20"/>
          <p:cNvSpPr txBox="1"/>
          <p:nvPr/>
        </p:nvSpPr>
        <p:spPr>
          <a:xfrm>
            <a:off x="142824" y="2467799"/>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7</a:t>
            </a:r>
            <a:endParaRPr sz="800">
              <a:latin typeface="Arial MT"/>
              <a:cs typeface="Arial MT"/>
            </a:endParaRPr>
          </a:p>
        </p:txBody>
      </p:sp>
      <p:pic>
        <p:nvPicPr>
          <p:cNvPr id="21" name="object 21"/>
          <p:cNvPicPr/>
          <p:nvPr/>
        </p:nvPicPr>
        <p:blipFill>
          <a:blip r:embed="rId19" cstate="print"/>
          <a:stretch>
            <a:fillRect/>
          </a:stretch>
        </p:blipFill>
        <p:spPr>
          <a:xfrm>
            <a:off x="94678" y="2718257"/>
            <a:ext cx="175450" cy="175450"/>
          </a:xfrm>
          <a:prstGeom prst="rect">
            <a:avLst/>
          </a:prstGeom>
        </p:spPr>
      </p:pic>
      <p:sp>
        <p:nvSpPr>
          <p:cNvPr id="22" name="object 22"/>
          <p:cNvSpPr txBox="1"/>
          <p:nvPr/>
        </p:nvSpPr>
        <p:spPr>
          <a:xfrm>
            <a:off x="142824" y="2725279"/>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8</a:t>
            </a:r>
            <a:endParaRPr sz="800">
              <a:latin typeface="Arial MT"/>
              <a:cs typeface="Arial MT"/>
            </a:endParaRPr>
          </a:p>
        </p:txBody>
      </p:sp>
      <p:pic>
        <p:nvPicPr>
          <p:cNvPr id="23" name="object 23"/>
          <p:cNvPicPr/>
          <p:nvPr/>
        </p:nvPicPr>
        <p:blipFill>
          <a:blip r:embed="rId20" cstate="print"/>
          <a:stretch>
            <a:fillRect/>
          </a:stretch>
        </p:blipFill>
        <p:spPr>
          <a:xfrm>
            <a:off x="94678" y="2975737"/>
            <a:ext cx="175450" cy="175450"/>
          </a:xfrm>
          <a:prstGeom prst="rect">
            <a:avLst/>
          </a:prstGeom>
        </p:spPr>
      </p:pic>
      <p:sp>
        <p:nvSpPr>
          <p:cNvPr id="24" name="object 24"/>
          <p:cNvSpPr txBox="1"/>
          <p:nvPr/>
        </p:nvSpPr>
        <p:spPr>
          <a:xfrm>
            <a:off x="142824" y="2982746"/>
            <a:ext cx="79375"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EAEAF7"/>
                </a:solidFill>
                <a:latin typeface="Arial MT"/>
                <a:cs typeface="Arial MT"/>
              </a:rPr>
              <a:t>9</a:t>
            </a:r>
            <a:endParaRPr sz="800">
              <a:latin typeface="Arial MT"/>
              <a:cs typeface="Arial MT"/>
            </a:endParaRPr>
          </a:p>
        </p:txBody>
      </p:sp>
      <p:grpSp>
        <p:nvGrpSpPr>
          <p:cNvPr id="25" name="object 25"/>
          <p:cNvGrpSpPr/>
          <p:nvPr/>
        </p:nvGrpSpPr>
        <p:grpSpPr>
          <a:xfrm>
            <a:off x="1535976" y="3346348"/>
            <a:ext cx="3072041" cy="109855"/>
            <a:chOff x="1535976" y="3346348"/>
            <a:chExt cx="3072041" cy="109855"/>
          </a:xfrm>
        </p:grpSpPr>
        <p:sp>
          <p:nvSpPr>
            <p:cNvPr id="27" name="object 27"/>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28" name="object 28"/>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29" name="object 29"/>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30" name="object 30"/>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21" action="ppaction://hlinksldjump"/>
              </a:rPr>
              <a:t>AI</a:t>
            </a:r>
            <a:endParaRPr sz="600">
              <a:latin typeface="Arial MT"/>
              <a:cs typeface="Arial MT"/>
            </a:endParaRPr>
          </a:p>
        </p:txBody>
      </p:sp>
      <p:sp>
        <p:nvSpPr>
          <p:cNvPr id="31" name="object 31"/>
          <p:cNvSpPr txBox="1">
            <a:spLocks noGrp="1"/>
          </p:cNvSpPr>
          <p:nvPr>
            <p:ph type="ftr" sz="quarter" idx="5"/>
          </p:nvPr>
        </p:nvSpPr>
        <p:spPr>
          <a:prstGeom prst="rect">
            <a:avLst/>
          </a:prstGeom>
        </p:spPr>
        <p:txBody>
          <a:bodyPr vert="horz" wrap="square" lIns="0" tIns="0" rIns="0" bIns="0" rtlCol="0">
            <a:spAutoFit/>
          </a:bodyPr>
          <a:lstStyle/>
          <a:p>
            <a:pPr marL="52705">
              <a:lnSpc>
                <a:spcPts val="675"/>
              </a:lnSpc>
            </a:pPr>
            <a:r>
              <a:rPr dirty="0"/>
              <a:t>AIUB</a:t>
            </a:r>
            <a:r>
              <a:rPr spc="100" dirty="0"/>
              <a:t> </a:t>
            </a:r>
            <a:r>
              <a:rPr spc="-20" dirty="0"/>
              <a:t>2024</a:t>
            </a:r>
          </a:p>
        </p:txBody>
      </p:sp>
      <p:sp>
        <p:nvSpPr>
          <p:cNvPr id="32" name="object 32"/>
          <p:cNvSpPr txBox="1">
            <a:spLocks noGrp="1"/>
          </p:cNvSpPr>
          <p:nvPr>
            <p:ph type="sldNum" sz="quarter" idx="7"/>
          </p:nvPr>
        </p:nvSpPr>
        <p:spPr>
          <a:prstGeom prst="rect">
            <a:avLst/>
          </a:prstGeom>
        </p:spPr>
        <p:txBody>
          <a:bodyPr vert="horz" wrap="square" lIns="0" tIns="0" rIns="0" bIns="0" rtlCol="0">
            <a:spAutoFit/>
          </a:bodyPr>
          <a:lstStyle/>
          <a:p>
            <a:pPr marL="52705">
              <a:lnSpc>
                <a:spcPts val="675"/>
              </a:lnSpc>
            </a:pPr>
            <a:fld id="{81D60167-4931-47E6-BA6A-407CBD079E47}" type="slidenum">
              <a:rPr dirty="0"/>
              <a:t>2</a:t>
            </a:fld>
            <a:r>
              <a:rPr spc="35" dirty="0"/>
              <a:t> </a:t>
            </a:r>
            <a:r>
              <a:rPr spc="150" dirty="0"/>
              <a:t>/</a:t>
            </a:r>
            <a:r>
              <a:rPr spc="35" dirty="0"/>
              <a:t> </a:t>
            </a:r>
            <a:r>
              <a:rPr spc="-25" dirty="0"/>
              <a:t>38</a:t>
            </a: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1052195" cy="288290"/>
          </a:xfrm>
          <a:prstGeom prst="rect">
            <a:avLst/>
          </a:prstGeom>
        </p:spPr>
        <p:txBody>
          <a:bodyPr vert="horz" wrap="square" lIns="0" tIns="15240" rIns="0" bIns="0" rtlCol="0">
            <a:spAutoFit/>
          </a:bodyPr>
          <a:lstStyle/>
          <a:p>
            <a:pPr marL="12700">
              <a:lnSpc>
                <a:spcPct val="100000"/>
              </a:lnSpc>
              <a:spcBef>
                <a:spcPts val="120"/>
              </a:spcBef>
            </a:pPr>
            <a:r>
              <a:rPr spc="-40" dirty="0"/>
              <a:t>What</a:t>
            </a:r>
            <a:r>
              <a:rPr spc="-95" dirty="0"/>
              <a:t> </a:t>
            </a:r>
            <a:r>
              <a:rPr spc="-10" dirty="0"/>
              <a:t>is</a:t>
            </a:r>
            <a:r>
              <a:rPr spc="-100" dirty="0"/>
              <a:t> </a:t>
            </a:r>
            <a:r>
              <a:rPr spc="-45" dirty="0"/>
              <a:t>AI?</a:t>
            </a:r>
          </a:p>
        </p:txBody>
      </p:sp>
      <p:pic>
        <p:nvPicPr>
          <p:cNvPr id="4" name="object 4"/>
          <p:cNvPicPr/>
          <p:nvPr/>
        </p:nvPicPr>
        <p:blipFill>
          <a:blip r:embed="rId2" cstate="print"/>
          <a:stretch>
            <a:fillRect/>
          </a:stretch>
        </p:blipFill>
        <p:spPr>
          <a:xfrm>
            <a:off x="300139" y="977760"/>
            <a:ext cx="71526" cy="71526"/>
          </a:xfrm>
          <a:prstGeom prst="rect">
            <a:avLst/>
          </a:prstGeom>
        </p:spPr>
      </p:pic>
      <p:sp>
        <p:nvSpPr>
          <p:cNvPr id="5" name="object 5"/>
          <p:cNvSpPr txBox="1"/>
          <p:nvPr/>
        </p:nvSpPr>
        <p:spPr>
          <a:xfrm>
            <a:off x="510161" y="863641"/>
            <a:ext cx="4037965" cy="1789430"/>
          </a:xfrm>
          <a:prstGeom prst="rect">
            <a:avLst/>
          </a:prstGeom>
        </p:spPr>
        <p:txBody>
          <a:bodyPr vert="horz" wrap="square" lIns="0" tIns="12065" rIns="0" bIns="0" rtlCol="0">
            <a:spAutoFit/>
          </a:bodyPr>
          <a:lstStyle/>
          <a:p>
            <a:pPr marL="12700" marR="231775" algn="just">
              <a:lnSpc>
                <a:spcPct val="100000"/>
              </a:lnSpc>
              <a:spcBef>
                <a:spcPts val="95"/>
              </a:spcBef>
            </a:pPr>
            <a:r>
              <a:rPr sz="1200" spc="-10" dirty="0">
                <a:latin typeface="Tahoma"/>
                <a:cs typeface="Tahoma"/>
              </a:rPr>
              <a:t>(The</a:t>
            </a:r>
            <a:r>
              <a:rPr sz="1200" spc="-85" dirty="0">
                <a:latin typeface="Tahoma"/>
                <a:cs typeface="Tahoma"/>
              </a:rPr>
              <a:t> </a:t>
            </a:r>
            <a:r>
              <a:rPr sz="1200" spc="-45" dirty="0">
                <a:latin typeface="Tahoma"/>
                <a:cs typeface="Tahoma"/>
              </a:rPr>
              <a:t>automation</a:t>
            </a:r>
            <a:r>
              <a:rPr sz="1200" spc="-50" dirty="0">
                <a:latin typeface="Tahoma"/>
                <a:cs typeface="Tahoma"/>
              </a:rPr>
              <a:t> </a:t>
            </a:r>
            <a:r>
              <a:rPr sz="1200" dirty="0">
                <a:latin typeface="Tahoma"/>
                <a:cs typeface="Tahoma"/>
              </a:rPr>
              <a:t>of)</a:t>
            </a:r>
            <a:r>
              <a:rPr sz="1200" spc="-35" dirty="0">
                <a:latin typeface="Tahoma"/>
                <a:cs typeface="Tahoma"/>
              </a:rPr>
              <a:t> activities</a:t>
            </a:r>
            <a:r>
              <a:rPr sz="1200" spc="-30" dirty="0">
                <a:latin typeface="Tahoma"/>
                <a:cs typeface="Tahoma"/>
              </a:rPr>
              <a:t> </a:t>
            </a:r>
            <a:r>
              <a:rPr sz="1200" dirty="0">
                <a:latin typeface="Tahoma"/>
                <a:cs typeface="Tahoma"/>
              </a:rPr>
              <a:t>that</a:t>
            </a:r>
            <a:r>
              <a:rPr sz="1200" spc="-30" dirty="0">
                <a:latin typeface="Tahoma"/>
                <a:cs typeface="Tahoma"/>
              </a:rPr>
              <a:t> </a:t>
            </a:r>
            <a:r>
              <a:rPr sz="1200" spc="-145" dirty="0">
                <a:latin typeface="Tahoma"/>
                <a:cs typeface="Tahoma"/>
              </a:rPr>
              <a:t>we</a:t>
            </a:r>
            <a:r>
              <a:rPr sz="1200" spc="50" dirty="0">
                <a:latin typeface="Tahoma"/>
                <a:cs typeface="Tahoma"/>
              </a:rPr>
              <a:t> </a:t>
            </a:r>
            <a:r>
              <a:rPr sz="1200" spc="-50" dirty="0">
                <a:latin typeface="Tahoma"/>
                <a:cs typeface="Tahoma"/>
              </a:rPr>
              <a:t>associate</a:t>
            </a:r>
            <a:r>
              <a:rPr sz="1200" spc="-30" dirty="0">
                <a:latin typeface="Tahoma"/>
                <a:cs typeface="Tahoma"/>
              </a:rPr>
              <a:t> </a:t>
            </a:r>
            <a:r>
              <a:rPr sz="1200" spc="-20" dirty="0">
                <a:latin typeface="Tahoma"/>
                <a:cs typeface="Tahoma"/>
              </a:rPr>
              <a:t>with</a:t>
            </a:r>
            <a:r>
              <a:rPr sz="1200" spc="-30" dirty="0">
                <a:latin typeface="Tahoma"/>
                <a:cs typeface="Tahoma"/>
              </a:rPr>
              <a:t> </a:t>
            </a:r>
            <a:r>
              <a:rPr sz="1200" spc="-55" dirty="0">
                <a:latin typeface="Tahoma"/>
                <a:cs typeface="Tahoma"/>
              </a:rPr>
              <a:t>human </a:t>
            </a:r>
            <a:r>
              <a:rPr sz="1200" spc="-35" dirty="0">
                <a:latin typeface="Tahoma"/>
                <a:cs typeface="Tahoma"/>
              </a:rPr>
              <a:t>thinking,</a:t>
            </a:r>
            <a:r>
              <a:rPr sz="1200" dirty="0">
                <a:latin typeface="Tahoma"/>
                <a:cs typeface="Tahoma"/>
              </a:rPr>
              <a:t> </a:t>
            </a:r>
            <a:r>
              <a:rPr sz="1200" spc="-35" dirty="0">
                <a:latin typeface="Tahoma"/>
                <a:cs typeface="Tahoma"/>
              </a:rPr>
              <a:t>activities</a:t>
            </a:r>
            <a:r>
              <a:rPr sz="1200" spc="5" dirty="0">
                <a:latin typeface="Tahoma"/>
                <a:cs typeface="Tahoma"/>
              </a:rPr>
              <a:t> </a:t>
            </a:r>
            <a:r>
              <a:rPr sz="1200" spc="-65" dirty="0">
                <a:latin typeface="Tahoma"/>
                <a:cs typeface="Tahoma"/>
              </a:rPr>
              <a:t>such</a:t>
            </a:r>
            <a:r>
              <a:rPr sz="1200" spc="5" dirty="0">
                <a:latin typeface="Tahoma"/>
                <a:cs typeface="Tahoma"/>
              </a:rPr>
              <a:t> </a:t>
            </a:r>
            <a:r>
              <a:rPr sz="1200" spc="-55" dirty="0">
                <a:latin typeface="Tahoma"/>
                <a:cs typeface="Tahoma"/>
              </a:rPr>
              <a:t>as</a:t>
            </a:r>
            <a:r>
              <a:rPr sz="1200" spc="5" dirty="0">
                <a:latin typeface="Tahoma"/>
                <a:cs typeface="Tahoma"/>
              </a:rPr>
              <a:t> </a:t>
            </a:r>
            <a:r>
              <a:rPr sz="1200" spc="-60" dirty="0">
                <a:latin typeface="Tahoma"/>
                <a:cs typeface="Tahoma"/>
              </a:rPr>
              <a:t>decision-making,</a:t>
            </a:r>
            <a:r>
              <a:rPr sz="1200" spc="5" dirty="0">
                <a:latin typeface="Tahoma"/>
                <a:cs typeface="Tahoma"/>
              </a:rPr>
              <a:t> </a:t>
            </a:r>
            <a:r>
              <a:rPr sz="1200" spc="-75" dirty="0">
                <a:latin typeface="Tahoma"/>
                <a:cs typeface="Tahoma"/>
              </a:rPr>
              <a:t>problem</a:t>
            </a:r>
            <a:r>
              <a:rPr sz="1200" dirty="0">
                <a:latin typeface="Tahoma"/>
                <a:cs typeface="Tahoma"/>
              </a:rPr>
              <a:t> </a:t>
            </a:r>
            <a:r>
              <a:rPr sz="1200" spc="-10" dirty="0">
                <a:latin typeface="Tahoma"/>
                <a:cs typeface="Tahoma"/>
              </a:rPr>
              <a:t>solving, </a:t>
            </a:r>
            <a:r>
              <a:rPr sz="1200" spc="-65" dirty="0">
                <a:latin typeface="Tahoma"/>
                <a:cs typeface="Tahoma"/>
              </a:rPr>
              <a:t>learning</a:t>
            </a:r>
            <a:r>
              <a:rPr sz="1200" spc="30" dirty="0">
                <a:latin typeface="Tahoma"/>
                <a:cs typeface="Tahoma"/>
              </a:rPr>
              <a:t> </a:t>
            </a:r>
            <a:r>
              <a:rPr sz="1200" i="1" spc="-25" dirty="0">
                <a:latin typeface="Arial"/>
                <a:cs typeface="Arial"/>
              </a:rPr>
              <a:t>.</a:t>
            </a:r>
            <a:r>
              <a:rPr sz="1200" i="1" spc="-125" dirty="0">
                <a:latin typeface="Arial"/>
                <a:cs typeface="Arial"/>
              </a:rPr>
              <a:t> </a:t>
            </a:r>
            <a:r>
              <a:rPr sz="1200" i="1" spc="-25" dirty="0">
                <a:latin typeface="Arial"/>
                <a:cs typeface="Arial"/>
              </a:rPr>
              <a:t>.</a:t>
            </a:r>
            <a:r>
              <a:rPr sz="1200" i="1" spc="-125" dirty="0">
                <a:latin typeface="Arial"/>
                <a:cs typeface="Arial"/>
              </a:rPr>
              <a:t> </a:t>
            </a:r>
            <a:r>
              <a:rPr sz="1200" i="1" dirty="0">
                <a:latin typeface="Arial"/>
                <a:cs typeface="Arial"/>
              </a:rPr>
              <a:t>.</a:t>
            </a:r>
            <a:r>
              <a:rPr sz="1200" dirty="0">
                <a:latin typeface="Tahoma"/>
                <a:cs typeface="Tahoma"/>
              </a:rPr>
              <a:t>”</a:t>
            </a:r>
            <a:r>
              <a:rPr sz="1200" spc="35" dirty="0">
                <a:latin typeface="Tahoma"/>
                <a:cs typeface="Tahoma"/>
              </a:rPr>
              <a:t> </a:t>
            </a:r>
            <a:r>
              <a:rPr sz="1200" spc="-35" dirty="0">
                <a:latin typeface="Tahoma"/>
                <a:cs typeface="Tahoma"/>
              </a:rPr>
              <a:t>(Bellman,</a:t>
            </a:r>
            <a:r>
              <a:rPr sz="1200" spc="35" dirty="0">
                <a:latin typeface="Tahoma"/>
                <a:cs typeface="Tahoma"/>
              </a:rPr>
              <a:t> </a:t>
            </a:r>
            <a:r>
              <a:rPr sz="1200" spc="-10" dirty="0">
                <a:latin typeface="Tahoma"/>
                <a:cs typeface="Tahoma"/>
              </a:rPr>
              <a:t>1978)</a:t>
            </a:r>
            <a:endParaRPr sz="1200">
              <a:latin typeface="Tahoma"/>
              <a:cs typeface="Tahoma"/>
            </a:endParaRPr>
          </a:p>
          <a:p>
            <a:pPr marL="12700" marR="5080">
              <a:lnSpc>
                <a:spcPct val="100000"/>
              </a:lnSpc>
              <a:spcBef>
                <a:spcPts val="310"/>
              </a:spcBef>
            </a:pPr>
            <a:r>
              <a:rPr sz="1200" dirty="0">
                <a:latin typeface="Tahoma"/>
                <a:cs typeface="Tahoma"/>
              </a:rPr>
              <a:t>“The</a:t>
            </a:r>
            <a:r>
              <a:rPr sz="1200" spc="-65" dirty="0">
                <a:latin typeface="Tahoma"/>
                <a:cs typeface="Tahoma"/>
              </a:rPr>
              <a:t> </a:t>
            </a:r>
            <a:r>
              <a:rPr sz="1200" spc="-55" dirty="0">
                <a:latin typeface="Tahoma"/>
                <a:cs typeface="Tahoma"/>
              </a:rPr>
              <a:t>study</a:t>
            </a:r>
            <a:r>
              <a:rPr sz="1200" spc="-30" dirty="0">
                <a:latin typeface="Tahoma"/>
                <a:cs typeface="Tahoma"/>
              </a:rPr>
              <a:t> </a:t>
            </a:r>
            <a:r>
              <a:rPr sz="1200" dirty="0">
                <a:latin typeface="Tahoma"/>
                <a:cs typeface="Tahoma"/>
              </a:rPr>
              <a:t>of</a:t>
            </a:r>
            <a:r>
              <a:rPr sz="1200" spc="-30" dirty="0">
                <a:latin typeface="Tahoma"/>
                <a:cs typeface="Tahoma"/>
              </a:rPr>
              <a:t> </a:t>
            </a:r>
            <a:r>
              <a:rPr sz="1200" spc="-45" dirty="0">
                <a:latin typeface="Tahoma"/>
                <a:cs typeface="Tahoma"/>
              </a:rPr>
              <a:t>mental</a:t>
            </a:r>
            <a:r>
              <a:rPr sz="1200" spc="-30" dirty="0">
                <a:latin typeface="Tahoma"/>
                <a:cs typeface="Tahoma"/>
              </a:rPr>
              <a:t> </a:t>
            </a:r>
            <a:r>
              <a:rPr sz="1200" spc="-40" dirty="0">
                <a:latin typeface="Tahoma"/>
                <a:cs typeface="Tahoma"/>
              </a:rPr>
              <a:t>faculties</a:t>
            </a:r>
            <a:r>
              <a:rPr sz="1200" spc="-30" dirty="0">
                <a:latin typeface="Tahoma"/>
                <a:cs typeface="Tahoma"/>
              </a:rPr>
              <a:t> </a:t>
            </a:r>
            <a:r>
              <a:rPr sz="1200" spc="-60" dirty="0">
                <a:latin typeface="Tahoma"/>
                <a:cs typeface="Tahoma"/>
              </a:rPr>
              <a:t>through</a:t>
            </a:r>
            <a:r>
              <a:rPr sz="1200" spc="-30" dirty="0">
                <a:latin typeface="Tahoma"/>
                <a:cs typeface="Tahoma"/>
              </a:rPr>
              <a:t> </a:t>
            </a:r>
            <a:r>
              <a:rPr sz="1200" spc="-40" dirty="0">
                <a:latin typeface="Tahoma"/>
                <a:cs typeface="Tahoma"/>
              </a:rPr>
              <a:t>the</a:t>
            </a:r>
            <a:r>
              <a:rPr sz="1200" spc="-30" dirty="0">
                <a:latin typeface="Tahoma"/>
                <a:cs typeface="Tahoma"/>
              </a:rPr>
              <a:t> </a:t>
            </a:r>
            <a:r>
              <a:rPr sz="1200" spc="-100" dirty="0">
                <a:latin typeface="Tahoma"/>
                <a:cs typeface="Tahoma"/>
              </a:rPr>
              <a:t>use</a:t>
            </a:r>
            <a:r>
              <a:rPr sz="1200" spc="10" dirty="0">
                <a:latin typeface="Tahoma"/>
                <a:cs typeface="Tahoma"/>
              </a:rPr>
              <a:t> </a:t>
            </a:r>
            <a:r>
              <a:rPr sz="1200" dirty="0">
                <a:latin typeface="Tahoma"/>
                <a:cs typeface="Tahoma"/>
              </a:rPr>
              <a:t>of</a:t>
            </a:r>
            <a:r>
              <a:rPr sz="1200" spc="-30" dirty="0">
                <a:latin typeface="Tahoma"/>
                <a:cs typeface="Tahoma"/>
              </a:rPr>
              <a:t> </a:t>
            </a:r>
            <a:r>
              <a:rPr sz="1200" spc="-45" dirty="0">
                <a:latin typeface="Tahoma"/>
                <a:cs typeface="Tahoma"/>
              </a:rPr>
              <a:t>computational </a:t>
            </a:r>
            <a:r>
              <a:rPr sz="1200" spc="-35" dirty="0">
                <a:latin typeface="Tahoma"/>
                <a:cs typeface="Tahoma"/>
              </a:rPr>
              <a:t>models”</a:t>
            </a:r>
            <a:r>
              <a:rPr sz="1200" spc="-10" dirty="0">
                <a:latin typeface="Tahoma"/>
                <a:cs typeface="Tahoma"/>
              </a:rPr>
              <a:t> </a:t>
            </a:r>
            <a:r>
              <a:rPr sz="1200" spc="-35" dirty="0">
                <a:latin typeface="Tahoma"/>
                <a:cs typeface="Tahoma"/>
              </a:rPr>
              <a:t>(Charniak+McDermott,</a:t>
            </a:r>
            <a:r>
              <a:rPr sz="1200" spc="-5" dirty="0">
                <a:latin typeface="Tahoma"/>
                <a:cs typeface="Tahoma"/>
              </a:rPr>
              <a:t> </a:t>
            </a:r>
            <a:r>
              <a:rPr sz="1200" spc="-20" dirty="0">
                <a:latin typeface="Tahoma"/>
                <a:cs typeface="Tahoma"/>
              </a:rPr>
              <a:t>1985)</a:t>
            </a:r>
            <a:endParaRPr sz="1200">
              <a:latin typeface="Tahoma"/>
              <a:cs typeface="Tahoma"/>
            </a:endParaRPr>
          </a:p>
          <a:p>
            <a:pPr marL="12700" marR="198120">
              <a:lnSpc>
                <a:spcPct val="100000"/>
              </a:lnSpc>
              <a:spcBef>
                <a:spcPts val="310"/>
              </a:spcBef>
            </a:pPr>
            <a:r>
              <a:rPr sz="1200" dirty="0">
                <a:latin typeface="Tahoma"/>
                <a:cs typeface="Tahoma"/>
              </a:rPr>
              <a:t>“The</a:t>
            </a:r>
            <a:r>
              <a:rPr sz="1200" spc="-55" dirty="0">
                <a:latin typeface="Tahoma"/>
                <a:cs typeface="Tahoma"/>
              </a:rPr>
              <a:t> </a:t>
            </a:r>
            <a:r>
              <a:rPr sz="1200" spc="-45" dirty="0">
                <a:latin typeface="Tahoma"/>
                <a:cs typeface="Tahoma"/>
              </a:rPr>
              <a:t>study</a:t>
            </a:r>
            <a:r>
              <a:rPr sz="1200" spc="-20" dirty="0">
                <a:latin typeface="Tahoma"/>
                <a:cs typeface="Tahoma"/>
              </a:rPr>
              <a:t> </a:t>
            </a:r>
            <a:r>
              <a:rPr sz="1200" dirty="0">
                <a:latin typeface="Tahoma"/>
                <a:cs typeface="Tahoma"/>
              </a:rPr>
              <a:t>of</a:t>
            </a:r>
            <a:r>
              <a:rPr sz="1200" spc="-25" dirty="0">
                <a:latin typeface="Tahoma"/>
                <a:cs typeface="Tahoma"/>
              </a:rPr>
              <a:t> </a:t>
            </a:r>
            <a:r>
              <a:rPr sz="1200" spc="-90" dirty="0">
                <a:latin typeface="Tahoma"/>
                <a:cs typeface="Tahoma"/>
              </a:rPr>
              <a:t>how</a:t>
            </a:r>
            <a:r>
              <a:rPr sz="1200" dirty="0">
                <a:latin typeface="Tahoma"/>
                <a:cs typeface="Tahoma"/>
              </a:rPr>
              <a:t> to</a:t>
            </a:r>
            <a:r>
              <a:rPr sz="1200" spc="-25" dirty="0">
                <a:latin typeface="Tahoma"/>
                <a:cs typeface="Tahoma"/>
              </a:rPr>
              <a:t> </a:t>
            </a:r>
            <a:r>
              <a:rPr sz="1200" spc="-85" dirty="0">
                <a:latin typeface="Tahoma"/>
                <a:cs typeface="Tahoma"/>
              </a:rPr>
              <a:t>make</a:t>
            </a:r>
            <a:r>
              <a:rPr sz="1200" spc="-5" dirty="0">
                <a:latin typeface="Tahoma"/>
                <a:cs typeface="Tahoma"/>
              </a:rPr>
              <a:t> </a:t>
            </a:r>
            <a:r>
              <a:rPr sz="1200" spc="-65" dirty="0">
                <a:latin typeface="Tahoma"/>
                <a:cs typeface="Tahoma"/>
              </a:rPr>
              <a:t>computers</a:t>
            </a:r>
            <a:r>
              <a:rPr sz="1200" spc="-25" dirty="0">
                <a:latin typeface="Tahoma"/>
                <a:cs typeface="Tahoma"/>
              </a:rPr>
              <a:t> </a:t>
            </a:r>
            <a:r>
              <a:rPr sz="1200" spc="-30" dirty="0">
                <a:latin typeface="Tahoma"/>
                <a:cs typeface="Tahoma"/>
              </a:rPr>
              <a:t>do</a:t>
            </a:r>
            <a:r>
              <a:rPr sz="1200" spc="-20" dirty="0">
                <a:latin typeface="Tahoma"/>
                <a:cs typeface="Tahoma"/>
              </a:rPr>
              <a:t> </a:t>
            </a:r>
            <a:r>
              <a:rPr sz="1200" spc="-45" dirty="0">
                <a:latin typeface="Tahoma"/>
                <a:cs typeface="Tahoma"/>
              </a:rPr>
              <a:t>things</a:t>
            </a:r>
            <a:r>
              <a:rPr sz="1200" spc="-20" dirty="0">
                <a:latin typeface="Tahoma"/>
                <a:cs typeface="Tahoma"/>
              </a:rPr>
              <a:t> </a:t>
            </a:r>
            <a:r>
              <a:rPr sz="1200" dirty="0">
                <a:latin typeface="Tahoma"/>
                <a:cs typeface="Tahoma"/>
              </a:rPr>
              <a:t>at</a:t>
            </a:r>
            <a:r>
              <a:rPr sz="1200" spc="-25" dirty="0">
                <a:latin typeface="Tahoma"/>
                <a:cs typeface="Tahoma"/>
              </a:rPr>
              <a:t> </a:t>
            </a:r>
            <a:r>
              <a:rPr sz="1200" spc="-55" dirty="0">
                <a:latin typeface="Tahoma"/>
                <a:cs typeface="Tahoma"/>
              </a:rPr>
              <a:t>which,</a:t>
            </a:r>
            <a:r>
              <a:rPr sz="1200" spc="-20" dirty="0">
                <a:latin typeface="Tahoma"/>
                <a:cs typeface="Tahoma"/>
              </a:rPr>
              <a:t> </a:t>
            </a:r>
            <a:r>
              <a:rPr sz="1200" spc="-25" dirty="0">
                <a:latin typeface="Tahoma"/>
                <a:cs typeface="Tahoma"/>
              </a:rPr>
              <a:t>at </a:t>
            </a:r>
            <a:r>
              <a:rPr sz="1200" spc="-40" dirty="0">
                <a:latin typeface="Tahoma"/>
                <a:cs typeface="Tahoma"/>
              </a:rPr>
              <a:t>the</a:t>
            </a:r>
            <a:r>
              <a:rPr sz="1200" spc="-35" dirty="0">
                <a:latin typeface="Tahoma"/>
                <a:cs typeface="Tahoma"/>
              </a:rPr>
              <a:t> </a:t>
            </a:r>
            <a:r>
              <a:rPr sz="1200" spc="-70" dirty="0">
                <a:latin typeface="Tahoma"/>
                <a:cs typeface="Tahoma"/>
              </a:rPr>
              <a:t>moment,</a:t>
            </a:r>
            <a:r>
              <a:rPr sz="1200" spc="-20" dirty="0">
                <a:latin typeface="Tahoma"/>
                <a:cs typeface="Tahoma"/>
              </a:rPr>
              <a:t> </a:t>
            </a:r>
            <a:r>
              <a:rPr sz="1200" spc="-65" dirty="0">
                <a:latin typeface="Tahoma"/>
                <a:cs typeface="Tahoma"/>
              </a:rPr>
              <a:t>people</a:t>
            </a:r>
            <a:r>
              <a:rPr sz="1200" spc="-20" dirty="0">
                <a:latin typeface="Tahoma"/>
                <a:cs typeface="Tahoma"/>
              </a:rPr>
              <a:t> </a:t>
            </a:r>
            <a:r>
              <a:rPr sz="1200" spc="-85" dirty="0">
                <a:latin typeface="Tahoma"/>
                <a:cs typeface="Tahoma"/>
              </a:rPr>
              <a:t>are</a:t>
            </a:r>
            <a:r>
              <a:rPr sz="1200" spc="-10" dirty="0">
                <a:latin typeface="Tahoma"/>
                <a:cs typeface="Tahoma"/>
              </a:rPr>
              <a:t> </a:t>
            </a:r>
            <a:r>
              <a:rPr sz="1200" spc="-20" dirty="0">
                <a:latin typeface="Tahoma"/>
                <a:cs typeface="Tahoma"/>
              </a:rPr>
              <a:t>better” </a:t>
            </a:r>
            <a:r>
              <a:rPr sz="1200" spc="-10" dirty="0">
                <a:latin typeface="Tahoma"/>
                <a:cs typeface="Tahoma"/>
              </a:rPr>
              <a:t>(Rich+Knight,</a:t>
            </a:r>
            <a:r>
              <a:rPr sz="1200" spc="-20" dirty="0">
                <a:latin typeface="Tahoma"/>
                <a:cs typeface="Tahoma"/>
              </a:rPr>
              <a:t> </a:t>
            </a:r>
            <a:r>
              <a:rPr sz="1200" spc="-10" dirty="0">
                <a:latin typeface="Tahoma"/>
                <a:cs typeface="Tahoma"/>
              </a:rPr>
              <a:t>1991)</a:t>
            </a:r>
            <a:endParaRPr sz="1200">
              <a:latin typeface="Tahoma"/>
              <a:cs typeface="Tahoma"/>
            </a:endParaRPr>
          </a:p>
          <a:p>
            <a:pPr marL="12700" marR="7620">
              <a:lnSpc>
                <a:spcPct val="100000"/>
              </a:lnSpc>
              <a:spcBef>
                <a:spcPts val="309"/>
              </a:spcBef>
            </a:pPr>
            <a:r>
              <a:rPr sz="1200" dirty="0">
                <a:latin typeface="Tahoma"/>
                <a:cs typeface="Tahoma"/>
              </a:rPr>
              <a:t>“The</a:t>
            </a:r>
            <a:r>
              <a:rPr sz="1200" spc="-55" dirty="0">
                <a:latin typeface="Tahoma"/>
                <a:cs typeface="Tahoma"/>
              </a:rPr>
              <a:t> </a:t>
            </a:r>
            <a:r>
              <a:rPr sz="1200" spc="-65" dirty="0">
                <a:latin typeface="Tahoma"/>
                <a:cs typeface="Tahoma"/>
              </a:rPr>
              <a:t>branch</a:t>
            </a:r>
            <a:r>
              <a:rPr sz="1200" spc="-30" dirty="0">
                <a:latin typeface="Tahoma"/>
                <a:cs typeface="Tahoma"/>
              </a:rPr>
              <a:t> </a:t>
            </a:r>
            <a:r>
              <a:rPr sz="1200" dirty="0">
                <a:latin typeface="Tahoma"/>
                <a:cs typeface="Tahoma"/>
              </a:rPr>
              <a:t>of</a:t>
            </a:r>
            <a:r>
              <a:rPr sz="1200" spc="-30" dirty="0">
                <a:latin typeface="Tahoma"/>
                <a:cs typeface="Tahoma"/>
              </a:rPr>
              <a:t> </a:t>
            </a:r>
            <a:r>
              <a:rPr sz="1200" spc="-65" dirty="0">
                <a:latin typeface="Tahoma"/>
                <a:cs typeface="Tahoma"/>
              </a:rPr>
              <a:t>computer</a:t>
            </a:r>
            <a:r>
              <a:rPr sz="1200" spc="-30" dirty="0">
                <a:latin typeface="Tahoma"/>
                <a:cs typeface="Tahoma"/>
              </a:rPr>
              <a:t> </a:t>
            </a:r>
            <a:r>
              <a:rPr sz="1200" spc="-60" dirty="0">
                <a:latin typeface="Tahoma"/>
                <a:cs typeface="Tahoma"/>
              </a:rPr>
              <a:t>science</a:t>
            </a:r>
            <a:r>
              <a:rPr sz="1200" spc="-35" dirty="0">
                <a:latin typeface="Tahoma"/>
                <a:cs typeface="Tahoma"/>
              </a:rPr>
              <a:t> </a:t>
            </a:r>
            <a:r>
              <a:rPr sz="1200" dirty="0">
                <a:latin typeface="Tahoma"/>
                <a:cs typeface="Tahoma"/>
              </a:rPr>
              <a:t>that</a:t>
            </a:r>
            <a:r>
              <a:rPr sz="1200" spc="-30" dirty="0">
                <a:latin typeface="Tahoma"/>
                <a:cs typeface="Tahoma"/>
              </a:rPr>
              <a:t> </a:t>
            </a:r>
            <a:r>
              <a:rPr sz="1200" dirty="0">
                <a:latin typeface="Tahoma"/>
                <a:cs typeface="Tahoma"/>
              </a:rPr>
              <a:t>is</a:t>
            </a:r>
            <a:r>
              <a:rPr sz="1200" spc="-35" dirty="0">
                <a:latin typeface="Tahoma"/>
                <a:cs typeface="Tahoma"/>
              </a:rPr>
              <a:t> </a:t>
            </a:r>
            <a:r>
              <a:rPr sz="1200" spc="-70" dirty="0">
                <a:latin typeface="Tahoma"/>
                <a:cs typeface="Tahoma"/>
              </a:rPr>
              <a:t>concerned</a:t>
            </a:r>
            <a:r>
              <a:rPr sz="1200" spc="-25" dirty="0">
                <a:latin typeface="Tahoma"/>
                <a:cs typeface="Tahoma"/>
              </a:rPr>
              <a:t> </a:t>
            </a:r>
            <a:r>
              <a:rPr sz="1200" spc="-20" dirty="0">
                <a:latin typeface="Tahoma"/>
                <a:cs typeface="Tahoma"/>
              </a:rPr>
              <a:t>with</a:t>
            </a:r>
            <a:r>
              <a:rPr sz="1200" spc="-35" dirty="0">
                <a:latin typeface="Tahoma"/>
                <a:cs typeface="Tahoma"/>
              </a:rPr>
              <a:t> </a:t>
            </a:r>
            <a:r>
              <a:rPr sz="1200" spc="-25" dirty="0">
                <a:latin typeface="Tahoma"/>
                <a:cs typeface="Tahoma"/>
              </a:rPr>
              <a:t>the </a:t>
            </a:r>
            <a:r>
              <a:rPr sz="1200" spc="-45" dirty="0">
                <a:latin typeface="Tahoma"/>
                <a:cs typeface="Tahoma"/>
              </a:rPr>
              <a:t>automation</a:t>
            </a:r>
            <a:r>
              <a:rPr sz="1200" spc="-20" dirty="0">
                <a:latin typeface="Tahoma"/>
                <a:cs typeface="Tahoma"/>
              </a:rPr>
              <a:t> </a:t>
            </a:r>
            <a:r>
              <a:rPr sz="1200" dirty="0">
                <a:latin typeface="Tahoma"/>
                <a:cs typeface="Tahoma"/>
              </a:rPr>
              <a:t>of</a:t>
            </a:r>
            <a:r>
              <a:rPr sz="1200" spc="-15" dirty="0">
                <a:latin typeface="Tahoma"/>
                <a:cs typeface="Tahoma"/>
              </a:rPr>
              <a:t> </a:t>
            </a:r>
            <a:r>
              <a:rPr sz="1200" spc="-40" dirty="0">
                <a:latin typeface="Tahoma"/>
                <a:cs typeface="Tahoma"/>
              </a:rPr>
              <a:t>intelligent</a:t>
            </a:r>
            <a:r>
              <a:rPr sz="1200" spc="-20" dirty="0">
                <a:latin typeface="Tahoma"/>
                <a:cs typeface="Tahoma"/>
              </a:rPr>
              <a:t> </a:t>
            </a:r>
            <a:r>
              <a:rPr sz="1200" spc="-45" dirty="0">
                <a:latin typeface="Tahoma"/>
                <a:cs typeface="Tahoma"/>
              </a:rPr>
              <a:t>behavior”</a:t>
            </a:r>
            <a:r>
              <a:rPr sz="1200" spc="-15" dirty="0">
                <a:latin typeface="Tahoma"/>
                <a:cs typeface="Tahoma"/>
              </a:rPr>
              <a:t> </a:t>
            </a:r>
            <a:r>
              <a:rPr sz="1200" spc="-40" dirty="0">
                <a:latin typeface="Tahoma"/>
                <a:cs typeface="Tahoma"/>
              </a:rPr>
              <a:t>(Luger</a:t>
            </a:r>
            <a:r>
              <a:rPr sz="1200" spc="-15" dirty="0">
                <a:latin typeface="Tahoma"/>
                <a:cs typeface="Tahoma"/>
              </a:rPr>
              <a:t> </a:t>
            </a:r>
            <a:r>
              <a:rPr sz="1200" dirty="0">
                <a:latin typeface="Tahoma"/>
                <a:cs typeface="Tahoma"/>
              </a:rPr>
              <a:t>+</a:t>
            </a:r>
            <a:r>
              <a:rPr sz="1200" spc="-20" dirty="0">
                <a:latin typeface="Tahoma"/>
                <a:cs typeface="Tahoma"/>
              </a:rPr>
              <a:t> </a:t>
            </a:r>
            <a:r>
              <a:rPr sz="1200" spc="-45" dirty="0">
                <a:latin typeface="Tahoma"/>
                <a:cs typeface="Tahoma"/>
              </a:rPr>
              <a:t>Stubblefield,</a:t>
            </a:r>
            <a:r>
              <a:rPr sz="1200" spc="-15" dirty="0">
                <a:latin typeface="Tahoma"/>
                <a:cs typeface="Tahoma"/>
              </a:rPr>
              <a:t> </a:t>
            </a:r>
            <a:r>
              <a:rPr sz="1200" spc="-30" dirty="0">
                <a:latin typeface="Tahoma"/>
                <a:cs typeface="Tahoma"/>
              </a:rPr>
              <a:t>1993)</a:t>
            </a:r>
            <a:endParaRPr sz="1200">
              <a:latin typeface="Tahoma"/>
              <a:cs typeface="Tahoma"/>
            </a:endParaRPr>
          </a:p>
        </p:txBody>
      </p:sp>
      <p:pic>
        <p:nvPicPr>
          <p:cNvPr id="6" name="object 6"/>
          <p:cNvPicPr/>
          <p:nvPr/>
        </p:nvPicPr>
        <p:blipFill>
          <a:blip r:embed="rId3" cstate="print"/>
          <a:stretch>
            <a:fillRect/>
          </a:stretch>
        </p:blipFill>
        <p:spPr>
          <a:xfrm>
            <a:off x="300139" y="1566100"/>
            <a:ext cx="71526" cy="71526"/>
          </a:xfrm>
          <a:prstGeom prst="rect">
            <a:avLst/>
          </a:prstGeom>
        </p:spPr>
      </p:pic>
      <p:pic>
        <p:nvPicPr>
          <p:cNvPr id="7" name="object 7"/>
          <p:cNvPicPr/>
          <p:nvPr/>
        </p:nvPicPr>
        <p:blipFill>
          <a:blip r:embed="rId4" cstate="print"/>
          <a:stretch>
            <a:fillRect/>
          </a:stretch>
        </p:blipFill>
        <p:spPr>
          <a:xfrm>
            <a:off x="300139" y="1970989"/>
            <a:ext cx="71526" cy="71526"/>
          </a:xfrm>
          <a:prstGeom prst="rect">
            <a:avLst/>
          </a:prstGeom>
        </p:spPr>
      </p:pic>
      <p:pic>
        <p:nvPicPr>
          <p:cNvPr id="8" name="object 8"/>
          <p:cNvPicPr/>
          <p:nvPr/>
        </p:nvPicPr>
        <p:blipFill>
          <a:blip r:embed="rId5" cstate="print"/>
          <a:stretch>
            <a:fillRect/>
          </a:stretch>
        </p:blipFill>
        <p:spPr>
          <a:xfrm>
            <a:off x="300139" y="2375865"/>
            <a:ext cx="71526" cy="71526"/>
          </a:xfrm>
          <a:prstGeom prst="rect">
            <a:avLst/>
          </a:prstGeom>
        </p:spPr>
      </p:pic>
      <p:grpSp>
        <p:nvGrpSpPr>
          <p:cNvPr id="9" name="object 9"/>
          <p:cNvGrpSpPr/>
          <p:nvPr/>
        </p:nvGrpSpPr>
        <p:grpSpPr>
          <a:xfrm>
            <a:off x="0" y="3346348"/>
            <a:ext cx="4608195" cy="109855"/>
            <a:chOff x="0" y="3346348"/>
            <a:chExt cx="4608195" cy="109855"/>
          </a:xfrm>
        </p:grpSpPr>
        <p:sp>
          <p:nvSpPr>
            <p:cNvPr id="10" name="object 10"/>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1" name="object 11"/>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2" name="object 12"/>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4" name="object 14"/>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6" action="ppaction://hlinksldjump"/>
              </a:rPr>
              <a:t>AI</a:t>
            </a:r>
            <a:endParaRPr sz="600">
              <a:latin typeface="Arial MT"/>
              <a:cs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3</a:t>
            </a:fld>
            <a:r>
              <a:rPr spc="25" dirty="0"/>
              <a:t> </a:t>
            </a:r>
            <a:r>
              <a:rPr spc="150" dirty="0"/>
              <a:t>/</a:t>
            </a:r>
            <a:r>
              <a:rPr spc="25" dirty="0"/>
              <a:t> </a:t>
            </a:r>
            <a:r>
              <a:rPr spc="-25" dirty="0"/>
              <a:t>38</a:t>
            </a: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1052195" cy="288290"/>
          </a:xfrm>
          <a:prstGeom prst="rect">
            <a:avLst/>
          </a:prstGeom>
        </p:spPr>
        <p:txBody>
          <a:bodyPr vert="horz" wrap="square" lIns="0" tIns="15240" rIns="0" bIns="0" rtlCol="0">
            <a:spAutoFit/>
          </a:bodyPr>
          <a:lstStyle/>
          <a:p>
            <a:pPr marL="12700">
              <a:lnSpc>
                <a:spcPct val="100000"/>
              </a:lnSpc>
              <a:spcBef>
                <a:spcPts val="120"/>
              </a:spcBef>
            </a:pPr>
            <a:r>
              <a:rPr spc="-40" dirty="0"/>
              <a:t>What</a:t>
            </a:r>
            <a:r>
              <a:rPr spc="-95" dirty="0"/>
              <a:t> </a:t>
            </a:r>
            <a:r>
              <a:rPr spc="-10" dirty="0"/>
              <a:t>is</a:t>
            </a:r>
            <a:r>
              <a:rPr spc="-100" dirty="0"/>
              <a:t> </a:t>
            </a:r>
            <a:r>
              <a:rPr spc="-45" dirty="0"/>
              <a:t>AI?</a:t>
            </a:r>
          </a:p>
        </p:txBody>
      </p:sp>
      <p:sp>
        <p:nvSpPr>
          <p:cNvPr id="4" name="object 4"/>
          <p:cNvSpPr txBox="1"/>
          <p:nvPr/>
        </p:nvSpPr>
        <p:spPr>
          <a:xfrm>
            <a:off x="135966" y="1055824"/>
            <a:ext cx="2263140" cy="207645"/>
          </a:xfrm>
          <a:prstGeom prst="rect">
            <a:avLst/>
          </a:prstGeom>
        </p:spPr>
        <p:txBody>
          <a:bodyPr vert="horz" wrap="square" lIns="0" tIns="12065" rIns="0" bIns="0" rtlCol="0">
            <a:spAutoFit/>
          </a:bodyPr>
          <a:lstStyle/>
          <a:p>
            <a:pPr marL="12700">
              <a:lnSpc>
                <a:spcPct val="100000"/>
              </a:lnSpc>
              <a:spcBef>
                <a:spcPts val="95"/>
              </a:spcBef>
            </a:pPr>
            <a:r>
              <a:rPr sz="1200" spc="-35" dirty="0">
                <a:latin typeface="Tahoma"/>
                <a:cs typeface="Tahoma"/>
              </a:rPr>
              <a:t>Views</a:t>
            </a:r>
            <a:r>
              <a:rPr sz="1200" spc="-60" dirty="0">
                <a:latin typeface="Tahoma"/>
                <a:cs typeface="Tahoma"/>
              </a:rPr>
              <a:t> </a:t>
            </a:r>
            <a:r>
              <a:rPr sz="1200" dirty="0">
                <a:latin typeface="Tahoma"/>
                <a:cs typeface="Tahoma"/>
              </a:rPr>
              <a:t>of</a:t>
            </a:r>
            <a:r>
              <a:rPr sz="1200" spc="-75" dirty="0">
                <a:latin typeface="Tahoma"/>
                <a:cs typeface="Tahoma"/>
              </a:rPr>
              <a:t> </a:t>
            </a:r>
            <a:r>
              <a:rPr sz="1200" dirty="0">
                <a:latin typeface="Tahoma"/>
                <a:cs typeface="Tahoma"/>
              </a:rPr>
              <a:t>AI</a:t>
            </a:r>
            <a:r>
              <a:rPr sz="1200" spc="-60" dirty="0">
                <a:latin typeface="Tahoma"/>
                <a:cs typeface="Tahoma"/>
              </a:rPr>
              <a:t> </a:t>
            </a:r>
            <a:r>
              <a:rPr sz="1200" spc="-10" dirty="0">
                <a:latin typeface="Tahoma"/>
                <a:cs typeface="Tahoma"/>
              </a:rPr>
              <a:t>fall</a:t>
            </a:r>
            <a:r>
              <a:rPr sz="1200" spc="-60" dirty="0">
                <a:latin typeface="Tahoma"/>
                <a:cs typeface="Tahoma"/>
              </a:rPr>
              <a:t> </a:t>
            </a:r>
            <a:r>
              <a:rPr sz="1200" spc="-10" dirty="0">
                <a:latin typeface="Tahoma"/>
                <a:cs typeface="Tahoma"/>
              </a:rPr>
              <a:t>into</a:t>
            </a:r>
            <a:r>
              <a:rPr sz="1200" spc="-60" dirty="0">
                <a:latin typeface="Tahoma"/>
                <a:cs typeface="Tahoma"/>
              </a:rPr>
              <a:t> </a:t>
            </a:r>
            <a:r>
              <a:rPr sz="1200" spc="-45" dirty="0">
                <a:latin typeface="Tahoma"/>
                <a:cs typeface="Tahoma"/>
              </a:rPr>
              <a:t>four</a:t>
            </a:r>
            <a:r>
              <a:rPr sz="1200" spc="-50" dirty="0">
                <a:latin typeface="Tahoma"/>
                <a:cs typeface="Tahoma"/>
              </a:rPr>
              <a:t> </a:t>
            </a:r>
            <a:r>
              <a:rPr sz="1200" spc="-60" dirty="0">
                <a:latin typeface="Tahoma"/>
                <a:cs typeface="Tahoma"/>
              </a:rPr>
              <a:t>categories:</a:t>
            </a:r>
            <a:endParaRPr sz="1200">
              <a:latin typeface="Tahoma"/>
              <a:cs typeface="Tahoma"/>
            </a:endParaRPr>
          </a:p>
        </p:txBody>
      </p:sp>
      <p:graphicFrame>
        <p:nvGraphicFramePr>
          <p:cNvPr id="5" name="object 5"/>
          <p:cNvGraphicFramePr>
            <a:graphicFrameLocks noGrp="1"/>
          </p:cNvGraphicFramePr>
          <p:nvPr/>
        </p:nvGraphicFramePr>
        <p:xfrm>
          <a:off x="1008202" y="1389049"/>
          <a:ext cx="2586989" cy="375920"/>
        </p:xfrm>
        <a:graphic>
          <a:graphicData uri="http://schemas.openxmlformats.org/drawingml/2006/table">
            <a:tbl>
              <a:tblPr firstRow="1" bandRow="1">
                <a:tableStyleId>{2D5ABB26-0587-4C30-8999-92F81FD0307C}</a:tableStyleId>
              </a:tblPr>
              <a:tblGrid>
                <a:gridCol w="1268730">
                  <a:extLst>
                    <a:ext uri="{9D8B030D-6E8A-4147-A177-3AD203B41FA5}">
                      <a16:colId xmlns:a16="http://schemas.microsoft.com/office/drawing/2014/main" val="20000"/>
                    </a:ext>
                  </a:extLst>
                </a:gridCol>
                <a:gridCol w="1318259">
                  <a:extLst>
                    <a:ext uri="{9D8B030D-6E8A-4147-A177-3AD203B41FA5}">
                      <a16:colId xmlns:a16="http://schemas.microsoft.com/office/drawing/2014/main" val="20001"/>
                    </a:ext>
                  </a:extLst>
                </a:gridCol>
              </a:tblGrid>
              <a:tr h="187960">
                <a:tc>
                  <a:txBody>
                    <a:bodyPr/>
                    <a:lstStyle/>
                    <a:p>
                      <a:pPr marL="75565">
                        <a:lnSpc>
                          <a:spcPts val="1270"/>
                        </a:lnSpc>
                      </a:pPr>
                      <a:r>
                        <a:rPr sz="1200" spc="-30" dirty="0">
                          <a:latin typeface="Tahoma"/>
                          <a:cs typeface="Tahoma"/>
                        </a:rPr>
                        <a:t>Thinking</a:t>
                      </a:r>
                      <a:r>
                        <a:rPr sz="1200" spc="-20" dirty="0">
                          <a:latin typeface="Tahoma"/>
                          <a:cs typeface="Tahoma"/>
                        </a:rPr>
                        <a:t> </a:t>
                      </a:r>
                      <a:r>
                        <a:rPr sz="1200" spc="-10" dirty="0">
                          <a:latin typeface="Tahoma"/>
                          <a:cs typeface="Tahoma"/>
                        </a:rPr>
                        <a:t>humanly</a:t>
                      </a:r>
                      <a:endParaRPr sz="1200">
                        <a:latin typeface="Tahoma"/>
                        <a:cs typeface="Tahoma"/>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270"/>
                        </a:lnSpc>
                      </a:pPr>
                      <a:r>
                        <a:rPr sz="1200" spc="-30" dirty="0">
                          <a:latin typeface="Tahoma"/>
                          <a:cs typeface="Tahoma"/>
                        </a:rPr>
                        <a:t>Thinking</a:t>
                      </a:r>
                      <a:r>
                        <a:rPr sz="1200" spc="-20" dirty="0">
                          <a:latin typeface="Tahoma"/>
                          <a:cs typeface="Tahoma"/>
                        </a:rPr>
                        <a:t> </a:t>
                      </a:r>
                      <a:r>
                        <a:rPr sz="1200" spc="-10" dirty="0">
                          <a:latin typeface="Tahoma"/>
                          <a:cs typeface="Tahoma"/>
                        </a:rPr>
                        <a:t>rationally</a:t>
                      </a:r>
                      <a:endParaRPr sz="1200">
                        <a:latin typeface="Tahoma"/>
                        <a:cs typeface="Tahoma"/>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87960">
                <a:tc>
                  <a:txBody>
                    <a:bodyPr/>
                    <a:lstStyle/>
                    <a:p>
                      <a:pPr marL="75565">
                        <a:lnSpc>
                          <a:spcPts val="1270"/>
                        </a:lnSpc>
                      </a:pPr>
                      <a:r>
                        <a:rPr sz="1200" spc="-10" dirty="0">
                          <a:latin typeface="Tahoma"/>
                          <a:cs typeface="Tahoma"/>
                        </a:rPr>
                        <a:t>Acting</a:t>
                      </a:r>
                      <a:r>
                        <a:rPr sz="1200" spc="-60" dirty="0">
                          <a:latin typeface="Tahoma"/>
                          <a:cs typeface="Tahoma"/>
                        </a:rPr>
                        <a:t> </a:t>
                      </a:r>
                      <a:r>
                        <a:rPr sz="1200" spc="-10" dirty="0">
                          <a:latin typeface="Tahoma"/>
                          <a:cs typeface="Tahoma"/>
                        </a:rPr>
                        <a:t>humanly</a:t>
                      </a:r>
                      <a:endParaRPr sz="1200">
                        <a:latin typeface="Tahoma"/>
                        <a:cs typeface="Tahoma"/>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ts val="1270"/>
                        </a:lnSpc>
                      </a:pPr>
                      <a:r>
                        <a:rPr sz="1200" spc="-10" dirty="0">
                          <a:latin typeface="Tahoma"/>
                          <a:cs typeface="Tahoma"/>
                        </a:rPr>
                        <a:t>Acting</a:t>
                      </a:r>
                      <a:r>
                        <a:rPr sz="1200" spc="-60" dirty="0">
                          <a:latin typeface="Tahoma"/>
                          <a:cs typeface="Tahoma"/>
                        </a:rPr>
                        <a:t> </a:t>
                      </a:r>
                      <a:r>
                        <a:rPr sz="1200" spc="-10" dirty="0">
                          <a:latin typeface="Tahoma"/>
                          <a:cs typeface="Tahoma"/>
                        </a:rPr>
                        <a:t>rationally</a:t>
                      </a:r>
                      <a:endParaRPr sz="1200">
                        <a:latin typeface="Tahoma"/>
                        <a:cs typeface="Tahoma"/>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bl>
          </a:graphicData>
        </a:graphic>
      </p:graphicFrame>
      <p:pic>
        <p:nvPicPr>
          <p:cNvPr id="6" name="object 6"/>
          <p:cNvPicPr/>
          <p:nvPr/>
        </p:nvPicPr>
        <p:blipFill>
          <a:blip r:embed="rId2" cstate="print"/>
          <a:stretch>
            <a:fillRect/>
          </a:stretch>
        </p:blipFill>
        <p:spPr>
          <a:xfrm>
            <a:off x="300139" y="2017636"/>
            <a:ext cx="71526" cy="71526"/>
          </a:xfrm>
          <a:prstGeom prst="rect">
            <a:avLst/>
          </a:prstGeom>
        </p:spPr>
      </p:pic>
      <p:sp>
        <p:nvSpPr>
          <p:cNvPr id="7" name="object 7"/>
          <p:cNvSpPr txBox="1"/>
          <p:nvPr/>
        </p:nvSpPr>
        <p:spPr>
          <a:xfrm>
            <a:off x="433298" y="1927159"/>
            <a:ext cx="3641725" cy="391160"/>
          </a:xfrm>
          <a:prstGeom prst="rect">
            <a:avLst/>
          </a:prstGeom>
        </p:spPr>
        <p:txBody>
          <a:bodyPr vert="horz" wrap="square" lIns="0" tIns="12065" rIns="0" bIns="0" rtlCol="0">
            <a:spAutoFit/>
          </a:bodyPr>
          <a:lstStyle/>
          <a:p>
            <a:pPr marL="12700" marR="5080">
              <a:lnSpc>
                <a:spcPct val="100000"/>
              </a:lnSpc>
              <a:spcBef>
                <a:spcPts val="95"/>
              </a:spcBef>
            </a:pPr>
            <a:r>
              <a:rPr sz="1200" spc="-65" dirty="0">
                <a:latin typeface="Tahoma"/>
                <a:cs typeface="Tahoma"/>
              </a:rPr>
              <a:t>Suggested</a:t>
            </a:r>
            <a:r>
              <a:rPr sz="1200" spc="-5" dirty="0">
                <a:latin typeface="Tahoma"/>
                <a:cs typeface="Tahoma"/>
              </a:rPr>
              <a:t> </a:t>
            </a:r>
            <a:r>
              <a:rPr sz="1200" spc="-65" dirty="0">
                <a:latin typeface="Tahoma"/>
                <a:cs typeface="Tahoma"/>
              </a:rPr>
              <a:t>major</a:t>
            </a:r>
            <a:r>
              <a:rPr sz="1200" spc="-5" dirty="0">
                <a:latin typeface="Tahoma"/>
                <a:cs typeface="Tahoma"/>
              </a:rPr>
              <a:t> </a:t>
            </a:r>
            <a:r>
              <a:rPr sz="1200" spc="-70" dirty="0">
                <a:latin typeface="Tahoma"/>
                <a:cs typeface="Tahoma"/>
              </a:rPr>
              <a:t>components</a:t>
            </a:r>
            <a:r>
              <a:rPr sz="1200" dirty="0">
                <a:latin typeface="Tahoma"/>
                <a:cs typeface="Tahoma"/>
              </a:rPr>
              <a:t> of</a:t>
            </a:r>
            <a:r>
              <a:rPr sz="1200" spc="-5" dirty="0">
                <a:latin typeface="Tahoma"/>
                <a:cs typeface="Tahoma"/>
              </a:rPr>
              <a:t> </a:t>
            </a:r>
            <a:r>
              <a:rPr sz="1200" spc="-45" dirty="0">
                <a:latin typeface="Tahoma"/>
                <a:cs typeface="Tahoma"/>
              </a:rPr>
              <a:t>AI:</a:t>
            </a:r>
            <a:r>
              <a:rPr sz="1200" dirty="0">
                <a:latin typeface="Tahoma"/>
                <a:cs typeface="Tahoma"/>
              </a:rPr>
              <a:t> </a:t>
            </a:r>
            <a:r>
              <a:rPr sz="1200" spc="-80" dirty="0">
                <a:latin typeface="Tahoma"/>
                <a:cs typeface="Tahoma"/>
              </a:rPr>
              <a:t>knowledge,</a:t>
            </a:r>
            <a:r>
              <a:rPr sz="1200" spc="-5" dirty="0">
                <a:latin typeface="Tahoma"/>
                <a:cs typeface="Tahoma"/>
              </a:rPr>
              <a:t> </a:t>
            </a:r>
            <a:r>
              <a:rPr sz="1200" spc="-60" dirty="0">
                <a:latin typeface="Tahoma"/>
                <a:cs typeface="Tahoma"/>
              </a:rPr>
              <a:t>reasoning, </a:t>
            </a:r>
            <a:r>
              <a:rPr sz="1200" spc="-75" dirty="0">
                <a:latin typeface="Tahoma"/>
                <a:cs typeface="Tahoma"/>
              </a:rPr>
              <a:t>language</a:t>
            </a:r>
            <a:r>
              <a:rPr sz="1200" spc="5" dirty="0">
                <a:latin typeface="Tahoma"/>
                <a:cs typeface="Tahoma"/>
              </a:rPr>
              <a:t> </a:t>
            </a:r>
            <a:r>
              <a:rPr sz="1200" spc="-60" dirty="0">
                <a:latin typeface="Tahoma"/>
                <a:cs typeface="Tahoma"/>
              </a:rPr>
              <a:t>understanding,</a:t>
            </a:r>
            <a:r>
              <a:rPr sz="1200" spc="5" dirty="0">
                <a:latin typeface="Tahoma"/>
                <a:cs typeface="Tahoma"/>
              </a:rPr>
              <a:t> </a:t>
            </a:r>
            <a:r>
              <a:rPr sz="1200" spc="-10" dirty="0">
                <a:latin typeface="Tahoma"/>
                <a:cs typeface="Tahoma"/>
              </a:rPr>
              <a:t>learning.</a:t>
            </a:r>
            <a:endParaRPr sz="1200">
              <a:latin typeface="Tahoma"/>
              <a:cs typeface="Tahoma"/>
            </a:endParaRPr>
          </a:p>
        </p:txBody>
      </p:sp>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4</a:t>
            </a:fld>
            <a:r>
              <a:rPr spc="25" dirty="0"/>
              <a:t> </a:t>
            </a:r>
            <a:r>
              <a:rPr spc="150" dirty="0"/>
              <a:t>/</a:t>
            </a:r>
            <a:r>
              <a:rPr spc="25" dirty="0"/>
              <a:t> </a:t>
            </a:r>
            <a:r>
              <a:rPr spc="-25" dirty="0"/>
              <a:t>38</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1D119-38D7-82FE-51F3-52BD37AA4CB7}"/>
              </a:ext>
            </a:extLst>
          </p:cNvPr>
          <p:cNvSpPr>
            <a:spLocks noGrp="1"/>
          </p:cNvSpPr>
          <p:nvPr>
            <p:ph type="title"/>
          </p:nvPr>
        </p:nvSpPr>
        <p:spPr>
          <a:xfrm>
            <a:off x="95300" y="60904"/>
            <a:ext cx="3468370" cy="261610"/>
          </a:xfrm>
        </p:spPr>
        <p:txBody>
          <a:bodyPr/>
          <a:lstStyle/>
          <a:p>
            <a:r>
              <a:rPr lang="en-US" dirty="0"/>
              <a:t>AI APPROCHES</a:t>
            </a:r>
          </a:p>
        </p:txBody>
      </p:sp>
      <p:pic>
        <p:nvPicPr>
          <p:cNvPr id="1026" name="Picture 2">
            <a:extLst>
              <a:ext uri="{FF2B5EF4-FFF2-40B4-BE49-F238E27FC236}">
                <a16:creationId xmlns:a16="http://schemas.microsoft.com/office/drawing/2014/main" id="{4E7EAE58-142A-3AAF-583A-FB14A554FE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39800"/>
            <a:ext cx="4610100" cy="1581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950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2553335" cy="288290"/>
          </a:xfrm>
          <a:prstGeom prst="rect">
            <a:avLst/>
          </a:prstGeom>
        </p:spPr>
        <p:txBody>
          <a:bodyPr vert="horz" wrap="square" lIns="0" tIns="15240" rIns="0" bIns="0" rtlCol="0">
            <a:spAutoFit/>
          </a:bodyPr>
          <a:lstStyle/>
          <a:p>
            <a:pPr marL="12700">
              <a:lnSpc>
                <a:spcPct val="100000"/>
              </a:lnSpc>
              <a:spcBef>
                <a:spcPts val="120"/>
              </a:spcBef>
            </a:pPr>
            <a:r>
              <a:rPr spc="-30" dirty="0"/>
              <a:t>Acting</a:t>
            </a:r>
            <a:r>
              <a:rPr spc="-105" dirty="0"/>
              <a:t> </a:t>
            </a:r>
            <a:r>
              <a:rPr spc="-75" dirty="0"/>
              <a:t>Humanly:</a:t>
            </a:r>
            <a:r>
              <a:rPr spc="25" dirty="0"/>
              <a:t> </a:t>
            </a:r>
            <a:r>
              <a:rPr spc="-70" dirty="0"/>
              <a:t>Turing</a:t>
            </a:r>
            <a:r>
              <a:rPr spc="-65" dirty="0"/>
              <a:t> </a:t>
            </a:r>
            <a:r>
              <a:rPr spc="-60" dirty="0"/>
              <a:t>Test</a:t>
            </a:r>
          </a:p>
        </p:txBody>
      </p:sp>
      <p:pic>
        <p:nvPicPr>
          <p:cNvPr id="4" name="object 4"/>
          <p:cNvPicPr/>
          <p:nvPr/>
        </p:nvPicPr>
        <p:blipFill>
          <a:blip r:embed="rId2" cstate="print"/>
          <a:stretch>
            <a:fillRect/>
          </a:stretch>
        </p:blipFill>
        <p:spPr>
          <a:xfrm>
            <a:off x="165735" y="903541"/>
            <a:ext cx="2782214" cy="955852"/>
          </a:xfrm>
          <a:prstGeom prst="rect">
            <a:avLst/>
          </a:prstGeom>
        </p:spPr>
      </p:pic>
      <p:pic>
        <p:nvPicPr>
          <p:cNvPr id="5" name="object 5"/>
          <p:cNvPicPr/>
          <p:nvPr/>
        </p:nvPicPr>
        <p:blipFill>
          <a:blip r:embed="rId3" cstate="print"/>
          <a:stretch>
            <a:fillRect/>
          </a:stretch>
        </p:blipFill>
        <p:spPr>
          <a:xfrm>
            <a:off x="300139" y="2021382"/>
            <a:ext cx="71526" cy="71526"/>
          </a:xfrm>
          <a:prstGeom prst="rect">
            <a:avLst/>
          </a:prstGeom>
        </p:spPr>
      </p:pic>
      <p:sp>
        <p:nvSpPr>
          <p:cNvPr id="6" name="object 6"/>
          <p:cNvSpPr txBox="1"/>
          <p:nvPr/>
        </p:nvSpPr>
        <p:spPr>
          <a:xfrm>
            <a:off x="433298" y="1891678"/>
            <a:ext cx="3827145" cy="690245"/>
          </a:xfrm>
          <a:prstGeom prst="rect">
            <a:avLst/>
          </a:prstGeom>
        </p:spPr>
        <p:txBody>
          <a:bodyPr vert="horz" wrap="square" lIns="0" tIns="12700" rIns="0" bIns="0" rtlCol="0">
            <a:spAutoFit/>
          </a:bodyPr>
          <a:lstStyle/>
          <a:p>
            <a:pPr marL="12700" marR="5080">
              <a:lnSpc>
                <a:spcPct val="121100"/>
              </a:lnSpc>
              <a:spcBef>
                <a:spcPts val="100"/>
              </a:spcBef>
            </a:pPr>
            <a:r>
              <a:rPr sz="1200" spc="-35" dirty="0">
                <a:latin typeface="Tahoma"/>
                <a:cs typeface="Tahoma"/>
              </a:rPr>
              <a:t>Turing (1950)</a:t>
            </a:r>
            <a:r>
              <a:rPr sz="1200" spc="-30" dirty="0">
                <a:latin typeface="Tahoma"/>
                <a:cs typeface="Tahoma"/>
              </a:rPr>
              <a:t> ”Computing </a:t>
            </a:r>
            <a:r>
              <a:rPr sz="1200" spc="-65" dirty="0">
                <a:latin typeface="Tahoma"/>
                <a:cs typeface="Tahoma"/>
              </a:rPr>
              <a:t>machinery</a:t>
            </a:r>
            <a:r>
              <a:rPr sz="1200" spc="-25" dirty="0">
                <a:latin typeface="Tahoma"/>
                <a:cs typeface="Tahoma"/>
              </a:rPr>
              <a:t> </a:t>
            </a:r>
            <a:r>
              <a:rPr sz="1200" spc="-55" dirty="0">
                <a:latin typeface="Tahoma"/>
                <a:cs typeface="Tahoma"/>
              </a:rPr>
              <a:t>and</a:t>
            </a:r>
            <a:r>
              <a:rPr sz="1200" spc="-30" dirty="0">
                <a:latin typeface="Tahoma"/>
                <a:cs typeface="Tahoma"/>
              </a:rPr>
              <a:t> </a:t>
            </a:r>
            <a:r>
              <a:rPr sz="1200" spc="-10" dirty="0">
                <a:latin typeface="Tahoma"/>
                <a:cs typeface="Tahoma"/>
              </a:rPr>
              <a:t>intelligence”: </a:t>
            </a:r>
            <a:r>
              <a:rPr sz="1200" dirty="0">
                <a:latin typeface="Tahoma"/>
                <a:cs typeface="Tahoma"/>
              </a:rPr>
              <a:t>”Can</a:t>
            </a:r>
            <a:r>
              <a:rPr sz="1200" spc="-20" dirty="0">
                <a:latin typeface="Tahoma"/>
                <a:cs typeface="Tahoma"/>
              </a:rPr>
              <a:t> </a:t>
            </a:r>
            <a:r>
              <a:rPr sz="1200" spc="-65" dirty="0">
                <a:latin typeface="Tahoma"/>
                <a:cs typeface="Tahoma"/>
              </a:rPr>
              <a:t>machines</a:t>
            </a:r>
            <a:r>
              <a:rPr sz="1200" spc="-15" dirty="0">
                <a:latin typeface="Tahoma"/>
                <a:cs typeface="Tahoma"/>
              </a:rPr>
              <a:t> </a:t>
            </a:r>
            <a:r>
              <a:rPr sz="1200" dirty="0">
                <a:latin typeface="Tahoma"/>
                <a:cs typeface="Tahoma"/>
              </a:rPr>
              <a:t>think?”</a:t>
            </a:r>
            <a:r>
              <a:rPr sz="1200" spc="-15" dirty="0">
                <a:latin typeface="Tahoma"/>
                <a:cs typeface="Tahoma"/>
              </a:rPr>
              <a:t> </a:t>
            </a:r>
            <a:r>
              <a:rPr sz="1200" dirty="0">
                <a:latin typeface="Tahoma"/>
                <a:cs typeface="Tahoma"/>
              </a:rPr>
              <a:t>”Can</a:t>
            </a:r>
            <a:r>
              <a:rPr sz="1200" spc="-15" dirty="0">
                <a:latin typeface="Tahoma"/>
                <a:cs typeface="Tahoma"/>
              </a:rPr>
              <a:t> </a:t>
            </a:r>
            <a:r>
              <a:rPr sz="1200" spc="-65" dirty="0">
                <a:latin typeface="Tahoma"/>
                <a:cs typeface="Tahoma"/>
              </a:rPr>
              <a:t>machines</a:t>
            </a:r>
            <a:r>
              <a:rPr sz="1200" spc="-15" dirty="0">
                <a:latin typeface="Tahoma"/>
                <a:cs typeface="Tahoma"/>
              </a:rPr>
              <a:t> </a:t>
            </a:r>
            <a:r>
              <a:rPr sz="1200" spc="-80" dirty="0">
                <a:latin typeface="Tahoma"/>
                <a:cs typeface="Tahoma"/>
              </a:rPr>
              <a:t>behave</a:t>
            </a:r>
            <a:r>
              <a:rPr sz="1200" spc="-15" dirty="0">
                <a:latin typeface="Tahoma"/>
                <a:cs typeface="Tahoma"/>
              </a:rPr>
              <a:t> </a:t>
            </a:r>
            <a:r>
              <a:rPr sz="1200" spc="-30" dirty="0">
                <a:latin typeface="Tahoma"/>
                <a:cs typeface="Tahoma"/>
              </a:rPr>
              <a:t>intelligently?” </a:t>
            </a:r>
            <a:r>
              <a:rPr sz="1200" dirty="0">
                <a:latin typeface="Tahoma"/>
                <a:cs typeface="Tahoma"/>
              </a:rPr>
              <a:t>The</a:t>
            </a:r>
            <a:r>
              <a:rPr sz="1200" spc="-50" dirty="0">
                <a:latin typeface="Tahoma"/>
                <a:cs typeface="Tahoma"/>
              </a:rPr>
              <a:t> </a:t>
            </a:r>
            <a:r>
              <a:rPr sz="1200" spc="-40" dirty="0">
                <a:latin typeface="Tahoma"/>
                <a:cs typeface="Tahoma"/>
              </a:rPr>
              <a:t>Imitation</a:t>
            </a:r>
            <a:r>
              <a:rPr sz="1200" spc="-35" dirty="0">
                <a:latin typeface="Tahoma"/>
                <a:cs typeface="Tahoma"/>
              </a:rPr>
              <a:t> </a:t>
            </a:r>
            <a:r>
              <a:rPr sz="1200" spc="-70" dirty="0">
                <a:latin typeface="Tahoma"/>
                <a:cs typeface="Tahoma"/>
              </a:rPr>
              <a:t>Game</a:t>
            </a:r>
            <a:r>
              <a:rPr sz="1200" spc="-20" dirty="0">
                <a:latin typeface="Tahoma"/>
                <a:cs typeface="Tahoma"/>
              </a:rPr>
              <a:t> </a:t>
            </a:r>
            <a:r>
              <a:rPr sz="1200" spc="-10" dirty="0">
                <a:latin typeface="Tahoma"/>
                <a:cs typeface="Tahoma"/>
              </a:rPr>
              <a:t>(2014)</a:t>
            </a:r>
            <a:endParaRPr sz="1200">
              <a:latin typeface="Tahoma"/>
              <a:cs typeface="Tahoma"/>
            </a:endParaRPr>
          </a:p>
        </p:txBody>
      </p:sp>
      <p:pic>
        <p:nvPicPr>
          <p:cNvPr id="7" name="object 7"/>
          <p:cNvPicPr/>
          <p:nvPr/>
        </p:nvPicPr>
        <p:blipFill>
          <a:blip r:embed="rId4" cstate="print"/>
          <a:stretch>
            <a:fillRect/>
          </a:stretch>
        </p:blipFill>
        <p:spPr>
          <a:xfrm>
            <a:off x="300139" y="2242807"/>
            <a:ext cx="71526" cy="71526"/>
          </a:xfrm>
          <a:prstGeom prst="rect">
            <a:avLst/>
          </a:prstGeom>
        </p:spPr>
      </p:pic>
      <p:pic>
        <p:nvPicPr>
          <p:cNvPr id="8" name="object 8"/>
          <p:cNvPicPr/>
          <p:nvPr/>
        </p:nvPicPr>
        <p:blipFill>
          <a:blip r:embed="rId5" cstate="print"/>
          <a:stretch>
            <a:fillRect/>
          </a:stretch>
        </p:blipFill>
        <p:spPr>
          <a:xfrm>
            <a:off x="300139" y="2464219"/>
            <a:ext cx="71526" cy="71526"/>
          </a:xfrm>
          <a:prstGeom prst="rect">
            <a:avLst/>
          </a:prstGeom>
        </p:spPr>
      </p:pic>
      <p:grpSp>
        <p:nvGrpSpPr>
          <p:cNvPr id="9" name="object 9"/>
          <p:cNvGrpSpPr/>
          <p:nvPr/>
        </p:nvGrpSpPr>
        <p:grpSpPr>
          <a:xfrm>
            <a:off x="0" y="3346348"/>
            <a:ext cx="4608195" cy="109855"/>
            <a:chOff x="0" y="3346348"/>
            <a:chExt cx="4608195" cy="109855"/>
          </a:xfrm>
        </p:grpSpPr>
        <p:sp>
          <p:nvSpPr>
            <p:cNvPr id="10" name="object 10"/>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1" name="object 11"/>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2" name="object 12"/>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4" name="object 14"/>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6" action="ppaction://hlinksldjump"/>
              </a:rPr>
              <a:t>AI</a:t>
            </a:r>
            <a:endParaRPr sz="600">
              <a:latin typeface="Arial MT"/>
              <a:cs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6</a:t>
            </a:fld>
            <a:r>
              <a:rPr spc="25" dirty="0"/>
              <a:t> </a:t>
            </a:r>
            <a:r>
              <a:rPr spc="150" dirty="0"/>
              <a:t>/</a:t>
            </a:r>
            <a:r>
              <a:rPr spc="25" dirty="0"/>
              <a:t> </a:t>
            </a:r>
            <a:r>
              <a:rPr spc="-25" dirty="0"/>
              <a:t>38</a:t>
            </a: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45" dirty="0"/>
              <a:t>Thinking</a:t>
            </a:r>
            <a:r>
              <a:rPr spc="-90" dirty="0"/>
              <a:t> </a:t>
            </a:r>
            <a:r>
              <a:rPr spc="-75" dirty="0"/>
              <a:t>Humanly:</a:t>
            </a:r>
            <a:r>
              <a:rPr spc="10" dirty="0"/>
              <a:t> </a:t>
            </a:r>
            <a:r>
              <a:rPr spc="-70" dirty="0"/>
              <a:t>Cognitive</a:t>
            </a:r>
            <a:r>
              <a:rPr spc="-65" dirty="0"/>
              <a:t> </a:t>
            </a:r>
            <a:r>
              <a:rPr spc="-50" dirty="0"/>
              <a:t>Modelling</a:t>
            </a:r>
          </a:p>
        </p:txBody>
      </p:sp>
      <p:pic>
        <p:nvPicPr>
          <p:cNvPr id="4" name="object 4"/>
          <p:cNvPicPr/>
          <p:nvPr/>
        </p:nvPicPr>
        <p:blipFill>
          <a:blip r:embed="rId2" cstate="print"/>
          <a:stretch>
            <a:fillRect/>
          </a:stretch>
        </p:blipFill>
        <p:spPr>
          <a:xfrm>
            <a:off x="300139" y="1289850"/>
            <a:ext cx="71526" cy="71526"/>
          </a:xfrm>
          <a:prstGeom prst="rect">
            <a:avLst/>
          </a:prstGeom>
        </p:spPr>
      </p:pic>
      <p:sp>
        <p:nvSpPr>
          <p:cNvPr id="5" name="object 5"/>
          <p:cNvSpPr txBox="1">
            <a:spLocks noGrp="1"/>
          </p:cNvSpPr>
          <p:nvPr>
            <p:ph type="body" idx="1"/>
          </p:nvPr>
        </p:nvSpPr>
        <p:spPr>
          <a:xfrm>
            <a:off x="124866" y="634781"/>
            <a:ext cx="4405981" cy="1582731"/>
          </a:xfrm>
          <a:prstGeom prst="rect">
            <a:avLst/>
          </a:prstGeom>
        </p:spPr>
        <p:txBody>
          <a:bodyPr vert="horz" wrap="square" lIns="0" tIns="576824" rIns="0" bIns="0" rtlCol="0">
            <a:spAutoFit/>
          </a:bodyPr>
          <a:lstStyle/>
          <a:p>
            <a:pPr marL="320675">
              <a:lnSpc>
                <a:spcPct val="100000"/>
              </a:lnSpc>
              <a:spcBef>
                <a:spcPts val="405"/>
              </a:spcBef>
            </a:pPr>
            <a:r>
              <a:rPr spc="-45" dirty="0"/>
              <a:t>How</a:t>
            </a:r>
            <a:r>
              <a:rPr spc="-40" dirty="0"/>
              <a:t> </a:t>
            </a:r>
            <a:r>
              <a:rPr spc="-75" dirty="0"/>
              <a:t>human</a:t>
            </a:r>
            <a:r>
              <a:rPr spc="-15" dirty="0"/>
              <a:t> </a:t>
            </a:r>
            <a:r>
              <a:rPr spc="-10" dirty="0"/>
              <a:t>thinks?</a:t>
            </a:r>
          </a:p>
          <a:p>
            <a:pPr marL="320675" marR="5080">
              <a:lnSpc>
                <a:spcPct val="100000"/>
              </a:lnSpc>
              <a:spcBef>
                <a:spcPts val="300"/>
              </a:spcBef>
            </a:pPr>
            <a:r>
              <a:rPr dirty="0">
                <a:solidFill>
                  <a:srgbClr val="FF0000"/>
                </a:solidFill>
                <a:highlight>
                  <a:srgbClr val="FFFF00"/>
                </a:highlight>
              </a:rPr>
              <a:t>Two</a:t>
            </a:r>
            <a:r>
              <a:rPr spc="-75" dirty="0">
                <a:solidFill>
                  <a:srgbClr val="FF0000"/>
                </a:solidFill>
                <a:highlight>
                  <a:srgbClr val="FFFF00"/>
                </a:highlight>
              </a:rPr>
              <a:t> </a:t>
            </a:r>
            <a:r>
              <a:rPr spc="-105" dirty="0">
                <a:solidFill>
                  <a:srgbClr val="FF0000"/>
                </a:solidFill>
                <a:highlight>
                  <a:srgbClr val="FFFF00"/>
                </a:highlight>
              </a:rPr>
              <a:t>ways</a:t>
            </a:r>
            <a:r>
              <a:rPr spc="10" dirty="0">
                <a:solidFill>
                  <a:srgbClr val="FF0000"/>
                </a:solidFill>
                <a:highlight>
                  <a:srgbClr val="FFFF00"/>
                </a:highlight>
              </a:rPr>
              <a:t> </a:t>
            </a:r>
            <a:r>
              <a:rPr dirty="0">
                <a:solidFill>
                  <a:srgbClr val="FF0000"/>
                </a:solidFill>
                <a:highlight>
                  <a:srgbClr val="FFFF00"/>
                </a:highlight>
              </a:rPr>
              <a:t>to</a:t>
            </a:r>
            <a:r>
              <a:rPr spc="-30" dirty="0">
                <a:solidFill>
                  <a:srgbClr val="FF0000"/>
                </a:solidFill>
                <a:highlight>
                  <a:srgbClr val="FFFF00"/>
                </a:highlight>
              </a:rPr>
              <a:t> </a:t>
            </a:r>
            <a:r>
              <a:rPr spc="-65" dirty="0">
                <a:solidFill>
                  <a:srgbClr val="FF0000"/>
                </a:solidFill>
                <a:highlight>
                  <a:srgbClr val="FFFF00"/>
                </a:highlight>
              </a:rPr>
              <a:t>determine</a:t>
            </a:r>
            <a:r>
              <a:rPr spc="-30" dirty="0">
                <a:solidFill>
                  <a:srgbClr val="FF0000"/>
                </a:solidFill>
                <a:highlight>
                  <a:srgbClr val="FFFF00"/>
                </a:highlight>
              </a:rPr>
              <a:t> </a:t>
            </a:r>
            <a:r>
              <a:rPr dirty="0">
                <a:solidFill>
                  <a:srgbClr val="FF0000"/>
                </a:solidFill>
                <a:highlight>
                  <a:srgbClr val="FFFF00"/>
                </a:highlight>
              </a:rPr>
              <a:t>a</a:t>
            </a:r>
            <a:r>
              <a:rPr spc="-25" dirty="0">
                <a:solidFill>
                  <a:srgbClr val="FF0000"/>
                </a:solidFill>
                <a:highlight>
                  <a:srgbClr val="FFFF00"/>
                </a:highlight>
              </a:rPr>
              <a:t> </a:t>
            </a:r>
            <a:r>
              <a:rPr spc="-65" dirty="0">
                <a:solidFill>
                  <a:srgbClr val="FF0000"/>
                </a:solidFill>
                <a:highlight>
                  <a:srgbClr val="FFFF00"/>
                </a:highlight>
              </a:rPr>
              <a:t>given</a:t>
            </a:r>
            <a:r>
              <a:rPr spc="-30" dirty="0">
                <a:solidFill>
                  <a:srgbClr val="FF0000"/>
                </a:solidFill>
                <a:highlight>
                  <a:srgbClr val="FFFF00"/>
                </a:highlight>
              </a:rPr>
              <a:t> </a:t>
            </a:r>
            <a:r>
              <a:rPr spc="-70" dirty="0">
                <a:solidFill>
                  <a:srgbClr val="FF0000"/>
                </a:solidFill>
                <a:highlight>
                  <a:srgbClr val="FFFF00"/>
                </a:highlight>
              </a:rPr>
              <a:t>program</a:t>
            </a:r>
            <a:r>
              <a:rPr spc="-25" dirty="0">
                <a:solidFill>
                  <a:srgbClr val="FF0000"/>
                </a:solidFill>
                <a:highlight>
                  <a:srgbClr val="FFFF00"/>
                </a:highlight>
              </a:rPr>
              <a:t> </a:t>
            </a:r>
            <a:r>
              <a:rPr spc="-30" dirty="0">
                <a:solidFill>
                  <a:srgbClr val="FF0000"/>
                </a:solidFill>
                <a:highlight>
                  <a:srgbClr val="FFFF00"/>
                </a:highlight>
              </a:rPr>
              <a:t>thinks like</a:t>
            </a:r>
            <a:r>
              <a:rPr spc="-25" dirty="0">
                <a:solidFill>
                  <a:srgbClr val="FF0000"/>
                </a:solidFill>
                <a:highlight>
                  <a:srgbClr val="FFFF00"/>
                </a:highlight>
              </a:rPr>
              <a:t> </a:t>
            </a:r>
            <a:r>
              <a:rPr spc="-10" dirty="0">
                <a:solidFill>
                  <a:srgbClr val="FF0000"/>
                </a:solidFill>
                <a:highlight>
                  <a:srgbClr val="FFFF00"/>
                </a:highlight>
              </a:rPr>
              <a:t>human </a:t>
            </a:r>
            <a:r>
              <a:rPr spc="-35" dirty="0">
                <a:solidFill>
                  <a:srgbClr val="FF0000"/>
                </a:solidFill>
                <a:highlight>
                  <a:srgbClr val="FFFF00"/>
                </a:highlight>
              </a:rPr>
              <a:t>(i)Through</a:t>
            </a:r>
            <a:r>
              <a:rPr spc="-20" dirty="0">
                <a:solidFill>
                  <a:srgbClr val="FF0000"/>
                </a:solidFill>
                <a:highlight>
                  <a:srgbClr val="FFFF00"/>
                </a:highlight>
              </a:rPr>
              <a:t> </a:t>
            </a:r>
            <a:r>
              <a:rPr spc="-45" dirty="0">
                <a:solidFill>
                  <a:srgbClr val="FF0000"/>
                </a:solidFill>
                <a:highlight>
                  <a:srgbClr val="FFFF00"/>
                </a:highlight>
              </a:rPr>
              <a:t>introspection</a:t>
            </a:r>
            <a:r>
              <a:rPr spc="-15" dirty="0">
                <a:solidFill>
                  <a:srgbClr val="FF0000"/>
                </a:solidFill>
                <a:highlight>
                  <a:srgbClr val="FFFF00"/>
                </a:highlight>
              </a:rPr>
              <a:t> </a:t>
            </a:r>
            <a:r>
              <a:rPr dirty="0">
                <a:solidFill>
                  <a:srgbClr val="FF0000"/>
                </a:solidFill>
                <a:highlight>
                  <a:srgbClr val="FFFF00"/>
                </a:highlight>
              </a:rPr>
              <a:t>,</a:t>
            </a:r>
            <a:r>
              <a:rPr spc="-15" dirty="0">
                <a:solidFill>
                  <a:srgbClr val="FF0000"/>
                </a:solidFill>
                <a:highlight>
                  <a:srgbClr val="FFFF00"/>
                </a:highlight>
              </a:rPr>
              <a:t> </a:t>
            </a:r>
            <a:r>
              <a:rPr spc="-30" dirty="0">
                <a:solidFill>
                  <a:srgbClr val="FF0000"/>
                </a:solidFill>
                <a:highlight>
                  <a:srgbClr val="FFFF00"/>
                </a:highlight>
              </a:rPr>
              <a:t>(ii)Through</a:t>
            </a:r>
            <a:r>
              <a:rPr spc="-15" dirty="0">
                <a:solidFill>
                  <a:srgbClr val="FF0000"/>
                </a:solidFill>
                <a:highlight>
                  <a:srgbClr val="FFFF00"/>
                </a:highlight>
              </a:rPr>
              <a:t> </a:t>
            </a:r>
            <a:r>
              <a:rPr spc="-50" dirty="0">
                <a:solidFill>
                  <a:srgbClr val="FF0000"/>
                </a:solidFill>
                <a:highlight>
                  <a:srgbClr val="FFFF00"/>
                </a:highlight>
              </a:rPr>
              <a:t>psychological</a:t>
            </a:r>
            <a:r>
              <a:rPr spc="-20" dirty="0">
                <a:solidFill>
                  <a:srgbClr val="FF0000"/>
                </a:solidFill>
                <a:highlight>
                  <a:srgbClr val="FFFF00"/>
                </a:highlight>
              </a:rPr>
              <a:t> </a:t>
            </a:r>
            <a:r>
              <a:rPr spc="-65" dirty="0">
                <a:solidFill>
                  <a:srgbClr val="FF0000"/>
                </a:solidFill>
                <a:highlight>
                  <a:srgbClr val="FFFF00"/>
                </a:highlight>
              </a:rPr>
              <a:t>experiments</a:t>
            </a:r>
          </a:p>
          <a:p>
            <a:pPr marL="320675" marR="116205">
              <a:lnSpc>
                <a:spcPct val="100000"/>
              </a:lnSpc>
              <a:spcBef>
                <a:spcPts val="310"/>
              </a:spcBef>
            </a:pPr>
            <a:r>
              <a:rPr spc="-10" dirty="0"/>
              <a:t>After</a:t>
            </a:r>
            <a:r>
              <a:rPr spc="-20" dirty="0"/>
              <a:t> </a:t>
            </a:r>
            <a:r>
              <a:rPr spc="-60" dirty="0"/>
              <a:t>defining</a:t>
            </a:r>
            <a:r>
              <a:rPr dirty="0"/>
              <a:t> </a:t>
            </a:r>
            <a:r>
              <a:rPr spc="-75" dirty="0"/>
              <a:t>theory,</a:t>
            </a:r>
            <a:r>
              <a:rPr dirty="0"/>
              <a:t> </a:t>
            </a:r>
            <a:r>
              <a:rPr spc="-135" dirty="0"/>
              <a:t>we</a:t>
            </a:r>
            <a:r>
              <a:rPr spc="15" dirty="0"/>
              <a:t> </a:t>
            </a:r>
            <a:r>
              <a:rPr spc="-45" dirty="0"/>
              <a:t>can</a:t>
            </a:r>
            <a:r>
              <a:rPr dirty="0"/>
              <a:t> </a:t>
            </a:r>
            <a:r>
              <a:rPr spc="-95" dirty="0"/>
              <a:t>express</a:t>
            </a:r>
            <a:r>
              <a:rPr dirty="0"/>
              <a:t> it </a:t>
            </a:r>
            <a:r>
              <a:rPr spc="-55" dirty="0"/>
              <a:t>as</a:t>
            </a:r>
            <a:r>
              <a:rPr dirty="0"/>
              <a:t> a </a:t>
            </a:r>
            <a:r>
              <a:rPr spc="-65" dirty="0"/>
              <a:t>computer</a:t>
            </a:r>
            <a:r>
              <a:rPr dirty="0"/>
              <a:t> </a:t>
            </a:r>
            <a:r>
              <a:rPr spc="-55" dirty="0"/>
              <a:t>program and</a:t>
            </a:r>
            <a:r>
              <a:rPr spc="-20" dirty="0"/>
              <a:t> </a:t>
            </a:r>
            <a:r>
              <a:rPr spc="-55" dirty="0"/>
              <a:t>check</a:t>
            </a:r>
            <a:r>
              <a:rPr spc="-15" dirty="0"/>
              <a:t> </a:t>
            </a:r>
            <a:r>
              <a:rPr dirty="0"/>
              <a:t>if</a:t>
            </a:r>
            <a:r>
              <a:rPr spc="-20" dirty="0"/>
              <a:t> </a:t>
            </a:r>
            <a:r>
              <a:rPr dirty="0"/>
              <a:t>it</a:t>
            </a:r>
            <a:r>
              <a:rPr spc="-15" dirty="0"/>
              <a:t> </a:t>
            </a:r>
            <a:r>
              <a:rPr dirty="0"/>
              <a:t>is</a:t>
            </a:r>
            <a:r>
              <a:rPr spc="-20" dirty="0"/>
              <a:t> </a:t>
            </a:r>
            <a:r>
              <a:rPr spc="-70" dirty="0"/>
              <a:t>behaving</a:t>
            </a:r>
            <a:r>
              <a:rPr spc="-15" dirty="0"/>
              <a:t> </a:t>
            </a:r>
            <a:r>
              <a:rPr spc="-30" dirty="0"/>
              <a:t>like</a:t>
            </a:r>
            <a:r>
              <a:rPr spc="-15" dirty="0"/>
              <a:t> </a:t>
            </a:r>
            <a:r>
              <a:rPr spc="-10" dirty="0"/>
              <a:t>human</a:t>
            </a:r>
          </a:p>
        </p:txBody>
      </p:sp>
      <p:pic>
        <p:nvPicPr>
          <p:cNvPr id="6" name="object 6"/>
          <p:cNvPicPr/>
          <p:nvPr/>
        </p:nvPicPr>
        <p:blipFill>
          <a:blip r:embed="rId3" cstate="print"/>
          <a:stretch>
            <a:fillRect/>
          </a:stretch>
        </p:blipFill>
        <p:spPr>
          <a:xfrm>
            <a:off x="300139" y="1511274"/>
            <a:ext cx="71526" cy="71526"/>
          </a:xfrm>
          <a:prstGeom prst="rect">
            <a:avLst/>
          </a:prstGeom>
        </p:spPr>
      </p:pic>
      <p:pic>
        <p:nvPicPr>
          <p:cNvPr id="7" name="object 7"/>
          <p:cNvPicPr/>
          <p:nvPr/>
        </p:nvPicPr>
        <p:blipFill>
          <a:blip r:embed="rId4" cstate="print"/>
          <a:stretch>
            <a:fillRect/>
          </a:stretch>
        </p:blipFill>
        <p:spPr>
          <a:xfrm>
            <a:off x="300139" y="1916163"/>
            <a:ext cx="71526" cy="71526"/>
          </a:xfrm>
          <a:prstGeom prst="rect">
            <a:avLst/>
          </a:prstGeom>
        </p:spPr>
      </p:pic>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5" action="ppaction://hlinksldjump"/>
              </a:rPr>
              <a:t>AI</a:t>
            </a:r>
            <a:endParaRPr sz="600">
              <a:latin typeface="Arial MT"/>
              <a:cs typeface="Arial MT"/>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7</a:t>
            </a:fld>
            <a:r>
              <a:rPr spc="25" dirty="0"/>
              <a:t> </a:t>
            </a:r>
            <a:r>
              <a:rPr spc="150" dirty="0"/>
              <a:t>/</a:t>
            </a:r>
            <a:r>
              <a:rPr spc="25" dirty="0"/>
              <a:t> </a:t>
            </a:r>
            <a:r>
              <a:rPr spc="-25" dirty="0"/>
              <a:t>38</a:t>
            </a: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5240" rIns="0" bIns="0" rtlCol="0">
            <a:spAutoFit/>
          </a:bodyPr>
          <a:lstStyle/>
          <a:p>
            <a:pPr marL="12700">
              <a:lnSpc>
                <a:spcPct val="100000"/>
              </a:lnSpc>
              <a:spcBef>
                <a:spcPts val="120"/>
              </a:spcBef>
            </a:pPr>
            <a:r>
              <a:rPr spc="-45" dirty="0"/>
              <a:t>Thinking</a:t>
            </a:r>
            <a:r>
              <a:rPr spc="-90" dirty="0"/>
              <a:t> </a:t>
            </a:r>
            <a:r>
              <a:rPr spc="-55" dirty="0"/>
              <a:t>Rationally:</a:t>
            </a:r>
            <a:r>
              <a:rPr spc="15" dirty="0"/>
              <a:t> </a:t>
            </a:r>
            <a:r>
              <a:rPr spc="-105" dirty="0"/>
              <a:t>Laws</a:t>
            </a:r>
            <a:r>
              <a:rPr spc="-30" dirty="0"/>
              <a:t> of</a:t>
            </a:r>
            <a:r>
              <a:rPr spc="-85" dirty="0"/>
              <a:t> </a:t>
            </a:r>
            <a:r>
              <a:rPr spc="-55" dirty="0"/>
              <a:t>Thought</a:t>
            </a:r>
          </a:p>
        </p:txBody>
      </p:sp>
      <p:pic>
        <p:nvPicPr>
          <p:cNvPr id="3" name="object 3"/>
          <p:cNvPicPr/>
          <p:nvPr/>
        </p:nvPicPr>
        <p:blipFill>
          <a:blip r:embed="rId2" cstate="print"/>
          <a:stretch>
            <a:fillRect/>
          </a:stretch>
        </p:blipFill>
        <p:spPr>
          <a:xfrm>
            <a:off x="300139" y="1451813"/>
            <a:ext cx="71526" cy="71526"/>
          </a:xfrm>
          <a:prstGeom prst="rect">
            <a:avLst/>
          </a:prstGeom>
        </p:spPr>
      </p:pic>
      <p:sp>
        <p:nvSpPr>
          <p:cNvPr id="4" name="object 4"/>
          <p:cNvSpPr txBox="1"/>
          <p:nvPr/>
        </p:nvSpPr>
        <p:spPr>
          <a:xfrm>
            <a:off x="433298" y="1322108"/>
            <a:ext cx="3524250" cy="652145"/>
          </a:xfrm>
          <a:prstGeom prst="rect">
            <a:avLst/>
          </a:prstGeom>
        </p:spPr>
        <p:txBody>
          <a:bodyPr vert="horz" wrap="square" lIns="0" tIns="51435" rIns="0" bIns="0" rtlCol="0">
            <a:spAutoFit/>
          </a:bodyPr>
          <a:lstStyle/>
          <a:p>
            <a:pPr marL="12700">
              <a:lnSpc>
                <a:spcPct val="100000"/>
              </a:lnSpc>
              <a:spcBef>
                <a:spcPts val="405"/>
              </a:spcBef>
            </a:pPr>
            <a:r>
              <a:rPr sz="1200" spc="-45" dirty="0">
                <a:solidFill>
                  <a:srgbClr val="FF0000"/>
                </a:solidFill>
                <a:highlight>
                  <a:srgbClr val="FFFF00"/>
                </a:highlight>
                <a:latin typeface="Tahoma"/>
                <a:cs typeface="Tahoma"/>
              </a:rPr>
              <a:t>Normative</a:t>
            </a:r>
            <a:r>
              <a:rPr sz="1200" spc="-35" dirty="0">
                <a:latin typeface="Tahoma"/>
                <a:cs typeface="Tahoma"/>
              </a:rPr>
              <a:t> </a:t>
            </a:r>
            <a:r>
              <a:rPr sz="1200" spc="-45" dirty="0">
                <a:latin typeface="Tahoma"/>
                <a:cs typeface="Tahoma"/>
              </a:rPr>
              <a:t>rather</a:t>
            </a:r>
            <a:r>
              <a:rPr sz="1200" spc="-30" dirty="0">
                <a:latin typeface="Tahoma"/>
                <a:cs typeface="Tahoma"/>
              </a:rPr>
              <a:t> </a:t>
            </a:r>
            <a:r>
              <a:rPr sz="1200" spc="-40" dirty="0">
                <a:latin typeface="Tahoma"/>
                <a:cs typeface="Tahoma"/>
              </a:rPr>
              <a:t>than</a:t>
            </a:r>
            <a:r>
              <a:rPr sz="1200" spc="-30" dirty="0">
                <a:latin typeface="Tahoma"/>
                <a:cs typeface="Tahoma"/>
              </a:rPr>
              <a:t> </a:t>
            </a:r>
            <a:r>
              <a:rPr sz="1200" spc="-10" dirty="0">
                <a:latin typeface="Tahoma"/>
                <a:cs typeface="Tahoma"/>
              </a:rPr>
              <a:t>descriptive</a:t>
            </a:r>
            <a:endParaRPr sz="1200" dirty="0">
              <a:latin typeface="Tahoma"/>
              <a:cs typeface="Tahoma"/>
            </a:endParaRPr>
          </a:p>
          <a:p>
            <a:pPr marL="12700" marR="5080">
              <a:lnSpc>
                <a:spcPct val="100000"/>
              </a:lnSpc>
              <a:spcBef>
                <a:spcPts val="300"/>
              </a:spcBef>
            </a:pPr>
            <a:r>
              <a:rPr sz="1200" spc="-25" dirty="0">
                <a:latin typeface="Tahoma"/>
                <a:cs typeface="Tahoma"/>
              </a:rPr>
              <a:t>Aristotle</a:t>
            </a:r>
            <a:r>
              <a:rPr sz="1200" spc="-70" dirty="0">
                <a:latin typeface="Tahoma"/>
                <a:cs typeface="Tahoma"/>
              </a:rPr>
              <a:t> </a:t>
            </a:r>
            <a:r>
              <a:rPr sz="1200" spc="-100" dirty="0">
                <a:latin typeface="Tahoma"/>
                <a:cs typeface="Tahoma"/>
              </a:rPr>
              <a:t>was</a:t>
            </a:r>
            <a:r>
              <a:rPr sz="1200" spc="5" dirty="0">
                <a:latin typeface="Tahoma"/>
                <a:cs typeface="Tahoma"/>
              </a:rPr>
              <a:t> </a:t>
            </a:r>
            <a:r>
              <a:rPr sz="1200" spc="-90" dirty="0">
                <a:latin typeface="Tahoma"/>
                <a:cs typeface="Tahoma"/>
              </a:rPr>
              <a:t>one</a:t>
            </a:r>
            <a:r>
              <a:rPr sz="1200" spc="-5" dirty="0">
                <a:latin typeface="Tahoma"/>
                <a:cs typeface="Tahoma"/>
              </a:rPr>
              <a:t> </a:t>
            </a:r>
            <a:r>
              <a:rPr sz="1200" dirty="0">
                <a:latin typeface="Tahoma"/>
                <a:cs typeface="Tahoma"/>
              </a:rPr>
              <a:t>of</a:t>
            </a:r>
            <a:r>
              <a:rPr sz="1200" spc="-55" dirty="0">
                <a:latin typeface="Tahoma"/>
                <a:cs typeface="Tahoma"/>
              </a:rPr>
              <a:t> </a:t>
            </a:r>
            <a:r>
              <a:rPr sz="1200" spc="-40" dirty="0">
                <a:latin typeface="Tahoma"/>
                <a:cs typeface="Tahoma"/>
              </a:rPr>
              <a:t>the</a:t>
            </a:r>
            <a:r>
              <a:rPr sz="1200" spc="-35" dirty="0">
                <a:latin typeface="Tahoma"/>
                <a:cs typeface="Tahoma"/>
              </a:rPr>
              <a:t> </a:t>
            </a:r>
            <a:r>
              <a:rPr sz="1200" spc="-20" dirty="0">
                <a:latin typeface="Tahoma"/>
                <a:cs typeface="Tahoma"/>
              </a:rPr>
              <a:t>first</a:t>
            </a:r>
            <a:r>
              <a:rPr sz="1200" spc="-30" dirty="0">
                <a:latin typeface="Tahoma"/>
                <a:cs typeface="Tahoma"/>
              </a:rPr>
              <a:t> </a:t>
            </a:r>
            <a:r>
              <a:rPr sz="1200" dirty="0">
                <a:latin typeface="Tahoma"/>
                <a:cs typeface="Tahoma"/>
              </a:rPr>
              <a:t>to</a:t>
            </a:r>
            <a:r>
              <a:rPr sz="1200" spc="-30" dirty="0">
                <a:latin typeface="Tahoma"/>
                <a:cs typeface="Tahoma"/>
              </a:rPr>
              <a:t> </a:t>
            </a:r>
            <a:r>
              <a:rPr sz="1200" spc="-35" dirty="0">
                <a:latin typeface="Tahoma"/>
                <a:cs typeface="Tahoma"/>
              </a:rPr>
              <a:t>attempt</a:t>
            </a:r>
            <a:r>
              <a:rPr sz="1200" spc="-30" dirty="0">
                <a:latin typeface="Tahoma"/>
                <a:cs typeface="Tahoma"/>
              </a:rPr>
              <a:t> </a:t>
            </a:r>
            <a:r>
              <a:rPr sz="1200" dirty="0">
                <a:latin typeface="Tahoma"/>
                <a:cs typeface="Tahoma"/>
              </a:rPr>
              <a:t>to</a:t>
            </a:r>
            <a:r>
              <a:rPr sz="1200" spc="-35" dirty="0">
                <a:latin typeface="Tahoma"/>
                <a:cs typeface="Tahoma"/>
              </a:rPr>
              <a:t> </a:t>
            </a:r>
            <a:r>
              <a:rPr sz="1200" spc="-30" dirty="0">
                <a:latin typeface="Tahoma"/>
                <a:cs typeface="Tahoma"/>
              </a:rPr>
              <a:t>codify </a:t>
            </a:r>
            <a:r>
              <a:rPr sz="1200" spc="-10" dirty="0">
                <a:latin typeface="Tahoma"/>
                <a:cs typeface="Tahoma"/>
              </a:rPr>
              <a:t>“right </a:t>
            </a:r>
            <a:r>
              <a:rPr sz="1200" spc="-20" dirty="0">
                <a:latin typeface="Tahoma"/>
                <a:cs typeface="Tahoma"/>
              </a:rPr>
              <a:t>thinking”</a:t>
            </a:r>
            <a:r>
              <a:rPr sz="1200" spc="-55" dirty="0">
                <a:latin typeface="Tahoma"/>
                <a:cs typeface="Tahoma"/>
              </a:rPr>
              <a:t> </a:t>
            </a:r>
            <a:r>
              <a:rPr sz="1200" dirty="0">
                <a:latin typeface="Tahoma"/>
                <a:cs typeface="Tahoma"/>
              </a:rPr>
              <a:t>–</a:t>
            </a:r>
            <a:r>
              <a:rPr sz="1200" spc="-35" dirty="0">
                <a:latin typeface="Tahoma"/>
                <a:cs typeface="Tahoma"/>
              </a:rPr>
              <a:t> </a:t>
            </a:r>
            <a:r>
              <a:rPr sz="1200" b="1" spc="-65" dirty="0">
                <a:solidFill>
                  <a:srgbClr val="FF0000"/>
                </a:solidFill>
                <a:latin typeface="Tahoma"/>
                <a:cs typeface="Tahoma"/>
              </a:rPr>
              <a:t>reasoning</a:t>
            </a:r>
            <a:r>
              <a:rPr sz="1200" b="1" spc="-30" dirty="0">
                <a:solidFill>
                  <a:srgbClr val="FF0000"/>
                </a:solidFill>
                <a:latin typeface="Tahoma"/>
                <a:cs typeface="Tahoma"/>
              </a:rPr>
              <a:t> </a:t>
            </a:r>
            <a:r>
              <a:rPr sz="1200" b="1" spc="-10" dirty="0">
                <a:solidFill>
                  <a:srgbClr val="FF0000"/>
                </a:solidFill>
                <a:latin typeface="Tahoma"/>
                <a:cs typeface="Tahoma"/>
              </a:rPr>
              <a:t>processing</a:t>
            </a:r>
            <a:endParaRPr sz="1200" b="1" dirty="0">
              <a:solidFill>
                <a:srgbClr val="FF0000"/>
              </a:solidFill>
              <a:latin typeface="Tahoma"/>
              <a:cs typeface="Tahoma"/>
            </a:endParaRPr>
          </a:p>
        </p:txBody>
      </p:sp>
      <p:pic>
        <p:nvPicPr>
          <p:cNvPr id="5" name="object 5"/>
          <p:cNvPicPr/>
          <p:nvPr/>
        </p:nvPicPr>
        <p:blipFill>
          <a:blip r:embed="rId3" cstate="print"/>
          <a:stretch>
            <a:fillRect/>
          </a:stretch>
        </p:blipFill>
        <p:spPr>
          <a:xfrm>
            <a:off x="300139" y="1673225"/>
            <a:ext cx="71526" cy="71526"/>
          </a:xfrm>
          <a:prstGeom prst="rect">
            <a:avLst/>
          </a:prstGeom>
        </p:spPr>
      </p:pic>
      <p:grpSp>
        <p:nvGrpSpPr>
          <p:cNvPr id="6" name="object 6"/>
          <p:cNvGrpSpPr/>
          <p:nvPr/>
        </p:nvGrpSpPr>
        <p:grpSpPr>
          <a:xfrm>
            <a:off x="0" y="3346348"/>
            <a:ext cx="4608195" cy="109855"/>
            <a:chOff x="0" y="3346348"/>
            <a:chExt cx="4608195" cy="109855"/>
          </a:xfrm>
        </p:grpSpPr>
        <p:sp>
          <p:nvSpPr>
            <p:cNvPr id="7" name="object 7"/>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8" name="object 8"/>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9" name="object 9"/>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1" name="object 11"/>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4" action="ppaction://hlinksldjump"/>
              </a:rPr>
              <a:t>AI</a:t>
            </a:r>
            <a:endParaRPr sz="600">
              <a:latin typeface="Arial MT"/>
              <a:cs typeface="Arial MT"/>
            </a:endParaRP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8</a:t>
            </a:fld>
            <a:r>
              <a:rPr spc="25" dirty="0"/>
              <a:t> </a:t>
            </a:r>
            <a:r>
              <a:rPr spc="150" dirty="0"/>
              <a:t>/</a:t>
            </a:r>
            <a:r>
              <a:rPr spc="25" dirty="0"/>
              <a:t> </a:t>
            </a:r>
            <a:r>
              <a:rPr spc="-25" dirty="0"/>
              <a:t>38</a:t>
            </a: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30" dirty="0"/>
              <a:t>Acting</a:t>
            </a:r>
            <a:r>
              <a:rPr spc="-95" dirty="0"/>
              <a:t> </a:t>
            </a:r>
            <a:r>
              <a:rPr spc="-55" dirty="0"/>
              <a:t>Rationally</a:t>
            </a:r>
          </a:p>
        </p:txBody>
      </p:sp>
      <p:pic>
        <p:nvPicPr>
          <p:cNvPr id="4" name="object 4"/>
          <p:cNvPicPr/>
          <p:nvPr/>
        </p:nvPicPr>
        <p:blipFill>
          <a:blip r:embed="rId2" cstate="print"/>
          <a:stretch>
            <a:fillRect/>
          </a:stretch>
        </p:blipFill>
        <p:spPr>
          <a:xfrm>
            <a:off x="300139" y="1301661"/>
            <a:ext cx="71526" cy="71526"/>
          </a:xfrm>
          <a:prstGeom prst="rect">
            <a:avLst/>
          </a:prstGeom>
        </p:spPr>
      </p:pic>
      <p:sp>
        <p:nvSpPr>
          <p:cNvPr id="5" name="object 5"/>
          <p:cNvSpPr txBox="1"/>
          <p:nvPr/>
        </p:nvSpPr>
        <p:spPr>
          <a:xfrm>
            <a:off x="433298" y="1171982"/>
            <a:ext cx="3949700" cy="1056640"/>
          </a:xfrm>
          <a:prstGeom prst="rect">
            <a:avLst/>
          </a:prstGeom>
        </p:spPr>
        <p:txBody>
          <a:bodyPr vert="horz" wrap="square" lIns="0" tIns="51435" rIns="0" bIns="0" rtlCol="0">
            <a:spAutoFit/>
          </a:bodyPr>
          <a:lstStyle/>
          <a:p>
            <a:pPr marL="12700">
              <a:lnSpc>
                <a:spcPct val="100000"/>
              </a:lnSpc>
              <a:spcBef>
                <a:spcPts val="405"/>
              </a:spcBef>
            </a:pPr>
            <a:r>
              <a:rPr sz="1200" spc="-25" dirty="0">
                <a:latin typeface="Tahoma"/>
                <a:cs typeface="Tahoma"/>
              </a:rPr>
              <a:t>Rational</a:t>
            </a:r>
            <a:r>
              <a:rPr sz="1200" spc="-55" dirty="0">
                <a:latin typeface="Tahoma"/>
                <a:cs typeface="Tahoma"/>
              </a:rPr>
              <a:t> </a:t>
            </a:r>
            <a:r>
              <a:rPr sz="1200" spc="-45" dirty="0">
                <a:latin typeface="Tahoma"/>
                <a:cs typeface="Tahoma"/>
              </a:rPr>
              <a:t>Behavior:</a:t>
            </a:r>
            <a:r>
              <a:rPr sz="1200" spc="60" dirty="0">
                <a:latin typeface="Tahoma"/>
                <a:cs typeface="Tahoma"/>
              </a:rPr>
              <a:t> </a:t>
            </a:r>
            <a:r>
              <a:rPr sz="1200" b="1" spc="-55" dirty="0">
                <a:solidFill>
                  <a:srgbClr val="FF0000"/>
                </a:solidFill>
                <a:latin typeface="Tahoma"/>
                <a:cs typeface="Tahoma"/>
              </a:rPr>
              <a:t>doing</a:t>
            </a:r>
            <a:r>
              <a:rPr sz="1200" b="1" spc="-35" dirty="0">
                <a:solidFill>
                  <a:srgbClr val="FF0000"/>
                </a:solidFill>
                <a:latin typeface="Tahoma"/>
                <a:cs typeface="Tahoma"/>
              </a:rPr>
              <a:t> </a:t>
            </a:r>
            <a:r>
              <a:rPr sz="1200" b="1" spc="-40" dirty="0">
                <a:solidFill>
                  <a:srgbClr val="FF0000"/>
                </a:solidFill>
                <a:latin typeface="Tahoma"/>
                <a:cs typeface="Tahoma"/>
              </a:rPr>
              <a:t>the</a:t>
            </a:r>
            <a:r>
              <a:rPr sz="1200" b="1" spc="-50" dirty="0">
                <a:solidFill>
                  <a:srgbClr val="FF0000"/>
                </a:solidFill>
                <a:latin typeface="Tahoma"/>
                <a:cs typeface="Tahoma"/>
              </a:rPr>
              <a:t> </a:t>
            </a:r>
            <a:r>
              <a:rPr sz="1200" b="1" spc="-20" dirty="0">
                <a:solidFill>
                  <a:srgbClr val="FF0000"/>
                </a:solidFill>
                <a:latin typeface="Tahoma"/>
                <a:cs typeface="Tahoma"/>
              </a:rPr>
              <a:t>right</a:t>
            </a:r>
            <a:r>
              <a:rPr sz="1200" b="1" spc="-45" dirty="0">
                <a:solidFill>
                  <a:srgbClr val="FF0000"/>
                </a:solidFill>
                <a:latin typeface="Tahoma"/>
                <a:cs typeface="Tahoma"/>
              </a:rPr>
              <a:t> </a:t>
            </a:r>
            <a:r>
              <a:rPr sz="1200" b="1" spc="-10" dirty="0">
                <a:solidFill>
                  <a:srgbClr val="FF0000"/>
                </a:solidFill>
                <a:latin typeface="Tahoma"/>
                <a:cs typeface="Tahoma"/>
              </a:rPr>
              <a:t>thing</a:t>
            </a:r>
            <a:endParaRPr sz="1200" b="1" dirty="0">
              <a:solidFill>
                <a:srgbClr val="FF0000"/>
              </a:solidFill>
              <a:latin typeface="Tahoma"/>
              <a:cs typeface="Tahoma"/>
            </a:endParaRPr>
          </a:p>
          <a:p>
            <a:pPr marL="12700" marR="466725">
              <a:lnSpc>
                <a:spcPct val="100000"/>
              </a:lnSpc>
              <a:spcBef>
                <a:spcPts val="300"/>
              </a:spcBef>
            </a:pPr>
            <a:r>
              <a:rPr sz="1200" spc="-10" dirty="0">
                <a:latin typeface="Tahoma"/>
                <a:cs typeface="Tahoma"/>
              </a:rPr>
              <a:t>Right</a:t>
            </a:r>
            <a:r>
              <a:rPr sz="1200" spc="-30" dirty="0">
                <a:latin typeface="Tahoma"/>
                <a:cs typeface="Tahoma"/>
              </a:rPr>
              <a:t> thing:</a:t>
            </a:r>
            <a:r>
              <a:rPr sz="1200" spc="90" dirty="0">
                <a:latin typeface="Tahoma"/>
                <a:cs typeface="Tahoma"/>
              </a:rPr>
              <a:t> </a:t>
            </a:r>
            <a:r>
              <a:rPr sz="1200" spc="-65" dirty="0">
                <a:latin typeface="Tahoma"/>
                <a:cs typeface="Tahoma"/>
              </a:rPr>
              <a:t>maximizes</a:t>
            </a:r>
            <a:r>
              <a:rPr sz="1200" spc="-25" dirty="0">
                <a:latin typeface="Tahoma"/>
                <a:cs typeface="Tahoma"/>
              </a:rPr>
              <a:t> </a:t>
            </a:r>
            <a:r>
              <a:rPr sz="1200" spc="-45" dirty="0">
                <a:latin typeface="Tahoma"/>
                <a:cs typeface="Tahoma"/>
              </a:rPr>
              <a:t>our</a:t>
            </a:r>
            <a:r>
              <a:rPr sz="1200" spc="-25" dirty="0">
                <a:latin typeface="Tahoma"/>
                <a:cs typeface="Tahoma"/>
              </a:rPr>
              <a:t> </a:t>
            </a:r>
            <a:r>
              <a:rPr sz="1200" spc="-45" dirty="0">
                <a:latin typeface="Tahoma"/>
                <a:cs typeface="Tahoma"/>
              </a:rPr>
              <a:t>goal</a:t>
            </a:r>
            <a:r>
              <a:rPr sz="1200" spc="-25" dirty="0">
                <a:latin typeface="Tahoma"/>
                <a:cs typeface="Tahoma"/>
              </a:rPr>
              <a:t> </a:t>
            </a:r>
            <a:r>
              <a:rPr sz="1200" spc="-65" dirty="0">
                <a:latin typeface="Tahoma"/>
                <a:cs typeface="Tahoma"/>
              </a:rPr>
              <a:t>achievement,</a:t>
            </a:r>
            <a:r>
              <a:rPr sz="1200" spc="-30" dirty="0">
                <a:latin typeface="Tahoma"/>
                <a:cs typeface="Tahoma"/>
              </a:rPr>
              <a:t> </a:t>
            </a:r>
            <a:r>
              <a:rPr sz="1200" spc="-65" dirty="0">
                <a:latin typeface="Tahoma"/>
                <a:cs typeface="Tahoma"/>
              </a:rPr>
              <a:t>given</a:t>
            </a:r>
            <a:r>
              <a:rPr sz="1200" spc="-25" dirty="0">
                <a:latin typeface="Tahoma"/>
                <a:cs typeface="Tahoma"/>
              </a:rPr>
              <a:t> </a:t>
            </a:r>
            <a:r>
              <a:rPr sz="1200" spc="-45" dirty="0">
                <a:latin typeface="Tahoma"/>
                <a:cs typeface="Tahoma"/>
              </a:rPr>
              <a:t>the available</a:t>
            </a:r>
            <a:r>
              <a:rPr sz="1200" spc="-40" dirty="0">
                <a:latin typeface="Tahoma"/>
                <a:cs typeface="Tahoma"/>
              </a:rPr>
              <a:t> </a:t>
            </a:r>
            <a:r>
              <a:rPr sz="1200" spc="-10" dirty="0">
                <a:latin typeface="Tahoma"/>
                <a:cs typeface="Tahoma"/>
              </a:rPr>
              <a:t>information.</a:t>
            </a:r>
            <a:endParaRPr sz="1200" dirty="0">
              <a:latin typeface="Tahoma"/>
              <a:cs typeface="Tahoma"/>
            </a:endParaRPr>
          </a:p>
          <a:p>
            <a:pPr marL="12700" marR="5080">
              <a:lnSpc>
                <a:spcPct val="100000"/>
              </a:lnSpc>
              <a:spcBef>
                <a:spcPts val="310"/>
              </a:spcBef>
            </a:pPr>
            <a:r>
              <a:rPr sz="1200" spc="-25" dirty="0">
                <a:latin typeface="Tahoma"/>
                <a:cs typeface="Tahoma"/>
              </a:rPr>
              <a:t>Doesn’t</a:t>
            </a:r>
            <a:r>
              <a:rPr sz="1200" spc="-65" dirty="0">
                <a:latin typeface="Tahoma"/>
                <a:cs typeface="Tahoma"/>
              </a:rPr>
              <a:t> necessarily</a:t>
            </a:r>
            <a:r>
              <a:rPr sz="1200" spc="-30" dirty="0">
                <a:latin typeface="Tahoma"/>
                <a:cs typeface="Tahoma"/>
              </a:rPr>
              <a:t> </a:t>
            </a:r>
            <a:r>
              <a:rPr sz="1200" spc="-50" dirty="0">
                <a:latin typeface="Tahoma"/>
                <a:cs typeface="Tahoma"/>
              </a:rPr>
              <a:t>involve</a:t>
            </a:r>
            <a:r>
              <a:rPr sz="1200" spc="-40" dirty="0">
                <a:latin typeface="Tahoma"/>
                <a:cs typeface="Tahoma"/>
              </a:rPr>
              <a:t> </a:t>
            </a:r>
            <a:r>
              <a:rPr sz="1200" spc="-35" dirty="0">
                <a:latin typeface="Tahoma"/>
                <a:cs typeface="Tahoma"/>
              </a:rPr>
              <a:t>thinking</a:t>
            </a:r>
            <a:r>
              <a:rPr sz="1200" spc="-45" dirty="0">
                <a:latin typeface="Tahoma"/>
                <a:cs typeface="Tahoma"/>
              </a:rPr>
              <a:t> </a:t>
            </a:r>
            <a:r>
              <a:rPr sz="1200" dirty="0">
                <a:latin typeface="Tahoma"/>
                <a:cs typeface="Tahoma"/>
              </a:rPr>
              <a:t>–</a:t>
            </a:r>
            <a:r>
              <a:rPr sz="1200" spc="-40" dirty="0">
                <a:latin typeface="Tahoma"/>
                <a:cs typeface="Tahoma"/>
              </a:rPr>
              <a:t> </a:t>
            </a:r>
            <a:r>
              <a:rPr sz="1200" spc="-10" dirty="0">
                <a:latin typeface="Tahoma"/>
                <a:cs typeface="Tahoma"/>
              </a:rPr>
              <a:t>but</a:t>
            </a:r>
            <a:r>
              <a:rPr sz="1200" spc="-45" dirty="0">
                <a:latin typeface="Tahoma"/>
                <a:cs typeface="Tahoma"/>
              </a:rPr>
              <a:t> </a:t>
            </a:r>
            <a:r>
              <a:rPr sz="1200" spc="-35" dirty="0">
                <a:latin typeface="Tahoma"/>
                <a:cs typeface="Tahoma"/>
              </a:rPr>
              <a:t>thinking</a:t>
            </a:r>
            <a:r>
              <a:rPr sz="1200" spc="-45" dirty="0">
                <a:latin typeface="Tahoma"/>
                <a:cs typeface="Tahoma"/>
              </a:rPr>
              <a:t> </a:t>
            </a:r>
            <a:r>
              <a:rPr sz="1200" spc="-55" dirty="0">
                <a:latin typeface="Tahoma"/>
                <a:cs typeface="Tahoma"/>
              </a:rPr>
              <a:t>should</a:t>
            </a:r>
            <a:r>
              <a:rPr sz="1200" spc="-35" dirty="0">
                <a:latin typeface="Tahoma"/>
                <a:cs typeface="Tahoma"/>
              </a:rPr>
              <a:t> </a:t>
            </a:r>
            <a:r>
              <a:rPr sz="1200" spc="-50" dirty="0">
                <a:latin typeface="Tahoma"/>
                <a:cs typeface="Tahoma"/>
              </a:rPr>
              <a:t>be</a:t>
            </a:r>
            <a:r>
              <a:rPr sz="1200" spc="-45" dirty="0">
                <a:latin typeface="Tahoma"/>
                <a:cs typeface="Tahoma"/>
              </a:rPr>
              <a:t> </a:t>
            </a:r>
            <a:r>
              <a:rPr sz="1200" spc="-25" dirty="0">
                <a:latin typeface="Tahoma"/>
                <a:cs typeface="Tahoma"/>
              </a:rPr>
              <a:t>in </a:t>
            </a:r>
            <a:r>
              <a:rPr sz="1200" spc="-40" dirty="0">
                <a:latin typeface="Tahoma"/>
                <a:cs typeface="Tahoma"/>
              </a:rPr>
              <a:t>the </a:t>
            </a:r>
            <a:r>
              <a:rPr sz="1200" spc="-70" dirty="0">
                <a:latin typeface="Tahoma"/>
                <a:cs typeface="Tahoma"/>
              </a:rPr>
              <a:t>service</a:t>
            </a:r>
            <a:r>
              <a:rPr sz="1200" spc="-20" dirty="0">
                <a:latin typeface="Tahoma"/>
                <a:cs typeface="Tahoma"/>
              </a:rPr>
              <a:t> </a:t>
            </a:r>
            <a:r>
              <a:rPr sz="1200" dirty="0">
                <a:latin typeface="Tahoma"/>
                <a:cs typeface="Tahoma"/>
              </a:rPr>
              <a:t>of</a:t>
            </a:r>
            <a:r>
              <a:rPr sz="1200" spc="-30" dirty="0">
                <a:latin typeface="Tahoma"/>
                <a:cs typeface="Tahoma"/>
              </a:rPr>
              <a:t> </a:t>
            </a:r>
            <a:r>
              <a:rPr sz="1200" spc="-35" dirty="0">
                <a:latin typeface="Tahoma"/>
                <a:cs typeface="Tahoma"/>
              </a:rPr>
              <a:t>rational</a:t>
            </a:r>
            <a:r>
              <a:rPr sz="1200" spc="-30" dirty="0">
                <a:latin typeface="Tahoma"/>
                <a:cs typeface="Tahoma"/>
              </a:rPr>
              <a:t> </a:t>
            </a:r>
            <a:r>
              <a:rPr sz="1200" spc="-10" dirty="0">
                <a:latin typeface="Tahoma"/>
                <a:cs typeface="Tahoma"/>
              </a:rPr>
              <a:t>action.</a:t>
            </a:r>
            <a:endParaRPr sz="1200" dirty="0">
              <a:latin typeface="Tahoma"/>
              <a:cs typeface="Tahoma"/>
            </a:endParaRPr>
          </a:p>
        </p:txBody>
      </p:sp>
      <p:pic>
        <p:nvPicPr>
          <p:cNvPr id="6" name="object 6"/>
          <p:cNvPicPr/>
          <p:nvPr/>
        </p:nvPicPr>
        <p:blipFill>
          <a:blip r:embed="rId3" cstate="print"/>
          <a:stretch>
            <a:fillRect/>
          </a:stretch>
        </p:blipFill>
        <p:spPr>
          <a:xfrm>
            <a:off x="300139" y="1523085"/>
            <a:ext cx="71526" cy="71526"/>
          </a:xfrm>
          <a:prstGeom prst="rect">
            <a:avLst/>
          </a:prstGeom>
        </p:spPr>
      </p:pic>
      <p:pic>
        <p:nvPicPr>
          <p:cNvPr id="7" name="object 7"/>
          <p:cNvPicPr/>
          <p:nvPr/>
        </p:nvPicPr>
        <p:blipFill>
          <a:blip r:embed="rId4" cstate="print"/>
          <a:stretch>
            <a:fillRect/>
          </a:stretch>
        </p:blipFill>
        <p:spPr>
          <a:xfrm>
            <a:off x="300139" y="1927961"/>
            <a:ext cx="71526" cy="71526"/>
          </a:xfrm>
          <a:prstGeom prst="rect">
            <a:avLst/>
          </a:prstGeom>
        </p:spPr>
      </p:pic>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5" action="ppaction://hlinksldjump"/>
              </a:rPr>
              <a:t>AI</a:t>
            </a:r>
            <a:endParaRPr sz="600">
              <a:latin typeface="Arial MT"/>
              <a:cs typeface="Arial MT"/>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9</a:t>
            </a:fld>
            <a:r>
              <a:rPr spc="25" dirty="0"/>
              <a:t> </a:t>
            </a:r>
            <a:r>
              <a:rPr spc="150" dirty="0"/>
              <a:t>/</a:t>
            </a:r>
            <a:r>
              <a:rPr spc="25" dirty="0"/>
              <a:t> </a:t>
            </a:r>
            <a:r>
              <a:rPr spc="-25" dirty="0"/>
              <a:t>38</a:t>
            </a: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1483360" cy="288290"/>
          </a:xfrm>
          <a:prstGeom prst="rect">
            <a:avLst/>
          </a:prstGeom>
        </p:spPr>
        <p:txBody>
          <a:bodyPr vert="horz" wrap="square" lIns="0" tIns="15240" rIns="0" bIns="0" rtlCol="0">
            <a:spAutoFit/>
          </a:bodyPr>
          <a:lstStyle/>
          <a:p>
            <a:pPr marL="12700">
              <a:lnSpc>
                <a:spcPct val="100000"/>
              </a:lnSpc>
              <a:spcBef>
                <a:spcPts val="120"/>
              </a:spcBef>
            </a:pPr>
            <a:r>
              <a:rPr spc="-80" dirty="0"/>
              <a:t>Foundation</a:t>
            </a:r>
            <a:r>
              <a:rPr spc="-55" dirty="0"/>
              <a:t> </a:t>
            </a:r>
            <a:r>
              <a:rPr spc="-30" dirty="0"/>
              <a:t>of</a:t>
            </a:r>
            <a:r>
              <a:rPr spc="-80" dirty="0"/>
              <a:t> </a:t>
            </a:r>
            <a:r>
              <a:rPr spc="-25" dirty="0"/>
              <a:t>AI</a:t>
            </a:r>
          </a:p>
        </p:txBody>
      </p:sp>
      <p:sp>
        <p:nvSpPr>
          <p:cNvPr id="4" name="object 4"/>
          <p:cNvSpPr txBox="1"/>
          <p:nvPr/>
        </p:nvSpPr>
        <p:spPr>
          <a:xfrm>
            <a:off x="211886" y="445081"/>
            <a:ext cx="693420" cy="207645"/>
          </a:xfrm>
          <a:prstGeom prst="rect">
            <a:avLst/>
          </a:prstGeom>
        </p:spPr>
        <p:txBody>
          <a:bodyPr vert="horz" wrap="square" lIns="0" tIns="12065" rIns="0" bIns="0" rtlCol="0">
            <a:spAutoFit/>
          </a:bodyPr>
          <a:lstStyle/>
          <a:p>
            <a:pPr marL="12700">
              <a:lnSpc>
                <a:spcPct val="100000"/>
              </a:lnSpc>
              <a:spcBef>
                <a:spcPts val="95"/>
              </a:spcBef>
            </a:pPr>
            <a:r>
              <a:rPr sz="1200" spc="-45" dirty="0">
                <a:latin typeface="Tahoma"/>
                <a:cs typeface="Tahoma"/>
              </a:rPr>
              <a:t>Philosophy</a:t>
            </a:r>
            <a:endParaRPr sz="1200">
              <a:latin typeface="Tahoma"/>
              <a:cs typeface="Tahoma"/>
            </a:endParaRPr>
          </a:p>
        </p:txBody>
      </p:sp>
      <p:sp>
        <p:nvSpPr>
          <p:cNvPr id="5" name="object 5"/>
          <p:cNvSpPr txBox="1"/>
          <p:nvPr/>
        </p:nvSpPr>
        <p:spPr>
          <a:xfrm>
            <a:off x="1256833" y="445081"/>
            <a:ext cx="2847975" cy="2776220"/>
          </a:xfrm>
          <a:prstGeom prst="rect">
            <a:avLst/>
          </a:prstGeom>
        </p:spPr>
        <p:txBody>
          <a:bodyPr vert="horz" wrap="square" lIns="0" tIns="12065" rIns="0" bIns="0" rtlCol="0">
            <a:spAutoFit/>
          </a:bodyPr>
          <a:lstStyle/>
          <a:p>
            <a:pPr marL="12700" marR="1124585" indent="635">
              <a:lnSpc>
                <a:spcPct val="100000"/>
              </a:lnSpc>
              <a:spcBef>
                <a:spcPts val="95"/>
              </a:spcBef>
            </a:pPr>
            <a:r>
              <a:rPr sz="1200" spc="-25" dirty="0">
                <a:latin typeface="Tahoma"/>
                <a:cs typeface="Tahoma"/>
              </a:rPr>
              <a:t>logic,</a:t>
            </a:r>
            <a:r>
              <a:rPr sz="1200" spc="-70" dirty="0">
                <a:latin typeface="Tahoma"/>
                <a:cs typeface="Tahoma"/>
              </a:rPr>
              <a:t> </a:t>
            </a:r>
            <a:r>
              <a:rPr sz="1200" spc="-60" dirty="0">
                <a:latin typeface="Tahoma"/>
                <a:cs typeface="Tahoma"/>
              </a:rPr>
              <a:t>methods</a:t>
            </a:r>
            <a:r>
              <a:rPr sz="1200" spc="-35" dirty="0">
                <a:latin typeface="Tahoma"/>
                <a:cs typeface="Tahoma"/>
              </a:rPr>
              <a:t> </a:t>
            </a:r>
            <a:r>
              <a:rPr sz="1200" dirty="0">
                <a:latin typeface="Tahoma"/>
                <a:cs typeface="Tahoma"/>
              </a:rPr>
              <a:t>of</a:t>
            </a:r>
            <a:r>
              <a:rPr sz="1200" spc="-70" dirty="0">
                <a:latin typeface="Tahoma"/>
                <a:cs typeface="Tahoma"/>
              </a:rPr>
              <a:t> reasoning </a:t>
            </a:r>
            <a:r>
              <a:rPr sz="1200" spc="-50" dirty="0">
                <a:latin typeface="Tahoma"/>
                <a:cs typeface="Tahoma"/>
              </a:rPr>
              <a:t>mind</a:t>
            </a:r>
            <a:r>
              <a:rPr sz="1200" spc="-35" dirty="0">
                <a:latin typeface="Tahoma"/>
                <a:cs typeface="Tahoma"/>
              </a:rPr>
              <a:t> </a:t>
            </a:r>
            <a:r>
              <a:rPr sz="1200" spc="-55" dirty="0">
                <a:latin typeface="Tahoma"/>
                <a:cs typeface="Tahoma"/>
              </a:rPr>
              <a:t>as</a:t>
            </a:r>
            <a:r>
              <a:rPr sz="1200" spc="-35" dirty="0">
                <a:latin typeface="Tahoma"/>
                <a:cs typeface="Tahoma"/>
              </a:rPr>
              <a:t> </a:t>
            </a:r>
            <a:r>
              <a:rPr sz="1200" spc="-45" dirty="0">
                <a:latin typeface="Tahoma"/>
                <a:cs typeface="Tahoma"/>
              </a:rPr>
              <a:t>physical</a:t>
            </a:r>
            <a:r>
              <a:rPr sz="1200" spc="-35" dirty="0">
                <a:latin typeface="Tahoma"/>
                <a:cs typeface="Tahoma"/>
              </a:rPr>
              <a:t> </a:t>
            </a:r>
            <a:r>
              <a:rPr sz="1200" spc="-10" dirty="0">
                <a:latin typeface="Tahoma"/>
                <a:cs typeface="Tahoma"/>
              </a:rPr>
              <a:t>system</a:t>
            </a:r>
            <a:endParaRPr sz="1200">
              <a:latin typeface="Tahoma"/>
              <a:cs typeface="Tahoma"/>
            </a:endParaRPr>
          </a:p>
          <a:p>
            <a:pPr marL="12700" marR="64769">
              <a:lnSpc>
                <a:spcPct val="100000"/>
              </a:lnSpc>
              <a:spcBef>
                <a:spcPts val="10"/>
              </a:spcBef>
            </a:pPr>
            <a:r>
              <a:rPr sz="1200" spc="-55" dirty="0">
                <a:latin typeface="Tahoma"/>
                <a:cs typeface="Tahoma"/>
              </a:rPr>
              <a:t>foundations</a:t>
            </a:r>
            <a:r>
              <a:rPr sz="1200" spc="-40" dirty="0">
                <a:latin typeface="Tahoma"/>
                <a:cs typeface="Tahoma"/>
              </a:rPr>
              <a:t> </a:t>
            </a:r>
            <a:r>
              <a:rPr sz="1200" dirty="0">
                <a:latin typeface="Tahoma"/>
                <a:cs typeface="Tahoma"/>
              </a:rPr>
              <a:t>of</a:t>
            </a:r>
            <a:r>
              <a:rPr sz="1200" spc="-35" dirty="0">
                <a:latin typeface="Tahoma"/>
                <a:cs typeface="Tahoma"/>
              </a:rPr>
              <a:t> </a:t>
            </a:r>
            <a:r>
              <a:rPr sz="1200" spc="-55" dirty="0">
                <a:latin typeface="Tahoma"/>
                <a:cs typeface="Tahoma"/>
              </a:rPr>
              <a:t>learning,</a:t>
            </a:r>
            <a:r>
              <a:rPr sz="1200" spc="-30" dirty="0">
                <a:latin typeface="Tahoma"/>
                <a:cs typeface="Tahoma"/>
              </a:rPr>
              <a:t> </a:t>
            </a:r>
            <a:r>
              <a:rPr sz="1200" spc="-65" dirty="0">
                <a:latin typeface="Tahoma"/>
                <a:cs typeface="Tahoma"/>
              </a:rPr>
              <a:t>language,</a:t>
            </a:r>
            <a:r>
              <a:rPr sz="1200" spc="-30" dirty="0">
                <a:latin typeface="Tahoma"/>
                <a:cs typeface="Tahoma"/>
              </a:rPr>
              <a:t> </a:t>
            </a:r>
            <a:r>
              <a:rPr sz="1200" spc="-35" dirty="0">
                <a:latin typeface="Tahoma"/>
                <a:cs typeface="Tahoma"/>
              </a:rPr>
              <a:t>rationality </a:t>
            </a:r>
            <a:r>
              <a:rPr sz="1200" spc="-50" dirty="0">
                <a:latin typeface="Tahoma"/>
                <a:cs typeface="Tahoma"/>
              </a:rPr>
              <a:t>formal</a:t>
            </a:r>
            <a:r>
              <a:rPr sz="1200" spc="-25" dirty="0">
                <a:latin typeface="Tahoma"/>
                <a:cs typeface="Tahoma"/>
              </a:rPr>
              <a:t> </a:t>
            </a:r>
            <a:r>
              <a:rPr sz="1200" spc="-65" dirty="0">
                <a:latin typeface="Tahoma"/>
                <a:cs typeface="Tahoma"/>
              </a:rPr>
              <a:t>representation</a:t>
            </a:r>
            <a:r>
              <a:rPr sz="1200" spc="-20" dirty="0">
                <a:latin typeface="Tahoma"/>
                <a:cs typeface="Tahoma"/>
              </a:rPr>
              <a:t> </a:t>
            </a:r>
            <a:r>
              <a:rPr sz="1200" spc="-55" dirty="0">
                <a:latin typeface="Tahoma"/>
                <a:cs typeface="Tahoma"/>
              </a:rPr>
              <a:t>and</a:t>
            </a:r>
            <a:r>
              <a:rPr sz="1200" spc="-20" dirty="0">
                <a:latin typeface="Tahoma"/>
                <a:cs typeface="Tahoma"/>
              </a:rPr>
              <a:t> proof</a:t>
            </a:r>
            <a:endParaRPr sz="1200">
              <a:latin typeface="Tahoma"/>
              <a:cs typeface="Tahoma"/>
            </a:endParaRPr>
          </a:p>
          <a:p>
            <a:pPr marL="12700">
              <a:lnSpc>
                <a:spcPct val="100000"/>
              </a:lnSpc>
              <a:spcBef>
                <a:spcPts val="5"/>
              </a:spcBef>
            </a:pPr>
            <a:r>
              <a:rPr sz="1200" spc="-10" dirty="0">
                <a:latin typeface="Tahoma"/>
                <a:cs typeface="Tahoma"/>
              </a:rPr>
              <a:t>algorithms</a:t>
            </a:r>
            <a:endParaRPr sz="1200">
              <a:latin typeface="Tahoma"/>
              <a:cs typeface="Tahoma"/>
            </a:endParaRPr>
          </a:p>
          <a:p>
            <a:pPr marL="12700" marR="31750">
              <a:lnSpc>
                <a:spcPct val="100000"/>
              </a:lnSpc>
              <a:spcBef>
                <a:spcPts val="5"/>
              </a:spcBef>
            </a:pPr>
            <a:r>
              <a:rPr sz="1200" spc="-45" dirty="0">
                <a:latin typeface="Tahoma"/>
                <a:cs typeface="Tahoma"/>
              </a:rPr>
              <a:t>computation,</a:t>
            </a:r>
            <a:r>
              <a:rPr sz="1200" spc="5" dirty="0">
                <a:latin typeface="Tahoma"/>
                <a:cs typeface="Tahoma"/>
              </a:rPr>
              <a:t> </a:t>
            </a:r>
            <a:r>
              <a:rPr sz="1200" spc="-50" dirty="0">
                <a:latin typeface="Tahoma"/>
                <a:cs typeface="Tahoma"/>
              </a:rPr>
              <a:t>(un)decidability,</a:t>
            </a:r>
            <a:r>
              <a:rPr sz="1200" spc="10" dirty="0">
                <a:latin typeface="Tahoma"/>
                <a:cs typeface="Tahoma"/>
              </a:rPr>
              <a:t> </a:t>
            </a:r>
            <a:r>
              <a:rPr sz="1200" spc="-25" dirty="0">
                <a:latin typeface="Tahoma"/>
                <a:cs typeface="Tahoma"/>
              </a:rPr>
              <a:t>(in)tractability </a:t>
            </a:r>
            <a:r>
              <a:rPr sz="1200" spc="-10" dirty="0">
                <a:latin typeface="Tahoma"/>
                <a:cs typeface="Tahoma"/>
              </a:rPr>
              <a:t>probability</a:t>
            </a:r>
            <a:endParaRPr sz="1200">
              <a:latin typeface="Tahoma"/>
              <a:cs typeface="Tahoma"/>
            </a:endParaRPr>
          </a:p>
          <a:p>
            <a:pPr marL="13335">
              <a:lnSpc>
                <a:spcPct val="100000"/>
              </a:lnSpc>
              <a:spcBef>
                <a:spcPts val="10"/>
              </a:spcBef>
            </a:pPr>
            <a:r>
              <a:rPr sz="1200" spc="-10" dirty="0">
                <a:latin typeface="Tahoma"/>
                <a:cs typeface="Tahoma"/>
              </a:rPr>
              <a:t>adaptation</a:t>
            </a:r>
            <a:endParaRPr sz="1200">
              <a:latin typeface="Tahoma"/>
              <a:cs typeface="Tahoma"/>
            </a:endParaRPr>
          </a:p>
          <a:p>
            <a:pPr marL="12700" marR="5080">
              <a:lnSpc>
                <a:spcPct val="100000"/>
              </a:lnSpc>
              <a:spcBef>
                <a:spcPts val="5"/>
              </a:spcBef>
            </a:pPr>
            <a:r>
              <a:rPr sz="1200" spc="-90" dirty="0">
                <a:latin typeface="Tahoma"/>
                <a:cs typeface="Tahoma"/>
              </a:rPr>
              <a:t>phenomena</a:t>
            </a:r>
            <a:r>
              <a:rPr sz="1200" spc="-5" dirty="0">
                <a:latin typeface="Tahoma"/>
                <a:cs typeface="Tahoma"/>
              </a:rPr>
              <a:t> </a:t>
            </a:r>
            <a:r>
              <a:rPr sz="1200" dirty="0">
                <a:latin typeface="Tahoma"/>
                <a:cs typeface="Tahoma"/>
              </a:rPr>
              <a:t>of</a:t>
            </a:r>
            <a:r>
              <a:rPr sz="1200" spc="-25" dirty="0">
                <a:latin typeface="Tahoma"/>
                <a:cs typeface="Tahoma"/>
              </a:rPr>
              <a:t> </a:t>
            </a:r>
            <a:r>
              <a:rPr sz="1200" spc="-50" dirty="0">
                <a:latin typeface="Tahoma"/>
                <a:cs typeface="Tahoma"/>
              </a:rPr>
              <a:t>perception</a:t>
            </a:r>
            <a:r>
              <a:rPr sz="1200" spc="-15" dirty="0">
                <a:latin typeface="Tahoma"/>
                <a:cs typeface="Tahoma"/>
              </a:rPr>
              <a:t> </a:t>
            </a:r>
            <a:r>
              <a:rPr sz="1200" spc="-55" dirty="0">
                <a:latin typeface="Tahoma"/>
                <a:cs typeface="Tahoma"/>
              </a:rPr>
              <a:t>and</a:t>
            </a:r>
            <a:r>
              <a:rPr sz="1200" spc="-15" dirty="0">
                <a:latin typeface="Tahoma"/>
                <a:cs typeface="Tahoma"/>
              </a:rPr>
              <a:t> </a:t>
            </a:r>
            <a:r>
              <a:rPr sz="1200" spc="-55" dirty="0">
                <a:latin typeface="Tahoma"/>
                <a:cs typeface="Tahoma"/>
              </a:rPr>
              <a:t>motor</a:t>
            </a:r>
            <a:r>
              <a:rPr sz="1200" spc="-10" dirty="0">
                <a:latin typeface="Tahoma"/>
                <a:cs typeface="Tahoma"/>
              </a:rPr>
              <a:t> control </a:t>
            </a:r>
            <a:r>
              <a:rPr sz="1200" spc="-60" dirty="0">
                <a:latin typeface="Tahoma"/>
                <a:cs typeface="Tahoma"/>
              </a:rPr>
              <a:t>experimental</a:t>
            </a:r>
            <a:r>
              <a:rPr sz="1200" dirty="0">
                <a:latin typeface="Tahoma"/>
                <a:cs typeface="Tahoma"/>
              </a:rPr>
              <a:t> </a:t>
            </a:r>
            <a:r>
              <a:rPr sz="1200" spc="-60" dirty="0">
                <a:latin typeface="Tahoma"/>
                <a:cs typeface="Tahoma"/>
              </a:rPr>
              <a:t>techniques</a:t>
            </a:r>
            <a:r>
              <a:rPr sz="1200" dirty="0">
                <a:latin typeface="Tahoma"/>
                <a:cs typeface="Tahoma"/>
              </a:rPr>
              <a:t> </a:t>
            </a:r>
            <a:r>
              <a:rPr sz="1200" spc="-60" dirty="0">
                <a:latin typeface="Tahoma"/>
                <a:cs typeface="Tahoma"/>
              </a:rPr>
              <a:t>(psychophysics,</a:t>
            </a:r>
            <a:r>
              <a:rPr sz="1200" dirty="0">
                <a:latin typeface="Tahoma"/>
                <a:cs typeface="Tahoma"/>
              </a:rPr>
              <a:t> </a:t>
            </a:r>
            <a:r>
              <a:rPr sz="1200" spc="-20" dirty="0">
                <a:latin typeface="Tahoma"/>
                <a:cs typeface="Tahoma"/>
              </a:rPr>
              <a:t>etc.) </a:t>
            </a:r>
            <a:r>
              <a:rPr sz="1200" spc="-75" dirty="0">
                <a:latin typeface="Tahoma"/>
                <a:cs typeface="Tahoma"/>
              </a:rPr>
              <a:t>knowledge</a:t>
            </a:r>
            <a:r>
              <a:rPr sz="1200" spc="-10" dirty="0">
                <a:latin typeface="Tahoma"/>
                <a:cs typeface="Tahoma"/>
              </a:rPr>
              <a:t> representation</a:t>
            </a:r>
            <a:endParaRPr sz="1200">
              <a:latin typeface="Tahoma"/>
              <a:cs typeface="Tahoma"/>
            </a:endParaRPr>
          </a:p>
          <a:p>
            <a:pPr marL="12700">
              <a:lnSpc>
                <a:spcPct val="100000"/>
              </a:lnSpc>
              <a:spcBef>
                <a:spcPts val="15"/>
              </a:spcBef>
            </a:pPr>
            <a:r>
              <a:rPr sz="1200" spc="-10" dirty="0">
                <a:latin typeface="Tahoma"/>
                <a:cs typeface="Tahoma"/>
              </a:rPr>
              <a:t>grammar</a:t>
            </a:r>
            <a:endParaRPr sz="1200">
              <a:latin typeface="Tahoma"/>
              <a:cs typeface="Tahoma"/>
            </a:endParaRPr>
          </a:p>
          <a:p>
            <a:pPr marL="12700" marR="550545" indent="-635">
              <a:lnSpc>
                <a:spcPct val="100000"/>
              </a:lnSpc>
              <a:spcBef>
                <a:spcPts val="5"/>
              </a:spcBef>
            </a:pPr>
            <a:r>
              <a:rPr sz="1200" spc="-45" dirty="0">
                <a:latin typeface="Tahoma"/>
                <a:cs typeface="Tahoma"/>
              </a:rPr>
              <a:t>physical </a:t>
            </a:r>
            <a:r>
              <a:rPr sz="1200" spc="-55" dirty="0">
                <a:latin typeface="Tahoma"/>
                <a:cs typeface="Tahoma"/>
              </a:rPr>
              <a:t>substrate</a:t>
            </a:r>
            <a:r>
              <a:rPr sz="1200" spc="-40" dirty="0">
                <a:latin typeface="Tahoma"/>
                <a:cs typeface="Tahoma"/>
              </a:rPr>
              <a:t> for </a:t>
            </a:r>
            <a:r>
              <a:rPr sz="1200" spc="-45" dirty="0">
                <a:latin typeface="Tahoma"/>
                <a:cs typeface="Tahoma"/>
              </a:rPr>
              <a:t>mental</a:t>
            </a:r>
            <a:r>
              <a:rPr sz="1200" spc="-40" dirty="0">
                <a:latin typeface="Tahoma"/>
                <a:cs typeface="Tahoma"/>
              </a:rPr>
              <a:t> </a:t>
            </a:r>
            <a:r>
              <a:rPr sz="1200" spc="-25" dirty="0">
                <a:latin typeface="Tahoma"/>
                <a:cs typeface="Tahoma"/>
              </a:rPr>
              <a:t>activity </a:t>
            </a:r>
            <a:r>
              <a:rPr sz="1200" spc="-50" dirty="0">
                <a:latin typeface="Tahoma"/>
                <a:cs typeface="Tahoma"/>
              </a:rPr>
              <a:t>homeostatic</a:t>
            </a:r>
            <a:r>
              <a:rPr sz="1200" spc="-20" dirty="0">
                <a:latin typeface="Tahoma"/>
                <a:cs typeface="Tahoma"/>
              </a:rPr>
              <a:t> </a:t>
            </a:r>
            <a:r>
              <a:rPr sz="1200" spc="-65" dirty="0">
                <a:latin typeface="Tahoma"/>
                <a:cs typeface="Tahoma"/>
              </a:rPr>
              <a:t>systems,</a:t>
            </a:r>
            <a:r>
              <a:rPr sz="1200" spc="-15" dirty="0">
                <a:latin typeface="Tahoma"/>
                <a:cs typeface="Tahoma"/>
              </a:rPr>
              <a:t> </a:t>
            </a:r>
            <a:r>
              <a:rPr sz="1200" spc="-10" dirty="0">
                <a:latin typeface="Tahoma"/>
                <a:cs typeface="Tahoma"/>
              </a:rPr>
              <a:t>stability</a:t>
            </a:r>
            <a:r>
              <a:rPr sz="1200" spc="500" dirty="0">
                <a:latin typeface="Tahoma"/>
                <a:cs typeface="Tahoma"/>
              </a:rPr>
              <a:t> </a:t>
            </a:r>
            <a:r>
              <a:rPr sz="1200" spc="-60" dirty="0">
                <a:latin typeface="Tahoma"/>
                <a:cs typeface="Tahoma"/>
              </a:rPr>
              <a:t>simple</a:t>
            </a:r>
            <a:r>
              <a:rPr sz="1200" spc="-25" dirty="0">
                <a:latin typeface="Tahoma"/>
                <a:cs typeface="Tahoma"/>
              </a:rPr>
              <a:t> </a:t>
            </a:r>
            <a:r>
              <a:rPr sz="1200" spc="-30" dirty="0">
                <a:latin typeface="Tahoma"/>
                <a:cs typeface="Tahoma"/>
              </a:rPr>
              <a:t>optimal</a:t>
            </a:r>
            <a:r>
              <a:rPr sz="1200" spc="-20" dirty="0">
                <a:latin typeface="Tahoma"/>
                <a:cs typeface="Tahoma"/>
              </a:rPr>
              <a:t> </a:t>
            </a:r>
            <a:r>
              <a:rPr sz="1200" spc="-60" dirty="0">
                <a:latin typeface="Tahoma"/>
                <a:cs typeface="Tahoma"/>
              </a:rPr>
              <a:t>agent</a:t>
            </a:r>
            <a:r>
              <a:rPr sz="1200" spc="-20" dirty="0">
                <a:latin typeface="Tahoma"/>
                <a:cs typeface="Tahoma"/>
              </a:rPr>
              <a:t> </a:t>
            </a:r>
            <a:r>
              <a:rPr sz="1200" spc="-10" dirty="0">
                <a:latin typeface="Tahoma"/>
                <a:cs typeface="Tahoma"/>
              </a:rPr>
              <a:t>designs</a:t>
            </a:r>
            <a:endParaRPr sz="1200">
              <a:latin typeface="Tahoma"/>
              <a:cs typeface="Tahoma"/>
            </a:endParaRPr>
          </a:p>
        </p:txBody>
      </p:sp>
      <p:sp>
        <p:nvSpPr>
          <p:cNvPr id="6" name="object 6"/>
          <p:cNvSpPr txBox="1"/>
          <p:nvPr/>
        </p:nvSpPr>
        <p:spPr>
          <a:xfrm>
            <a:off x="211886" y="995461"/>
            <a:ext cx="822325" cy="207645"/>
          </a:xfrm>
          <a:prstGeom prst="rect">
            <a:avLst/>
          </a:prstGeom>
        </p:spPr>
        <p:txBody>
          <a:bodyPr vert="horz" wrap="square" lIns="0" tIns="12065" rIns="0" bIns="0" rtlCol="0">
            <a:spAutoFit/>
          </a:bodyPr>
          <a:lstStyle/>
          <a:p>
            <a:pPr marL="12700">
              <a:lnSpc>
                <a:spcPct val="100000"/>
              </a:lnSpc>
              <a:spcBef>
                <a:spcPts val="95"/>
              </a:spcBef>
            </a:pPr>
            <a:r>
              <a:rPr sz="1200" spc="-40" dirty="0">
                <a:latin typeface="Tahoma"/>
                <a:cs typeface="Tahoma"/>
              </a:rPr>
              <a:t>Mathematics</a:t>
            </a:r>
            <a:endParaRPr sz="1200">
              <a:latin typeface="Tahoma"/>
              <a:cs typeface="Tahoma"/>
            </a:endParaRPr>
          </a:p>
        </p:txBody>
      </p:sp>
      <p:sp>
        <p:nvSpPr>
          <p:cNvPr id="7" name="object 7"/>
          <p:cNvSpPr txBox="1"/>
          <p:nvPr/>
        </p:nvSpPr>
        <p:spPr>
          <a:xfrm>
            <a:off x="211886" y="1729318"/>
            <a:ext cx="714375" cy="207645"/>
          </a:xfrm>
          <a:prstGeom prst="rect">
            <a:avLst/>
          </a:prstGeom>
        </p:spPr>
        <p:txBody>
          <a:bodyPr vert="horz" wrap="square" lIns="0" tIns="12065" rIns="0" bIns="0" rtlCol="0">
            <a:spAutoFit/>
          </a:bodyPr>
          <a:lstStyle/>
          <a:p>
            <a:pPr marL="12700">
              <a:lnSpc>
                <a:spcPct val="100000"/>
              </a:lnSpc>
              <a:spcBef>
                <a:spcPts val="95"/>
              </a:spcBef>
            </a:pPr>
            <a:r>
              <a:rPr sz="1200" spc="-45" dirty="0">
                <a:latin typeface="Tahoma"/>
                <a:cs typeface="Tahoma"/>
              </a:rPr>
              <a:t>Psychology</a:t>
            </a:r>
            <a:endParaRPr sz="1200">
              <a:latin typeface="Tahoma"/>
              <a:cs typeface="Tahoma"/>
            </a:endParaRPr>
          </a:p>
        </p:txBody>
      </p:sp>
      <p:sp>
        <p:nvSpPr>
          <p:cNvPr id="8" name="object 8"/>
          <p:cNvSpPr txBox="1"/>
          <p:nvPr/>
        </p:nvSpPr>
        <p:spPr>
          <a:xfrm>
            <a:off x="211886" y="2279698"/>
            <a:ext cx="671195" cy="207645"/>
          </a:xfrm>
          <a:prstGeom prst="rect">
            <a:avLst/>
          </a:prstGeom>
        </p:spPr>
        <p:txBody>
          <a:bodyPr vert="horz" wrap="square" lIns="0" tIns="12065" rIns="0" bIns="0" rtlCol="0">
            <a:spAutoFit/>
          </a:bodyPr>
          <a:lstStyle/>
          <a:p>
            <a:pPr marL="12700">
              <a:lnSpc>
                <a:spcPct val="100000"/>
              </a:lnSpc>
              <a:spcBef>
                <a:spcPts val="95"/>
              </a:spcBef>
            </a:pPr>
            <a:r>
              <a:rPr sz="1200" spc="-35" dirty="0">
                <a:latin typeface="Tahoma"/>
                <a:cs typeface="Tahoma"/>
              </a:rPr>
              <a:t>Linguistics</a:t>
            </a:r>
            <a:endParaRPr sz="1200">
              <a:latin typeface="Tahoma"/>
              <a:cs typeface="Tahoma"/>
            </a:endParaRPr>
          </a:p>
        </p:txBody>
      </p:sp>
      <p:sp>
        <p:nvSpPr>
          <p:cNvPr id="9" name="object 9"/>
          <p:cNvSpPr txBox="1"/>
          <p:nvPr/>
        </p:nvSpPr>
        <p:spPr>
          <a:xfrm>
            <a:off x="211886" y="2646626"/>
            <a:ext cx="918844" cy="391160"/>
          </a:xfrm>
          <a:prstGeom prst="rect">
            <a:avLst/>
          </a:prstGeom>
        </p:spPr>
        <p:txBody>
          <a:bodyPr vert="horz" wrap="square" lIns="0" tIns="12065" rIns="0" bIns="0" rtlCol="0">
            <a:spAutoFit/>
          </a:bodyPr>
          <a:lstStyle/>
          <a:p>
            <a:pPr marL="12700" marR="5080">
              <a:lnSpc>
                <a:spcPct val="100000"/>
              </a:lnSpc>
              <a:spcBef>
                <a:spcPts val="95"/>
              </a:spcBef>
            </a:pPr>
            <a:r>
              <a:rPr sz="1200" spc="-10" dirty="0">
                <a:latin typeface="Tahoma"/>
                <a:cs typeface="Tahoma"/>
              </a:rPr>
              <a:t>Neuroscience </a:t>
            </a:r>
            <a:r>
              <a:rPr sz="1200" spc="-25" dirty="0">
                <a:latin typeface="Tahoma"/>
                <a:cs typeface="Tahoma"/>
              </a:rPr>
              <a:t>Control</a:t>
            </a:r>
            <a:r>
              <a:rPr sz="1200" spc="-40" dirty="0">
                <a:latin typeface="Tahoma"/>
                <a:cs typeface="Tahoma"/>
              </a:rPr>
              <a:t> </a:t>
            </a:r>
            <a:r>
              <a:rPr sz="1200" spc="-70" dirty="0">
                <a:latin typeface="Tahoma"/>
                <a:cs typeface="Tahoma"/>
              </a:rPr>
              <a:t>theory</a:t>
            </a:r>
            <a:endParaRPr sz="1200">
              <a:latin typeface="Tahoma"/>
              <a:cs typeface="Tahoma"/>
            </a:endParaRPr>
          </a:p>
        </p:txBody>
      </p:sp>
      <p:grpSp>
        <p:nvGrpSpPr>
          <p:cNvPr id="10" name="object 10"/>
          <p:cNvGrpSpPr/>
          <p:nvPr/>
        </p:nvGrpSpPr>
        <p:grpSpPr>
          <a:xfrm>
            <a:off x="0" y="3346348"/>
            <a:ext cx="4608195" cy="109855"/>
            <a:chOff x="0" y="3346348"/>
            <a:chExt cx="4608195" cy="109855"/>
          </a:xfrm>
        </p:grpSpPr>
        <p:sp>
          <p:nvSpPr>
            <p:cNvPr id="11" name="object 11"/>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2" name="object 12"/>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3" name="object 13"/>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5" name="object 15"/>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2" action="ppaction://hlinksldjump"/>
              </a:rPr>
              <a:t>AI</a:t>
            </a:r>
            <a:endParaRPr sz="600">
              <a:latin typeface="Arial MT"/>
              <a:cs typeface="Arial MT"/>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10</a:t>
            </a:fld>
            <a:r>
              <a:rPr spc="25" dirty="0"/>
              <a:t> </a:t>
            </a:r>
            <a:r>
              <a:rPr spc="150" dirty="0"/>
              <a:t>/</a:t>
            </a:r>
            <a:r>
              <a:rPr spc="25" dirty="0"/>
              <a:t> </a:t>
            </a:r>
            <a:r>
              <a:rPr spc="-25" dirty="0"/>
              <a:t>38</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1090295" cy="288290"/>
          </a:xfrm>
          <a:prstGeom prst="rect">
            <a:avLst/>
          </a:prstGeom>
        </p:spPr>
        <p:txBody>
          <a:bodyPr vert="horz" wrap="square" lIns="0" tIns="15240" rIns="0" bIns="0" rtlCol="0">
            <a:spAutoFit/>
          </a:bodyPr>
          <a:lstStyle/>
          <a:p>
            <a:pPr marL="12700">
              <a:lnSpc>
                <a:spcPct val="100000"/>
              </a:lnSpc>
              <a:spcBef>
                <a:spcPts val="120"/>
              </a:spcBef>
            </a:pPr>
            <a:r>
              <a:rPr spc="-85" dirty="0"/>
              <a:t>history</a:t>
            </a:r>
            <a:r>
              <a:rPr spc="-50" dirty="0"/>
              <a:t> </a:t>
            </a:r>
            <a:r>
              <a:rPr spc="-30" dirty="0"/>
              <a:t>of</a:t>
            </a:r>
            <a:r>
              <a:rPr spc="-65" dirty="0"/>
              <a:t> </a:t>
            </a:r>
            <a:r>
              <a:rPr spc="-25" dirty="0"/>
              <a:t>AI</a:t>
            </a:r>
          </a:p>
        </p:txBody>
      </p:sp>
      <p:sp>
        <p:nvSpPr>
          <p:cNvPr id="4" name="object 4"/>
          <p:cNvSpPr txBox="1"/>
          <p:nvPr/>
        </p:nvSpPr>
        <p:spPr>
          <a:xfrm>
            <a:off x="211886" y="403336"/>
            <a:ext cx="546100" cy="758190"/>
          </a:xfrm>
          <a:prstGeom prst="rect">
            <a:avLst/>
          </a:prstGeom>
        </p:spPr>
        <p:txBody>
          <a:bodyPr vert="horz" wrap="square" lIns="0" tIns="12065" rIns="0" bIns="0" rtlCol="0">
            <a:spAutoFit/>
          </a:bodyPr>
          <a:lstStyle/>
          <a:p>
            <a:pPr marL="12700">
              <a:lnSpc>
                <a:spcPct val="100000"/>
              </a:lnSpc>
              <a:spcBef>
                <a:spcPts val="95"/>
              </a:spcBef>
            </a:pPr>
            <a:r>
              <a:rPr sz="1200" spc="-20" dirty="0">
                <a:latin typeface="Tahoma"/>
                <a:cs typeface="Tahoma"/>
              </a:rPr>
              <a:t>1943</a:t>
            </a:r>
            <a:endParaRPr sz="1200">
              <a:latin typeface="Tahoma"/>
              <a:cs typeface="Tahoma"/>
            </a:endParaRPr>
          </a:p>
          <a:p>
            <a:pPr marL="12700">
              <a:lnSpc>
                <a:spcPct val="100000"/>
              </a:lnSpc>
              <a:spcBef>
                <a:spcPts val="5"/>
              </a:spcBef>
            </a:pPr>
            <a:r>
              <a:rPr sz="1200" spc="-20" dirty="0">
                <a:latin typeface="Tahoma"/>
                <a:cs typeface="Tahoma"/>
              </a:rPr>
              <a:t>1950</a:t>
            </a:r>
            <a:endParaRPr sz="1200">
              <a:latin typeface="Tahoma"/>
              <a:cs typeface="Tahoma"/>
            </a:endParaRPr>
          </a:p>
          <a:p>
            <a:pPr marL="12700">
              <a:lnSpc>
                <a:spcPct val="100000"/>
              </a:lnSpc>
              <a:spcBef>
                <a:spcPts val="5"/>
              </a:spcBef>
            </a:pPr>
            <a:r>
              <a:rPr sz="1200" spc="-65" dirty="0">
                <a:latin typeface="Tahoma"/>
                <a:cs typeface="Tahoma"/>
              </a:rPr>
              <a:t>1952–69</a:t>
            </a:r>
            <a:endParaRPr sz="1200">
              <a:latin typeface="Tahoma"/>
              <a:cs typeface="Tahoma"/>
            </a:endParaRPr>
          </a:p>
          <a:p>
            <a:pPr marL="12700">
              <a:lnSpc>
                <a:spcPct val="100000"/>
              </a:lnSpc>
              <a:spcBef>
                <a:spcPts val="5"/>
              </a:spcBef>
            </a:pPr>
            <a:r>
              <a:rPr sz="1200" spc="-10" dirty="0">
                <a:latin typeface="Tahoma"/>
                <a:cs typeface="Tahoma"/>
              </a:rPr>
              <a:t>1950s</a:t>
            </a:r>
            <a:endParaRPr sz="1200">
              <a:latin typeface="Tahoma"/>
              <a:cs typeface="Tahoma"/>
            </a:endParaRPr>
          </a:p>
        </p:txBody>
      </p:sp>
      <p:sp>
        <p:nvSpPr>
          <p:cNvPr id="5" name="object 5"/>
          <p:cNvSpPr txBox="1"/>
          <p:nvPr/>
        </p:nvSpPr>
        <p:spPr>
          <a:xfrm>
            <a:off x="883815" y="403336"/>
            <a:ext cx="3545840" cy="758190"/>
          </a:xfrm>
          <a:prstGeom prst="rect">
            <a:avLst/>
          </a:prstGeom>
        </p:spPr>
        <p:txBody>
          <a:bodyPr vert="horz" wrap="square" lIns="0" tIns="12065" rIns="0" bIns="0" rtlCol="0">
            <a:spAutoFit/>
          </a:bodyPr>
          <a:lstStyle/>
          <a:p>
            <a:pPr marL="12700" marR="375285">
              <a:lnSpc>
                <a:spcPct val="100000"/>
              </a:lnSpc>
              <a:spcBef>
                <a:spcPts val="95"/>
              </a:spcBef>
            </a:pPr>
            <a:r>
              <a:rPr sz="1200" spc="-10" dirty="0">
                <a:latin typeface="Tahoma"/>
                <a:cs typeface="Tahoma"/>
              </a:rPr>
              <a:t>McCulloch</a:t>
            </a:r>
            <a:r>
              <a:rPr sz="1200" spc="-50" dirty="0">
                <a:latin typeface="Tahoma"/>
                <a:cs typeface="Tahoma"/>
              </a:rPr>
              <a:t> </a:t>
            </a:r>
            <a:r>
              <a:rPr sz="1200" spc="65" dirty="0">
                <a:latin typeface="Tahoma"/>
                <a:cs typeface="Tahoma"/>
              </a:rPr>
              <a:t>&amp;</a:t>
            </a:r>
            <a:r>
              <a:rPr sz="1200" spc="-45" dirty="0">
                <a:latin typeface="Tahoma"/>
                <a:cs typeface="Tahoma"/>
              </a:rPr>
              <a:t> </a:t>
            </a:r>
            <a:r>
              <a:rPr sz="1200" dirty="0">
                <a:latin typeface="Tahoma"/>
                <a:cs typeface="Tahoma"/>
              </a:rPr>
              <a:t>Pitts:</a:t>
            </a:r>
            <a:r>
              <a:rPr sz="1200" spc="70" dirty="0">
                <a:latin typeface="Tahoma"/>
                <a:cs typeface="Tahoma"/>
              </a:rPr>
              <a:t> </a:t>
            </a:r>
            <a:r>
              <a:rPr sz="1200" spc="-40" dirty="0">
                <a:latin typeface="Tahoma"/>
                <a:cs typeface="Tahoma"/>
              </a:rPr>
              <a:t>Boolean </a:t>
            </a:r>
            <a:r>
              <a:rPr sz="1200" spc="-10" dirty="0">
                <a:latin typeface="Tahoma"/>
                <a:cs typeface="Tahoma"/>
              </a:rPr>
              <a:t>circuit</a:t>
            </a:r>
            <a:r>
              <a:rPr sz="1200" spc="-45" dirty="0">
                <a:latin typeface="Tahoma"/>
                <a:cs typeface="Tahoma"/>
              </a:rPr>
              <a:t> </a:t>
            </a:r>
            <a:r>
              <a:rPr sz="1200" spc="-60" dirty="0">
                <a:latin typeface="Tahoma"/>
                <a:cs typeface="Tahoma"/>
              </a:rPr>
              <a:t>model</a:t>
            </a:r>
            <a:r>
              <a:rPr sz="1200" spc="-35" dirty="0">
                <a:latin typeface="Tahoma"/>
                <a:cs typeface="Tahoma"/>
              </a:rPr>
              <a:t> </a:t>
            </a:r>
            <a:r>
              <a:rPr sz="1200" dirty="0">
                <a:latin typeface="Tahoma"/>
                <a:cs typeface="Tahoma"/>
              </a:rPr>
              <a:t>of</a:t>
            </a:r>
            <a:r>
              <a:rPr sz="1200" spc="-40" dirty="0">
                <a:latin typeface="Tahoma"/>
                <a:cs typeface="Tahoma"/>
              </a:rPr>
              <a:t> brain </a:t>
            </a:r>
            <a:r>
              <a:rPr sz="1200" spc="-35" dirty="0">
                <a:latin typeface="Tahoma"/>
                <a:cs typeface="Tahoma"/>
              </a:rPr>
              <a:t>Turing’s</a:t>
            </a:r>
            <a:r>
              <a:rPr sz="1200" spc="-20" dirty="0">
                <a:latin typeface="Tahoma"/>
                <a:cs typeface="Tahoma"/>
              </a:rPr>
              <a:t> </a:t>
            </a:r>
            <a:r>
              <a:rPr sz="1200" spc="-30" dirty="0">
                <a:latin typeface="Tahoma"/>
                <a:cs typeface="Tahoma"/>
              </a:rPr>
              <a:t>“Computing</a:t>
            </a:r>
            <a:r>
              <a:rPr sz="1200" spc="-20" dirty="0">
                <a:latin typeface="Tahoma"/>
                <a:cs typeface="Tahoma"/>
              </a:rPr>
              <a:t> </a:t>
            </a:r>
            <a:r>
              <a:rPr sz="1200" spc="-45" dirty="0">
                <a:latin typeface="Tahoma"/>
                <a:cs typeface="Tahoma"/>
              </a:rPr>
              <a:t>Machinery</a:t>
            </a:r>
            <a:r>
              <a:rPr sz="1200" spc="-20" dirty="0">
                <a:latin typeface="Tahoma"/>
                <a:cs typeface="Tahoma"/>
              </a:rPr>
              <a:t> </a:t>
            </a:r>
            <a:r>
              <a:rPr sz="1200" spc="-55" dirty="0">
                <a:latin typeface="Tahoma"/>
                <a:cs typeface="Tahoma"/>
              </a:rPr>
              <a:t>and</a:t>
            </a:r>
            <a:r>
              <a:rPr sz="1200" spc="-15" dirty="0">
                <a:latin typeface="Tahoma"/>
                <a:cs typeface="Tahoma"/>
              </a:rPr>
              <a:t> </a:t>
            </a:r>
            <a:r>
              <a:rPr sz="1200" spc="-10" dirty="0">
                <a:latin typeface="Tahoma"/>
                <a:cs typeface="Tahoma"/>
              </a:rPr>
              <a:t>Intelligence” </a:t>
            </a:r>
            <a:r>
              <a:rPr sz="1200" spc="-20" dirty="0">
                <a:latin typeface="Tahoma"/>
                <a:cs typeface="Tahoma"/>
              </a:rPr>
              <a:t>Look,</a:t>
            </a:r>
            <a:r>
              <a:rPr sz="1200" spc="-30" dirty="0">
                <a:latin typeface="Tahoma"/>
                <a:cs typeface="Tahoma"/>
              </a:rPr>
              <a:t> </a:t>
            </a:r>
            <a:r>
              <a:rPr sz="1200" dirty="0">
                <a:latin typeface="Tahoma"/>
                <a:cs typeface="Tahoma"/>
              </a:rPr>
              <a:t>Ma,</a:t>
            </a:r>
            <a:r>
              <a:rPr sz="1200" spc="-25" dirty="0">
                <a:latin typeface="Tahoma"/>
                <a:cs typeface="Tahoma"/>
              </a:rPr>
              <a:t> </a:t>
            </a:r>
            <a:r>
              <a:rPr sz="1200" spc="-45" dirty="0">
                <a:latin typeface="Tahoma"/>
                <a:cs typeface="Tahoma"/>
              </a:rPr>
              <a:t>no</a:t>
            </a:r>
            <a:r>
              <a:rPr sz="1200" spc="-30" dirty="0">
                <a:latin typeface="Tahoma"/>
                <a:cs typeface="Tahoma"/>
              </a:rPr>
              <a:t> </a:t>
            </a:r>
            <a:r>
              <a:rPr sz="1200" spc="-10" dirty="0">
                <a:latin typeface="Tahoma"/>
                <a:cs typeface="Tahoma"/>
              </a:rPr>
              <a:t>hands!</a:t>
            </a:r>
            <a:endParaRPr sz="1200">
              <a:latin typeface="Tahoma"/>
              <a:cs typeface="Tahoma"/>
            </a:endParaRPr>
          </a:p>
          <a:p>
            <a:pPr marL="12700">
              <a:lnSpc>
                <a:spcPct val="100000"/>
              </a:lnSpc>
              <a:spcBef>
                <a:spcPts val="15"/>
              </a:spcBef>
            </a:pPr>
            <a:r>
              <a:rPr sz="1200" spc="-25" dirty="0">
                <a:latin typeface="Tahoma"/>
                <a:cs typeface="Tahoma"/>
              </a:rPr>
              <a:t>Early</a:t>
            </a:r>
            <a:r>
              <a:rPr sz="1200" spc="-65" dirty="0">
                <a:latin typeface="Tahoma"/>
                <a:cs typeface="Tahoma"/>
              </a:rPr>
              <a:t> </a:t>
            </a:r>
            <a:r>
              <a:rPr sz="1200" dirty="0">
                <a:latin typeface="Tahoma"/>
                <a:cs typeface="Tahoma"/>
              </a:rPr>
              <a:t>AI</a:t>
            </a:r>
            <a:r>
              <a:rPr sz="1200" spc="-35" dirty="0">
                <a:latin typeface="Tahoma"/>
                <a:cs typeface="Tahoma"/>
              </a:rPr>
              <a:t> </a:t>
            </a:r>
            <a:r>
              <a:rPr sz="1200" spc="-65" dirty="0">
                <a:latin typeface="Tahoma"/>
                <a:cs typeface="Tahoma"/>
              </a:rPr>
              <a:t>programs,</a:t>
            </a:r>
            <a:r>
              <a:rPr sz="1200" spc="-30" dirty="0">
                <a:latin typeface="Tahoma"/>
                <a:cs typeface="Tahoma"/>
              </a:rPr>
              <a:t> </a:t>
            </a:r>
            <a:r>
              <a:rPr sz="1200" spc="-45" dirty="0">
                <a:latin typeface="Tahoma"/>
                <a:cs typeface="Tahoma"/>
              </a:rPr>
              <a:t>including</a:t>
            </a:r>
            <a:r>
              <a:rPr sz="1200" spc="-40" dirty="0">
                <a:latin typeface="Tahoma"/>
                <a:cs typeface="Tahoma"/>
              </a:rPr>
              <a:t> Samuel’s</a:t>
            </a:r>
            <a:r>
              <a:rPr sz="1200" spc="-35" dirty="0">
                <a:latin typeface="Tahoma"/>
                <a:cs typeface="Tahoma"/>
              </a:rPr>
              <a:t> </a:t>
            </a:r>
            <a:r>
              <a:rPr sz="1200" spc="-70" dirty="0">
                <a:latin typeface="Tahoma"/>
                <a:cs typeface="Tahoma"/>
              </a:rPr>
              <a:t>checkers</a:t>
            </a:r>
            <a:r>
              <a:rPr sz="1200" spc="-25" dirty="0">
                <a:latin typeface="Tahoma"/>
                <a:cs typeface="Tahoma"/>
              </a:rPr>
              <a:t> </a:t>
            </a:r>
            <a:r>
              <a:rPr sz="1200" spc="-45" dirty="0">
                <a:latin typeface="Tahoma"/>
                <a:cs typeface="Tahoma"/>
              </a:rPr>
              <a:t>program,</a:t>
            </a:r>
            <a:endParaRPr sz="1200">
              <a:latin typeface="Tahoma"/>
              <a:cs typeface="Tahoma"/>
            </a:endParaRPr>
          </a:p>
        </p:txBody>
      </p:sp>
      <p:sp>
        <p:nvSpPr>
          <p:cNvPr id="6" name="object 6"/>
          <p:cNvSpPr txBox="1"/>
          <p:nvPr/>
        </p:nvSpPr>
        <p:spPr>
          <a:xfrm>
            <a:off x="884047" y="1137180"/>
            <a:ext cx="3750310" cy="207645"/>
          </a:xfrm>
          <a:prstGeom prst="rect">
            <a:avLst/>
          </a:prstGeom>
        </p:spPr>
        <p:txBody>
          <a:bodyPr vert="horz" wrap="square" lIns="0" tIns="12065" rIns="0" bIns="0" rtlCol="0">
            <a:spAutoFit/>
          </a:bodyPr>
          <a:lstStyle/>
          <a:p>
            <a:pPr marL="12700">
              <a:lnSpc>
                <a:spcPct val="100000"/>
              </a:lnSpc>
              <a:spcBef>
                <a:spcPts val="95"/>
              </a:spcBef>
            </a:pPr>
            <a:r>
              <a:rPr sz="1200" spc="-60" dirty="0">
                <a:latin typeface="Tahoma"/>
                <a:cs typeface="Tahoma"/>
              </a:rPr>
              <a:t>Newell</a:t>
            </a:r>
            <a:r>
              <a:rPr sz="1200" spc="-15" dirty="0">
                <a:latin typeface="Tahoma"/>
                <a:cs typeface="Tahoma"/>
              </a:rPr>
              <a:t> </a:t>
            </a:r>
            <a:r>
              <a:rPr sz="1200" spc="65" dirty="0">
                <a:latin typeface="Tahoma"/>
                <a:cs typeface="Tahoma"/>
              </a:rPr>
              <a:t>&amp;</a:t>
            </a:r>
            <a:r>
              <a:rPr sz="1200" spc="-10" dirty="0">
                <a:latin typeface="Tahoma"/>
                <a:cs typeface="Tahoma"/>
              </a:rPr>
              <a:t> </a:t>
            </a:r>
            <a:r>
              <a:rPr sz="1200" spc="-35" dirty="0">
                <a:latin typeface="Tahoma"/>
                <a:cs typeface="Tahoma"/>
              </a:rPr>
              <a:t>Simon’s</a:t>
            </a:r>
            <a:r>
              <a:rPr sz="1200" spc="-15" dirty="0">
                <a:latin typeface="Tahoma"/>
                <a:cs typeface="Tahoma"/>
              </a:rPr>
              <a:t> </a:t>
            </a:r>
            <a:r>
              <a:rPr sz="1200" spc="-20" dirty="0">
                <a:latin typeface="Tahoma"/>
                <a:cs typeface="Tahoma"/>
              </a:rPr>
              <a:t>Logic</a:t>
            </a:r>
            <a:r>
              <a:rPr sz="1200" spc="-10" dirty="0">
                <a:latin typeface="Tahoma"/>
                <a:cs typeface="Tahoma"/>
              </a:rPr>
              <a:t> </a:t>
            </a:r>
            <a:r>
              <a:rPr sz="1200" spc="-40" dirty="0">
                <a:latin typeface="Tahoma"/>
                <a:cs typeface="Tahoma"/>
              </a:rPr>
              <a:t>Theorist,</a:t>
            </a:r>
            <a:r>
              <a:rPr sz="1200" spc="-10" dirty="0">
                <a:latin typeface="Tahoma"/>
                <a:cs typeface="Tahoma"/>
              </a:rPr>
              <a:t> </a:t>
            </a:r>
            <a:r>
              <a:rPr sz="1200" spc="-50" dirty="0">
                <a:latin typeface="Tahoma"/>
                <a:cs typeface="Tahoma"/>
              </a:rPr>
              <a:t>Gelernter’s</a:t>
            </a:r>
            <a:r>
              <a:rPr sz="1200" spc="-15" dirty="0">
                <a:latin typeface="Tahoma"/>
                <a:cs typeface="Tahoma"/>
              </a:rPr>
              <a:t> </a:t>
            </a:r>
            <a:r>
              <a:rPr sz="1200" spc="-60" dirty="0">
                <a:latin typeface="Tahoma"/>
                <a:cs typeface="Tahoma"/>
              </a:rPr>
              <a:t>Geometry</a:t>
            </a:r>
            <a:r>
              <a:rPr sz="1200" spc="-10" dirty="0">
                <a:latin typeface="Tahoma"/>
                <a:cs typeface="Tahoma"/>
              </a:rPr>
              <a:t> </a:t>
            </a:r>
            <a:r>
              <a:rPr sz="1200" spc="-25" dirty="0">
                <a:latin typeface="Tahoma"/>
                <a:cs typeface="Tahoma"/>
              </a:rPr>
              <a:t>Eng</a:t>
            </a:r>
            <a:endParaRPr sz="1200">
              <a:latin typeface="Tahoma"/>
              <a:cs typeface="Tahoma"/>
            </a:endParaRPr>
          </a:p>
        </p:txBody>
      </p:sp>
      <p:sp>
        <p:nvSpPr>
          <p:cNvPr id="7" name="object 7"/>
          <p:cNvSpPr txBox="1"/>
          <p:nvPr/>
        </p:nvSpPr>
        <p:spPr>
          <a:xfrm>
            <a:off x="211886" y="1320645"/>
            <a:ext cx="546100" cy="574675"/>
          </a:xfrm>
          <a:prstGeom prst="rect">
            <a:avLst/>
          </a:prstGeom>
        </p:spPr>
        <p:txBody>
          <a:bodyPr vert="horz" wrap="square" lIns="0" tIns="12065" rIns="0" bIns="0" rtlCol="0">
            <a:spAutoFit/>
          </a:bodyPr>
          <a:lstStyle/>
          <a:p>
            <a:pPr marL="12700">
              <a:lnSpc>
                <a:spcPct val="100000"/>
              </a:lnSpc>
              <a:spcBef>
                <a:spcPts val="95"/>
              </a:spcBef>
            </a:pPr>
            <a:r>
              <a:rPr sz="1200" spc="-20" dirty="0">
                <a:latin typeface="Tahoma"/>
                <a:cs typeface="Tahoma"/>
              </a:rPr>
              <a:t>1956</a:t>
            </a:r>
            <a:endParaRPr sz="1200">
              <a:latin typeface="Tahoma"/>
              <a:cs typeface="Tahoma"/>
            </a:endParaRPr>
          </a:p>
          <a:p>
            <a:pPr marL="12700">
              <a:lnSpc>
                <a:spcPct val="100000"/>
              </a:lnSpc>
              <a:spcBef>
                <a:spcPts val="5"/>
              </a:spcBef>
            </a:pPr>
            <a:r>
              <a:rPr sz="1200" spc="-20" dirty="0">
                <a:latin typeface="Tahoma"/>
                <a:cs typeface="Tahoma"/>
              </a:rPr>
              <a:t>1965</a:t>
            </a:r>
            <a:endParaRPr sz="1200">
              <a:latin typeface="Tahoma"/>
              <a:cs typeface="Tahoma"/>
            </a:endParaRPr>
          </a:p>
          <a:p>
            <a:pPr marL="12700">
              <a:lnSpc>
                <a:spcPct val="100000"/>
              </a:lnSpc>
              <a:spcBef>
                <a:spcPts val="5"/>
              </a:spcBef>
            </a:pPr>
            <a:r>
              <a:rPr sz="1200" spc="-65" dirty="0">
                <a:latin typeface="Tahoma"/>
                <a:cs typeface="Tahoma"/>
              </a:rPr>
              <a:t>1966–74</a:t>
            </a:r>
            <a:endParaRPr sz="1200">
              <a:latin typeface="Tahoma"/>
              <a:cs typeface="Tahoma"/>
            </a:endParaRPr>
          </a:p>
        </p:txBody>
      </p:sp>
      <p:sp>
        <p:nvSpPr>
          <p:cNvPr id="8" name="object 8"/>
          <p:cNvSpPr txBox="1"/>
          <p:nvPr/>
        </p:nvSpPr>
        <p:spPr>
          <a:xfrm>
            <a:off x="884042" y="1320645"/>
            <a:ext cx="3646804" cy="2042795"/>
          </a:xfrm>
          <a:prstGeom prst="rect">
            <a:avLst/>
          </a:prstGeom>
        </p:spPr>
        <p:txBody>
          <a:bodyPr vert="horz" wrap="square" lIns="0" tIns="12065" rIns="0" bIns="0" rtlCol="0">
            <a:spAutoFit/>
          </a:bodyPr>
          <a:lstStyle/>
          <a:p>
            <a:pPr marL="12700" marR="346710">
              <a:lnSpc>
                <a:spcPct val="100000"/>
              </a:lnSpc>
              <a:spcBef>
                <a:spcPts val="95"/>
              </a:spcBef>
            </a:pPr>
            <a:r>
              <a:rPr sz="1200" spc="-40" dirty="0">
                <a:latin typeface="Tahoma"/>
                <a:cs typeface="Tahoma"/>
              </a:rPr>
              <a:t>Dartmouth</a:t>
            </a:r>
            <a:r>
              <a:rPr sz="1200" spc="-45" dirty="0">
                <a:latin typeface="Tahoma"/>
                <a:cs typeface="Tahoma"/>
              </a:rPr>
              <a:t> </a:t>
            </a:r>
            <a:r>
              <a:rPr sz="1200" spc="-55" dirty="0">
                <a:latin typeface="Tahoma"/>
                <a:cs typeface="Tahoma"/>
              </a:rPr>
              <a:t>meeting:</a:t>
            </a:r>
            <a:r>
              <a:rPr sz="1200" spc="70" dirty="0">
                <a:latin typeface="Tahoma"/>
                <a:cs typeface="Tahoma"/>
              </a:rPr>
              <a:t> </a:t>
            </a:r>
            <a:r>
              <a:rPr sz="1200" dirty="0">
                <a:latin typeface="Tahoma"/>
                <a:cs typeface="Tahoma"/>
              </a:rPr>
              <a:t>“Artificial</a:t>
            </a:r>
            <a:r>
              <a:rPr sz="1200" spc="-40" dirty="0">
                <a:latin typeface="Tahoma"/>
                <a:cs typeface="Tahoma"/>
              </a:rPr>
              <a:t> </a:t>
            </a:r>
            <a:r>
              <a:rPr sz="1200" spc="-50" dirty="0">
                <a:latin typeface="Tahoma"/>
                <a:cs typeface="Tahoma"/>
              </a:rPr>
              <a:t>Intelligence”</a:t>
            </a:r>
            <a:r>
              <a:rPr sz="1200" spc="-45" dirty="0">
                <a:latin typeface="Tahoma"/>
                <a:cs typeface="Tahoma"/>
              </a:rPr>
              <a:t> adopted </a:t>
            </a:r>
            <a:r>
              <a:rPr sz="1200" spc="-40" dirty="0">
                <a:latin typeface="Tahoma"/>
                <a:cs typeface="Tahoma"/>
              </a:rPr>
              <a:t>Robinson’s</a:t>
            </a:r>
            <a:r>
              <a:rPr sz="1200" spc="-35" dirty="0">
                <a:latin typeface="Tahoma"/>
                <a:cs typeface="Tahoma"/>
              </a:rPr>
              <a:t> </a:t>
            </a:r>
            <a:r>
              <a:rPr sz="1200" spc="-55" dirty="0">
                <a:latin typeface="Tahoma"/>
                <a:cs typeface="Tahoma"/>
              </a:rPr>
              <a:t>complete</a:t>
            </a:r>
            <a:r>
              <a:rPr sz="1200" spc="-35" dirty="0">
                <a:latin typeface="Tahoma"/>
                <a:cs typeface="Tahoma"/>
              </a:rPr>
              <a:t> </a:t>
            </a:r>
            <a:r>
              <a:rPr sz="1200" spc="-45" dirty="0">
                <a:latin typeface="Tahoma"/>
                <a:cs typeface="Tahoma"/>
              </a:rPr>
              <a:t>algorithm</a:t>
            </a:r>
            <a:r>
              <a:rPr sz="1200" spc="-35" dirty="0">
                <a:latin typeface="Tahoma"/>
                <a:cs typeface="Tahoma"/>
              </a:rPr>
              <a:t> </a:t>
            </a:r>
            <a:r>
              <a:rPr sz="1200" spc="-45" dirty="0">
                <a:latin typeface="Tahoma"/>
                <a:cs typeface="Tahoma"/>
              </a:rPr>
              <a:t>for</a:t>
            </a:r>
            <a:r>
              <a:rPr sz="1200" spc="-35" dirty="0">
                <a:latin typeface="Tahoma"/>
                <a:cs typeface="Tahoma"/>
              </a:rPr>
              <a:t> </a:t>
            </a:r>
            <a:r>
              <a:rPr sz="1200" spc="-30" dirty="0">
                <a:latin typeface="Tahoma"/>
                <a:cs typeface="Tahoma"/>
              </a:rPr>
              <a:t>logical</a:t>
            </a:r>
            <a:r>
              <a:rPr sz="1200" spc="-35" dirty="0">
                <a:latin typeface="Tahoma"/>
                <a:cs typeface="Tahoma"/>
              </a:rPr>
              <a:t> </a:t>
            </a:r>
            <a:r>
              <a:rPr sz="1200" spc="-10" dirty="0">
                <a:latin typeface="Tahoma"/>
                <a:cs typeface="Tahoma"/>
              </a:rPr>
              <a:t>reasoning </a:t>
            </a:r>
            <a:r>
              <a:rPr sz="1200" dirty="0">
                <a:latin typeface="Tahoma"/>
                <a:cs typeface="Tahoma"/>
              </a:rPr>
              <a:t>AI</a:t>
            </a:r>
            <a:r>
              <a:rPr sz="1200" spc="-40" dirty="0">
                <a:latin typeface="Tahoma"/>
                <a:cs typeface="Tahoma"/>
              </a:rPr>
              <a:t> </a:t>
            </a:r>
            <a:r>
              <a:rPr sz="1200" spc="-60" dirty="0">
                <a:latin typeface="Tahoma"/>
                <a:cs typeface="Tahoma"/>
              </a:rPr>
              <a:t>discovers</a:t>
            </a:r>
            <a:r>
              <a:rPr sz="1200" spc="-35" dirty="0">
                <a:latin typeface="Tahoma"/>
                <a:cs typeface="Tahoma"/>
              </a:rPr>
              <a:t> </a:t>
            </a:r>
            <a:r>
              <a:rPr sz="1200" spc="-45" dirty="0">
                <a:latin typeface="Tahoma"/>
                <a:cs typeface="Tahoma"/>
              </a:rPr>
              <a:t>computational</a:t>
            </a:r>
            <a:r>
              <a:rPr sz="1200" spc="-35" dirty="0">
                <a:latin typeface="Tahoma"/>
                <a:cs typeface="Tahoma"/>
              </a:rPr>
              <a:t> </a:t>
            </a:r>
            <a:r>
              <a:rPr sz="1200" spc="-10" dirty="0">
                <a:latin typeface="Tahoma"/>
                <a:cs typeface="Tahoma"/>
              </a:rPr>
              <a:t>complexity</a:t>
            </a:r>
            <a:endParaRPr sz="1200">
              <a:latin typeface="Tahoma"/>
              <a:cs typeface="Tahoma"/>
            </a:endParaRPr>
          </a:p>
          <a:p>
            <a:pPr marL="12700" marR="712470" indent="-635">
              <a:lnSpc>
                <a:spcPct val="100000"/>
              </a:lnSpc>
              <a:spcBef>
                <a:spcPts val="15"/>
              </a:spcBef>
            </a:pPr>
            <a:r>
              <a:rPr sz="1200" spc="-50" dirty="0">
                <a:latin typeface="Tahoma"/>
                <a:cs typeface="Tahoma"/>
              </a:rPr>
              <a:t>Neural</a:t>
            </a:r>
            <a:r>
              <a:rPr sz="1200" spc="20" dirty="0">
                <a:latin typeface="Tahoma"/>
                <a:cs typeface="Tahoma"/>
              </a:rPr>
              <a:t> </a:t>
            </a:r>
            <a:r>
              <a:rPr sz="1200" spc="-80" dirty="0">
                <a:latin typeface="Tahoma"/>
                <a:cs typeface="Tahoma"/>
              </a:rPr>
              <a:t>network</a:t>
            </a:r>
            <a:r>
              <a:rPr sz="1200" spc="20" dirty="0">
                <a:latin typeface="Tahoma"/>
                <a:cs typeface="Tahoma"/>
              </a:rPr>
              <a:t> </a:t>
            </a:r>
            <a:r>
              <a:rPr sz="1200" spc="-80" dirty="0">
                <a:latin typeface="Tahoma"/>
                <a:cs typeface="Tahoma"/>
              </a:rPr>
              <a:t>research</a:t>
            </a:r>
            <a:r>
              <a:rPr sz="1200" spc="20" dirty="0">
                <a:latin typeface="Tahoma"/>
                <a:cs typeface="Tahoma"/>
              </a:rPr>
              <a:t> </a:t>
            </a:r>
            <a:r>
              <a:rPr sz="1200" spc="-50" dirty="0">
                <a:latin typeface="Tahoma"/>
                <a:cs typeface="Tahoma"/>
              </a:rPr>
              <a:t>almost</a:t>
            </a:r>
            <a:r>
              <a:rPr sz="1200" spc="25" dirty="0">
                <a:latin typeface="Tahoma"/>
                <a:cs typeface="Tahoma"/>
              </a:rPr>
              <a:t> </a:t>
            </a:r>
            <a:r>
              <a:rPr sz="1200" spc="-10" dirty="0">
                <a:latin typeface="Tahoma"/>
                <a:cs typeface="Tahoma"/>
              </a:rPr>
              <a:t>disappears </a:t>
            </a:r>
            <a:r>
              <a:rPr sz="1200" spc="-25" dirty="0">
                <a:latin typeface="Tahoma"/>
                <a:cs typeface="Tahoma"/>
              </a:rPr>
              <a:t>Early</a:t>
            </a:r>
            <a:r>
              <a:rPr sz="1200" spc="-50" dirty="0">
                <a:latin typeface="Tahoma"/>
                <a:cs typeface="Tahoma"/>
              </a:rPr>
              <a:t> </a:t>
            </a:r>
            <a:r>
              <a:rPr sz="1200" spc="-65" dirty="0">
                <a:latin typeface="Tahoma"/>
                <a:cs typeface="Tahoma"/>
              </a:rPr>
              <a:t>development</a:t>
            </a:r>
            <a:r>
              <a:rPr sz="1200" spc="-30" dirty="0">
                <a:latin typeface="Tahoma"/>
                <a:cs typeface="Tahoma"/>
              </a:rPr>
              <a:t> </a:t>
            </a:r>
            <a:r>
              <a:rPr sz="1200" dirty="0">
                <a:latin typeface="Tahoma"/>
                <a:cs typeface="Tahoma"/>
              </a:rPr>
              <a:t>of</a:t>
            </a:r>
            <a:r>
              <a:rPr sz="1200" spc="-25" dirty="0">
                <a:latin typeface="Tahoma"/>
                <a:cs typeface="Tahoma"/>
              </a:rPr>
              <a:t> </a:t>
            </a:r>
            <a:r>
              <a:rPr sz="1200" spc="-80" dirty="0">
                <a:latin typeface="Tahoma"/>
                <a:cs typeface="Tahoma"/>
              </a:rPr>
              <a:t>knowledge-</a:t>
            </a:r>
            <a:r>
              <a:rPr sz="1200" spc="-85" dirty="0">
                <a:latin typeface="Tahoma"/>
                <a:cs typeface="Tahoma"/>
              </a:rPr>
              <a:t>based</a:t>
            </a:r>
            <a:r>
              <a:rPr sz="1200" spc="-10" dirty="0">
                <a:latin typeface="Tahoma"/>
                <a:cs typeface="Tahoma"/>
              </a:rPr>
              <a:t> </a:t>
            </a:r>
            <a:r>
              <a:rPr sz="1200" spc="-70" dirty="0">
                <a:latin typeface="Tahoma"/>
                <a:cs typeface="Tahoma"/>
              </a:rPr>
              <a:t>systems </a:t>
            </a:r>
            <a:r>
              <a:rPr sz="1200" spc="-30" dirty="0">
                <a:latin typeface="Tahoma"/>
                <a:cs typeface="Tahoma"/>
              </a:rPr>
              <a:t>Expert</a:t>
            </a:r>
            <a:r>
              <a:rPr sz="1200" dirty="0">
                <a:latin typeface="Tahoma"/>
                <a:cs typeface="Tahoma"/>
              </a:rPr>
              <a:t> </a:t>
            </a:r>
            <a:r>
              <a:rPr sz="1200" spc="-80" dirty="0">
                <a:latin typeface="Tahoma"/>
                <a:cs typeface="Tahoma"/>
              </a:rPr>
              <a:t>systems</a:t>
            </a:r>
            <a:r>
              <a:rPr sz="1200" spc="5" dirty="0">
                <a:latin typeface="Tahoma"/>
                <a:cs typeface="Tahoma"/>
              </a:rPr>
              <a:t> </a:t>
            </a:r>
            <a:r>
              <a:rPr sz="1200" spc="-55" dirty="0">
                <a:latin typeface="Tahoma"/>
                <a:cs typeface="Tahoma"/>
              </a:rPr>
              <a:t>industry</a:t>
            </a:r>
            <a:r>
              <a:rPr sz="1200" spc="5" dirty="0">
                <a:latin typeface="Tahoma"/>
                <a:cs typeface="Tahoma"/>
              </a:rPr>
              <a:t> </a:t>
            </a:r>
            <a:r>
              <a:rPr sz="1200" spc="-10" dirty="0">
                <a:latin typeface="Tahoma"/>
                <a:cs typeface="Tahoma"/>
              </a:rPr>
              <a:t>booms</a:t>
            </a:r>
            <a:endParaRPr sz="1200">
              <a:latin typeface="Tahoma"/>
              <a:cs typeface="Tahoma"/>
            </a:endParaRPr>
          </a:p>
          <a:p>
            <a:pPr marL="12700" marR="914400">
              <a:lnSpc>
                <a:spcPct val="100000"/>
              </a:lnSpc>
              <a:spcBef>
                <a:spcPts val="10"/>
              </a:spcBef>
            </a:pPr>
            <a:r>
              <a:rPr sz="1200" spc="-30" dirty="0">
                <a:latin typeface="Tahoma"/>
                <a:cs typeface="Tahoma"/>
              </a:rPr>
              <a:t>Expert </a:t>
            </a:r>
            <a:r>
              <a:rPr sz="1200" spc="-80" dirty="0">
                <a:latin typeface="Tahoma"/>
                <a:cs typeface="Tahoma"/>
              </a:rPr>
              <a:t>systems</a:t>
            </a:r>
            <a:r>
              <a:rPr sz="1200" spc="-10" dirty="0">
                <a:latin typeface="Tahoma"/>
                <a:cs typeface="Tahoma"/>
              </a:rPr>
              <a:t> </a:t>
            </a:r>
            <a:r>
              <a:rPr sz="1200" spc="-55" dirty="0">
                <a:latin typeface="Tahoma"/>
                <a:cs typeface="Tahoma"/>
              </a:rPr>
              <a:t>industry</a:t>
            </a:r>
            <a:r>
              <a:rPr sz="1200" spc="-20" dirty="0">
                <a:latin typeface="Tahoma"/>
                <a:cs typeface="Tahoma"/>
              </a:rPr>
              <a:t> </a:t>
            </a:r>
            <a:r>
              <a:rPr sz="1200" spc="-45" dirty="0">
                <a:latin typeface="Tahoma"/>
                <a:cs typeface="Tahoma"/>
              </a:rPr>
              <a:t>busts:</a:t>
            </a:r>
            <a:r>
              <a:rPr sz="1200" spc="95" dirty="0">
                <a:latin typeface="Tahoma"/>
                <a:cs typeface="Tahoma"/>
              </a:rPr>
              <a:t> </a:t>
            </a:r>
            <a:r>
              <a:rPr sz="1200" dirty="0">
                <a:latin typeface="Tahoma"/>
                <a:cs typeface="Tahoma"/>
              </a:rPr>
              <a:t>“AI</a:t>
            </a:r>
            <a:r>
              <a:rPr sz="1200" spc="-15" dirty="0">
                <a:latin typeface="Tahoma"/>
                <a:cs typeface="Tahoma"/>
              </a:rPr>
              <a:t> </a:t>
            </a:r>
            <a:r>
              <a:rPr sz="1200" spc="-10" dirty="0">
                <a:latin typeface="Tahoma"/>
                <a:cs typeface="Tahoma"/>
              </a:rPr>
              <a:t>Winter” </a:t>
            </a:r>
            <a:r>
              <a:rPr sz="1200" spc="-50" dirty="0">
                <a:latin typeface="Tahoma"/>
                <a:cs typeface="Tahoma"/>
              </a:rPr>
              <a:t>Neural</a:t>
            </a:r>
            <a:r>
              <a:rPr sz="1200" dirty="0">
                <a:latin typeface="Tahoma"/>
                <a:cs typeface="Tahoma"/>
              </a:rPr>
              <a:t> </a:t>
            </a:r>
            <a:r>
              <a:rPr sz="1200" spc="-80" dirty="0">
                <a:latin typeface="Tahoma"/>
                <a:cs typeface="Tahoma"/>
              </a:rPr>
              <a:t>networks</a:t>
            </a:r>
            <a:r>
              <a:rPr sz="1200" spc="5" dirty="0">
                <a:latin typeface="Tahoma"/>
                <a:cs typeface="Tahoma"/>
              </a:rPr>
              <a:t> </a:t>
            </a:r>
            <a:r>
              <a:rPr sz="1200" spc="-60" dirty="0">
                <a:latin typeface="Tahoma"/>
                <a:cs typeface="Tahoma"/>
              </a:rPr>
              <a:t>return</a:t>
            </a:r>
            <a:r>
              <a:rPr sz="1200" spc="5" dirty="0">
                <a:latin typeface="Tahoma"/>
                <a:cs typeface="Tahoma"/>
              </a:rPr>
              <a:t> </a:t>
            </a:r>
            <a:r>
              <a:rPr sz="1200" dirty="0">
                <a:latin typeface="Tahoma"/>
                <a:cs typeface="Tahoma"/>
              </a:rPr>
              <a:t>to</a:t>
            </a:r>
            <a:r>
              <a:rPr sz="1200" spc="5" dirty="0">
                <a:latin typeface="Tahoma"/>
                <a:cs typeface="Tahoma"/>
              </a:rPr>
              <a:t> </a:t>
            </a:r>
            <a:r>
              <a:rPr sz="1200" spc="-10" dirty="0">
                <a:latin typeface="Tahoma"/>
                <a:cs typeface="Tahoma"/>
              </a:rPr>
              <a:t>popularity</a:t>
            </a:r>
            <a:endParaRPr sz="1200">
              <a:latin typeface="Tahoma"/>
              <a:cs typeface="Tahoma"/>
            </a:endParaRPr>
          </a:p>
          <a:p>
            <a:pPr marL="12700" marR="5080">
              <a:lnSpc>
                <a:spcPct val="100000"/>
              </a:lnSpc>
              <a:spcBef>
                <a:spcPts val="10"/>
              </a:spcBef>
            </a:pPr>
            <a:r>
              <a:rPr sz="1200" spc="-80" dirty="0">
                <a:latin typeface="Tahoma"/>
                <a:cs typeface="Tahoma"/>
              </a:rPr>
              <a:t>Resurgence</a:t>
            </a:r>
            <a:r>
              <a:rPr sz="1200" spc="5" dirty="0">
                <a:latin typeface="Tahoma"/>
                <a:cs typeface="Tahoma"/>
              </a:rPr>
              <a:t> </a:t>
            </a:r>
            <a:r>
              <a:rPr sz="1200" dirty="0">
                <a:latin typeface="Tahoma"/>
                <a:cs typeface="Tahoma"/>
              </a:rPr>
              <a:t>of</a:t>
            </a:r>
            <a:r>
              <a:rPr sz="1200" spc="5" dirty="0">
                <a:latin typeface="Tahoma"/>
                <a:cs typeface="Tahoma"/>
              </a:rPr>
              <a:t> </a:t>
            </a:r>
            <a:r>
              <a:rPr sz="1200" spc="-40" dirty="0">
                <a:latin typeface="Tahoma"/>
                <a:cs typeface="Tahoma"/>
              </a:rPr>
              <a:t>probabilistic</a:t>
            </a:r>
            <a:r>
              <a:rPr sz="1200" spc="5" dirty="0">
                <a:latin typeface="Tahoma"/>
                <a:cs typeface="Tahoma"/>
              </a:rPr>
              <a:t> </a:t>
            </a:r>
            <a:r>
              <a:rPr sz="1200" spc="-55" dirty="0">
                <a:latin typeface="Tahoma"/>
                <a:cs typeface="Tahoma"/>
              </a:rPr>
              <a:t>and</a:t>
            </a:r>
            <a:r>
              <a:rPr sz="1200" spc="5" dirty="0">
                <a:latin typeface="Tahoma"/>
                <a:cs typeface="Tahoma"/>
              </a:rPr>
              <a:t> </a:t>
            </a:r>
            <a:r>
              <a:rPr sz="1200" spc="-65" dirty="0">
                <a:latin typeface="Tahoma"/>
                <a:cs typeface="Tahoma"/>
              </a:rPr>
              <a:t>decision-</a:t>
            </a:r>
            <a:r>
              <a:rPr sz="1200" spc="-50" dirty="0">
                <a:latin typeface="Tahoma"/>
                <a:cs typeface="Tahoma"/>
              </a:rPr>
              <a:t>theoretic</a:t>
            </a:r>
            <a:r>
              <a:rPr sz="1200" spc="5" dirty="0">
                <a:latin typeface="Tahoma"/>
                <a:cs typeface="Tahoma"/>
              </a:rPr>
              <a:t> </a:t>
            </a:r>
            <a:r>
              <a:rPr sz="1200" spc="-55" dirty="0">
                <a:latin typeface="Tahoma"/>
                <a:cs typeface="Tahoma"/>
              </a:rPr>
              <a:t>methods </a:t>
            </a:r>
            <a:r>
              <a:rPr sz="1200" spc="-25" dirty="0">
                <a:latin typeface="Tahoma"/>
                <a:cs typeface="Tahoma"/>
              </a:rPr>
              <a:t>Rapid</a:t>
            </a:r>
            <a:r>
              <a:rPr sz="1200" spc="-50" dirty="0">
                <a:latin typeface="Tahoma"/>
                <a:cs typeface="Tahoma"/>
              </a:rPr>
              <a:t> </a:t>
            </a:r>
            <a:r>
              <a:rPr sz="1200" spc="-75" dirty="0">
                <a:latin typeface="Tahoma"/>
                <a:cs typeface="Tahoma"/>
              </a:rPr>
              <a:t>increase</a:t>
            </a:r>
            <a:r>
              <a:rPr sz="1200" spc="-20" dirty="0">
                <a:latin typeface="Tahoma"/>
                <a:cs typeface="Tahoma"/>
              </a:rPr>
              <a:t> </a:t>
            </a:r>
            <a:r>
              <a:rPr sz="1200" dirty="0">
                <a:latin typeface="Tahoma"/>
                <a:cs typeface="Tahoma"/>
              </a:rPr>
              <a:t>in</a:t>
            </a:r>
            <a:r>
              <a:rPr sz="1200" spc="-35" dirty="0">
                <a:latin typeface="Tahoma"/>
                <a:cs typeface="Tahoma"/>
              </a:rPr>
              <a:t> technical </a:t>
            </a:r>
            <a:r>
              <a:rPr sz="1200" spc="-55" dirty="0">
                <a:latin typeface="Tahoma"/>
                <a:cs typeface="Tahoma"/>
              </a:rPr>
              <a:t>depth</a:t>
            </a:r>
            <a:r>
              <a:rPr sz="1200" spc="-30" dirty="0">
                <a:latin typeface="Tahoma"/>
                <a:cs typeface="Tahoma"/>
              </a:rPr>
              <a:t> </a:t>
            </a:r>
            <a:r>
              <a:rPr sz="1200" dirty="0">
                <a:latin typeface="Tahoma"/>
                <a:cs typeface="Tahoma"/>
              </a:rPr>
              <a:t>of</a:t>
            </a:r>
            <a:r>
              <a:rPr sz="1200" spc="-35" dirty="0">
                <a:latin typeface="Tahoma"/>
                <a:cs typeface="Tahoma"/>
              </a:rPr>
              <a:t> </a:t>
            </a:r>
            <a:r>
              <a:rPr sz="1200" spc="-60" dirty="0">
                <a:latin typeface="Tahoma"/>
                <a:cs typeface="Tahoma"/>
              </a:rPr>
              <a:t>mainstream</a:t>
            </a:r>
            <a:r>
              <a:rPr sz="1200" spc="-35" dirty="0">
                <a:latin typeface="Tahoma"/>
                <a:cs typeface="Tahoma"/>
              </a:rPr>
              <a:t> AI “Nouvelle</a:t>
            </a:r>
            <a:r>
              <a:rPr sz="1200" spc="-60" dirty="0">
                <a:latin typeface="Tahoma"/>
                <a:cs typeface="Tahoma"/>
              </a:rPr>
              <a:t> </a:t>
            </a:r>
            <a:r>
              <a:rPr sz="1200" dirty="0">
                <a:latin typeface="Tahoma"/>
                <a:cs typeface="Tahoma"/>
              </a:rPr>
              <a:t>AI”:</a:t>
            </a:r>
            <a:r>
              <a:rPr sz="1200" spc="-55" dirty="0">
                <a:latin typeface="Tahoma"/>
                <a:cs typeface="Tahoma"/>
              </a:rPr>
              <a:t> </a:t>
            </a:r>
            <a:r>
              <a:rPr sz="1200" spc="-10" dirty="0">
                <a:latin typeface="Tahoma"/>
                <a:cs typeface="Tahoma"/>
              </a:rPr>
              <a:t>ALife,</a:t>
            </a:r>
            <a:r>
              <a:rPr sz="1200" spc="-60" dirty="0">
                <a:latin typeface="Tahoma"/>
                <a:cs typeface="Tahoma"/>
              </a:rPr>
              <a:t> </a:t>
            </a:r>
            <a:r>
              <a:rPr sz="1200" spc="-10" dirty="0">
                <a:latin typeface="Tahoma"/>
                <a:cs typeface="Tahoma"/>
              </a:rPr>
              <a:t>GAs,</a:t>
            </a:r>
            <a:r>
              <a:rPr sz="1200" spc="-55" dirty="0">
                <a:latin typeface="Tahoma"/>
                <a:cs typeface="Tahoma"/>
              </a:rPr>
              <a:t> </a:t>
            </a:r>
            <a:r>
              <a:rPr sz="1200" spc="-25" dirty="0">
                <a:latin typeface="Tahoma"/>
                <a:cs typeface="Tahoma"/>
              </a:rPr>
              <a:t>soft</a:t>
            </a:r>
            <a:r>
              <a:rPr sz="1200" spc="-60" dirty="0">
                <a:latin typeface="Tahoma"/>
                <a:cs typeface="Tahoma"/>
              </a:rPr>
              <a:t> </a:t>
            </a:r>
            <a:r>
              <a:rPr sz="1200" spc="-10" dirty="0">
                <a:latin typeface="Tahoma"/>
                <a:cs typeface="Tahoma"/>
                <a:hlinkClick r:id="rId2" action="ppaction://hlinksldjump"/>
              </a:rPr>
              <a:t>computing</a:t>
            </a:r>
            <a:endParaRPr sz="1200">
              <a:latin typeface="Tahoma"/>
              <a:cs typeface="Tahoma"/>
            </a:endParaRPr>
          </a:p>
        </p:txBody>
      </p:sp>
      <p:sp>
        <p:nvSpPr>
          <p:cNvPr id="9" name="object 9"/>
          <p:cNvSpPr txBox="1"/>
          <p:nvPr/>
        </p:nvSpPr>
        <p:spPr>
          <a:xfrm>
            <a:off x="211886" y="2054489"/>
            <a:ext cx="546100" cy="941705"/>
          </a:xfrm>
          <a:prstGeom prst="rect">
            <a:avLst/>
          </a:prstGeom>
        </p:spPr>
        <p:txBody>
          <a:bodyPr vert="horz" wrap="square" lIns="0" tIns="12065" rIns="0" bIns="0" rtlCol="0">
            <a:spAutoFit/>
          </a:bodyPr>
          <a:lstStyle/>
          <a:p>
            <a:pPr marL="12700">
              <a:lnSpc>
                <a:spcPct val="100000"/>
              </a:lnSpc>
              <a:spcBef>
                <a:spcPts val="95"/>
              </a:spcBef>
            </a:pPr>
            <a:r>
              <a:rPr sz="1200" spc="-65" dirty="0">
                <a:latin typeface="Tahoma"/>
                <a:cs typeface="Tahoma"/>
              </a:rPr>
              <a:t>1969–79</a:t>
            </a:r>
            <a:endParaRPr sz="1200">
              <a:latin typeface="Tahoma"/>
              <a:cs typeface="Tahoma"/>
            </a:endParaRPr>
          </a:p>
          <a:p>
            <a:pPr marL="12700">
              <a:lnSpc>
                <a:spcPct val="100000"/>
              </a:lnSpc>
              <a:spcBef>
                <a:spcPts val="5"/>
              </a:spcBef>
            </a:pPr>
            <a:r>
              <a:rPr sz="1200" spc="-65" dirty="0">
                <a:latin typeface="Tahoma"/>
                <a:cs typeface="Tahoma"/>
              </a:rPr>
              <a:t>1980–88</a:t>
            </a:r>
            <a:endParaRPr sz="1200">
              <a:latin typeface="Tahoma"/>
              <a:cs typeface="Tahoma"/>
            </a:endParaRPr>
          </a:p>
          <a:p>
            <a:pPr marL="12700">
              <a:lnSpc>
                <a:spcPct val="100000"/>
              </a:lnSpc>
              <a:spcBef>
                <a:spcPts val="5"/>
              </a:spcBef>
            </a:pPr>
            <a:r>
              <a:rPr sz="1200" spc="-65" dirty="0">
                <a:latin typeface="Tahoma"/>
                <a:cs typeface="Tahoma"/>
              </a:rPr>
              <a:t>1988–93</a:t>
            </a:r>
            <a:endParaRPr sz="1200">
              <a:latin typeface="Tahoma"/>
              <a:cs typeface="Tahoma"/>
            </a:endParaRPr>
          </a:p>
          <a:p>
            <a:pPr marL="12700">
              <a:lnSpc>
                <a:spcPct val="100000"/>
              </a:lnSpc>
              <a:spcBef>
                <a:spcPts val="5"/>
              </a:spcBef>
            </a:pPr>
            <a:r>
              <a:rPr sz="1200" spc="-65" dirty="0">
                <a:latin typeface="Tahoma"/>
                <a:cs typeface="Tahoma"/>
              </a:rPr>
              <a:t>1985–95</a:t>
            </a:r>
            <a:endParaRPr sz="1200">
              <a:latin typeface="Tahoma"/>
              <a:cs typeface="Tahoma"/>
            </a:endParaRPr>
          </a:p>
          <a:p>
            <a:pPr marL="12700">
              <a:lnSpc>
                <a:spcPct val="100000"/>
              </a:lnSpc>
            </a:pPr>
            <a:r>
              <a:rPr sz="1200" spc="-10" dirty="0">
                <a:latin typeface="Tahoma"/>
                <a:cs typeface="Tahoma"/>
              </a:rPr>
              <a:t>1988–</a:t>
            </a:r>
            <a:endParaRPr sz="1200">
              <a:latin typeface="Tahoma"/>
              <a:cs typeface="Tahoma"/>
            </a:endParaRPr>
          </a:p>
        </p:txBody>
      </p:sp>
      <p:grpSp>
        <p:nvGrpSpPr>
          <p:cNvPr id="10" name="object 10"/>
          <p:cNvGrpSpPr/>
          <p:nvPr/>
        </p:nvGrpSpPr>
        <p:grpSpPr>
          <a:xfrm>
            <a:off x="0" y="3346348"/>
            <a:ext cx="4608195" cy="109855"/>
            <a:chOff x="0" y="3346348"/>
            <a:chExt cx="4608195" cy="109855"/>
          </a:xfrm>
        </p:grpSpPr>
        <p:sp>
          <p:nvSpPr>
            <p:cNvPr id="11" name="object 11"/>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2" name="object 12"/>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3" name="object 13"/>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4" name="object 14"/>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5" name="object 15"/>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6" name="object 16"/>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11</a:t>
            </a:fld>
            <a:r>
              <a:rPr spc="25" dirty="0"/>
              <a:t> </a:t>
            </a:r>
            <a:r>
              <a:rPr spc="150" dirty="0"/>
              <a:t>/</a:t>
            </a:r>
            <a:r>
              <a:rPr spc="25" dirty="0"/>
              <a:t> </a:t>
            </a:r>
            <a:r>
              <a:rPr spc="-25" dirty="0"/>
              <a:t>38</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5866" y="204847"/>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76678" y="327826"/>
            <a:ext cx="3468370" cy="538609"/>
          </a:xfrm>
          <a:prstGeom prst="rect">
            <a:avLst/>
          </a:prstGeom>
        </p:spPr>
        <p:txBody>
          <a:bodyPr vert="horz" wrap="square" lIns="0" tIns="15240" rIns="0" bIns="0" rtlCol="0" anchor="t">
            <a:spAutoFit/>
          </a:bodyPr>
          <a:lstStyle/>
          <a:p>
            <a:pPr marL="12700">
              <a:spcBef>
                <a:spcPts val="120"/>
              </a:spcBef>
            </a:pPr>
            <a:r>
              <a:rPr dirty="0"/>
              <a:t>Until</a:t>
            </a:r>
            <a:r>
              <a:rPr spc="-65" dirty="0"/>
              <a:t> </a:t>
            </a:r>
            <a:r>
              <a:rPr lang="en-US" spc="-105" dirty="0"/>
              <a:t>2023</a:t>
            </a:r>
            <a:r>
              <a:rPr spc="-105" dirty="0"/>
              <a:t>,</a:t>
            </a:r>
            <a:r>
              <a:rPr spc="-30" dirty="0"/>
              <a:t> </a:t>
            </a:r>
            <a:r>
              <a:rPr dirty="0"/>
              <a:t>AIMA</a:t>
            </a:r>
            <a:r>
              <a:rPr spc="-45" dirty="0"/>
              <a:t> </a:t>
            </a:r>
            <a:r>
              <a:rPr spc="-85" dirty="0"/>
              <a:t>3rd</a:t>
            </a:r>
            <a:r>
              <a:rPr spc="-40" dirty="0"/>
              <a:t> </a:t>
            </a:r>
            <a:r>
              <a:rPr spc="-65" dirty="0"/>
              <a:t>edition</a:t>
            </a:r>
            <a:r>
              <a:rPr lang="en-US" spc="-65" dirty="0"/>
              <a:t> </a:t>
            </a:r>
            <a:br>
              <a:rPr lang="en-US" spc="-65" dirty="0"/>
            </a:br>
            <a:r>
              <a:rPr lang="en-US" spc="-65" dirty="0"/>
              <a:t>AI Tools</a:t>
            </a:r>
            <a:endParaRPr spc="-65" dirty="0"/>
          </a:p>
        </p:txBody>
      </p:sp>
      <p:pic>
        <p:nvPicPr>
          <p:cNvPr id="4" name="object 4"/>
          <p:cNvPicPr/>
          <p:nvPr/>
        </p:nvPicPr>
        <p:blipFill>
          <a:blip r:embed="rId2" cstate="print"/>
          <a:stretch>
            <a:fillRect/>
          </a:stretch>
        </p:blipFill>
        <p:spPr>
          <a:xfrm>
            <a:off x="300139" y="1094168"/>
            <a:ext cx="71526" cy="71526"/>
          </a:xfrm>
          <a:prstGeom prst="rect">
            <a:avLst/>
          </a:prstGeom>
        </p:spPr>
      </p:pic>
      <p:sp>
        <p:nvSpPr>
          <p:cNvPr id="5" name="object 5"/>
          <p:cNvSpPr txBox="1"/>
          <p:nvPr/>
        </p:nvSpPr>
        <p:spPr>
          <a:xfrm>
            <a:off x="433298" y="964476"/>
            <a:ext cx="2335530" cy="1575435"/>
          </a:xfrm>
          <a:prstGeom prst="rect">
            <a:avLst/>
          </a:prstGeom>
        </p:spPr>
        <p:txBody>
          <a:bodyPr vert="horz" wrap="square" lIns="0" tIns="12700" rIns="0" bIns="0" rtlCol="0">
            <a:spAutoFit/>
          </a:bodyPr>
          <a:lstStyle/>
          <a:p>
            <a:pPr marL="12700" marR="1146175">
              <a:lnSpc>
                <a:spcPct val="121100"/>
              </a:lnSpc>
              <a:spcBef>
                <a:spcPts val="100"/>
              </a:spcBef>
            </a:pPr>
            <a:r>
              <a:rPr sz="1200" spc="-20" dirty="0">
                <a:latin typeface="Tahoma"/>
                <a:cs typeface="Tahoma"/>
              </a:rPr>
              <a:t>Robotic</a:t>
            </a:r>
            <a:r>
              <a:rPr sz="1200" spc="-35" dirty="0">
                <a:latin typeface="Tahoma"/>
                <a:cs typeface="Tahoma"/>
              </a:rPr>
              <a:t> </a:t>
            </a:r>
            <a:r>
              <a:rPr sz="1200" spc="-10" dirty="0">
                <a:latin typeface="Tahoma"/>
                <a:cs typeface="Tahoma"/>
              </a:rPr>
              <a:t>vehicles </a:t>
            </a:r>
            <a:r>
              <a:rPr sz="1200" spc="-65" dirty="0">
                <a:latin typeface="Tahoma"/>
                <a:cs typeface="Tahoma"/>
              </a:rPr>
              <a:t>Speech</a:t>
            </a:r>
            <a:r>
              <a:rPr sz="1200" spc="5" dirty="0">
                <a:latin typeface="Tahoma"/>
                <a:cs typeface="Tahoma"/>
              </a:rPr>
              <a:t> </a:t>
            </a:r>
            <a:r>
              <a:rPr sz="1200" spc="-55" dirty="0">
                <a:latin typeface="Tahoma"/>
                <a:cs typeface="Tahoma"/>
              </a:rPr>
              <a:t>recognition </a:t>
            </a:r>
            <a:r>
              <a:rPr sz="1200" spc="-70" dirty="0">
                <a:latin typeface="Tahoma"/>
                <a:cs typeface="Tahoma"/>
              </a:rPr>
              <a:t>Game</a:t>
            </a:r>
            <a:r>
              <a:rPr sz="1200" spc="-15" dirty="0">
                <a:latin typeface="Tahoma"/>
                <a:cs typeface="Tahoma"/>
              </a:rPr>
              <a:t> </a:t>
            </a:r>
            <a:r>
              <a:rPr sz="1200" spc="-10" dirty="0">
                <a:latin typeface="Tahoma"/>
                <a:cs typeface="Tahoma"/>
              </a:rPr>
              <a:t>playing</a:t>
            </a:r>
            <a:endParaRPr sz="1200">
              <a:latin typeface="Tahoma"/>
              <a:cs typeface="Tahoma"/>
            </a:endParaRPr>
          </a:p>
          <a:p>
            <a:pPr marL="12700" marR="5080">
              <a:lnSpc>
                <a:spcPct val="121100"/>
              </a:lnSpc>
            </a:pPr>
            <a:r>
              <a:rPr sz="1200" spc="-50" dirty="0">
                <a:latin typeface="Tahoma"/>
                <a:cs typeface="Tahoma"/>
              </a:rPr>
              <a:t>Autonomous</a:t>
            </a:r>
            <a:r>
              <a:rPr sz="1200" spc="-35" dirty="0">
                <a:latin typeface="Tahoma"/>
                <a:cs typeface="Tahoma"/>
              </a:rPr>
              <a:t> </a:t>
            </a:r>
            <a:r>
              <a:rPr sz="1200" spc="-50" dirty="0">
                <a:latin typeface="Tahoma"/>
                <a:cs typeface="Tahoma"/>
              </a:rPr>
              <a:t>planning</a:t>
            </a:r>
            <a:r>
              <a:rPr sz="1200" spc="-30" dirty="0">
                <a:latin typeface="Tahoma"/>
                <a:cs typeface="Tahoma"/>
              </a:rPr>
              <a:t> </a:t>
            </a:r>
            <a:r>
              <a:rPr sz="1200" spc="-55" dirty="0">
                <a:latin typeface="Tahoma"/>
                <a:cs typeface="Tahoma"/>
              </a:rPr>
              <a:t>and</a:t>
            </a:r>
            <a:r>
              <a:rPr sz="1200" spc="-30" dirty="0">
                <a:latin typeface="Tahoma"/>
                <a:cs typeface="Tahoma"/>
              </a:rPr>
              <a:t> </a:t>
            </a:r>
            <a:r>
              <a:rPr sz="1200" spc="-65" dirty="0">
                <a:latin typeface="Tahoma"/>
                <a:cs typeface="Tahoma"/>
              </a:rPr>
              <a:t>scheduling </a:t>
            </a:r>
            <a:r>
              <a:rPr sz="1200" spc="-50" dirty="0">
                <a:latin typeface="Tahoma"/>
                <a:cs typeface="Tahoma"/>
              </a:rPr>
              <a:t>Spam</a:t>
            </a:r>
            <a:r>
              <a:rPr sz="1200" spc="-25" dirty="0">
                <a:latin typeface="Tahoma"/>
                <a:cs typeface="Tahoma"/>
              </a:rPr>
              <a:t> </a:t>
            </a:r>
            <a:r>
              <a:rPr sz="1200" spc="-10" dirty="0">
                <a:latin typeface="Tahoma"/>
                <a:cs typeface="Tahoma"/>
              </a:rPr>
              <a:t>fighting</a:t>
            </a:r>
            <a:endParaRPr sz="1200">
              <a:latin typeface="Tahoma"/>
              <a:cs typeface="Tahoma"/>
            </a:endParaRPr>
          </a:p>
          <a:p>
            <a:pPr marL="12700">
              <a:lnSpc>
                <a:spcPct val="100000"/>
              </a:lnSpc>
              <a:spcBef>
                <a:spcPts val="300"/>
              </a:spcBef>
            </a:pPr>
            <a:r>
              <a:rPr sz="1200" spc="-10" dirty="0">
                <a:latin typeface="Tahoma"/>
                <a:cs typeface="Tahoma"/>
              </a:rPr>
              <a:t>Robotics</a:t>
            </a:r>
            <a:endParaRPr sz="1200">
              <a:latin typeface="Tahoma"/>
              <a:cs typeface="Tahoma"/>
            </a:endParaRPr>
          </a:p>
          <a:p>
            <a:pPr marL="12700">
              <a:lnSpc>
                <a:spcPct val="100000"/>
              </a:lnSpc>
              <a:spcBef>
                <a:spcPts val="305"/>
              </a:spcBef>
            </a:pPr>
            <a:r>
              <a:rPr sz="1200" spc="-35" dirty="0">
                <a:latin typeface="Tahoma"/>
                <a:cs typeface="Tahoma"/>
              </a:rPr>
              <a:t>Machine</a:t>
            </a:r>
            <a:r>
              <a:rPr sz="1200" spc="-50" dirty="0">
                <a:latin typeface="Tahoma"/>
                <a:cs typeface="Tahoma"/>
              </a:rPr>
              <a:t> </a:t>
            </a:r>
            <a:r>
              <a:rPr sz="1200" spc="-10" dirty="0">
                <a:latin typeface="Tahoma"/>
                <a:cs typeface="Tahoma"/>
              </a:rPr>
              <a:t>Translation</a:t>
            </a:r>
            <a:endParaRPr sz="1200">
              <a:latin typeface="Tahoma"/>
              <a:cs typeface="Tahoma"/>
            </a:endParaRPr>
          </a:p>
        </p:txBody>
      </p:sp>
      <p:pic>
        <p:nvPicPr>
          <p:cNvPr id="6" name="object 6"/>
          <p:cNvPicPr/>
          <p:nvPr/>
        </p:nvPicPr>
        <p:blipFill>
          <a:blip r:embed="rId3" cstate="print"/>
          <a:stretch>
            <a:fillRect/>
          </a:stretch>
        </p:blipFill>
        <p:spPr>
          <a:xfrm>
            <a:off x="300139" y="1315580"/>
            <a:ext cx="71526" cy="71526"/>
          </a:xfrm>
          <a:prstGeom prst="rect">
            <a:avLst/>
          </a:prstGeom>
        </p:spPr>
      </p:pic>
      <p:pic>
        <p:nvPicPr>
          <p:cNvPr id="7" name="object 7"/>
          <p:cNvPicPr/>
          <p:nvPr/>
        </p:nvPicPr>
        <p:blipFill>
          <a:blip r:embed="rId4" cstate="print"/>
          <a:stretch>
            <a:fillRect/>
          </a:stretch>
        </p:blipFill>
        <p:spPr>
          <a:xfrm>
            <a:off x="300139" y="1537004"/>
            <a:ext cx="71526" cy="71526"/>
          </a:xfrm>
          <a:prstGeom prst="rect">
            <a:avLst/>
          </a:prstGeom>
        </p:spPr>
      </p:pic>
      <p:pic>
        <p:nvPicPr>
          <p:cNvPr id="8" name="object 8"/>
          <p:cNvPicPr/>
          <p:nvPr/>
        </p:nvPicPr>
        <p:blipFill>
          <a:blip r:embed="rId5" cstate="print"/>
          <a:stretch>
            <a:fillRect/>
          </a:stretch>
        </p:blipFill>
        <p:spPr>
          <a:xfrm>
            <a:off x="300139" y="1758416"/>
            <a:ext cx="71526" cy="71526"/>
          </a:xfrm>
          <a:prstGeom prst="rect">
            <a:avLst/>
          </a:prstGeom>
        </p:spPr>
      </p:pic>
      <p:pic>
        <p:nvPicPr>
          <p:cNvPr id="9" name="object 9"/>
          <p:cNvPicPr/>
          <p:nvPr/>
        </p:nvPicPr>
        <p:blipFill>
          <a:blip r:embed="rId6" cstate="print"/>
          <a:stretch>
            <a:fillRect/>
          </a:stretch>
        </p:blipFill>
        <p:spPr>
          <a:xfrm>
            <a:off x="300139" y="1979841"/>
            <a:ext cx="71526" cy="71526"/>
          </a:xfrm>
          <a:prstGeom prst="rect">
            <a:avLst/>
          </a:prstGeom>
        </p:spPr>
      </p:pic>
      <p:pic>
        <p:nvPicPr>
          <p:cNvPr id="10" name="object 10"/>
          <p:cNvPicPr/>
          <p:nvPr/>
        </p:nvPicPr>
        <p:blipFill>
          <a:blip r:embed="rId7" cstate="print"/>
          <a:stretch>
            <a:fillRect/>
          </a:stretch>
        </p:blipFill>
        <p:spPr>
          <a:xfrm>
            <a:off x="300139" y="2201265"/>
            <a:ext cx="71526" cy="71526"/>
          </a:xfrm>
          <a:prstGeom prst="rect">
            <a:avLst/>
          </a:prstGeom>
        </p:spPr>
      </p:pic>
      <p:pic>
        <p:nvPicPr>
          <p:cNvPr id="11" name="object 11"/>
          <p:cNvPicPr/>
          <p:nvPr/>
        </p:nvPicPr>
        <p:blipFill>
          <a:blip r:embed="rId8" cstate="print"/>
          <a:stretch>
            <a:fillRect/>
          </a:stretch>
        </p:blipFill>
        <p:spPr>
          <a:xfrm>
            <a:off x="300139" y="2422677"/>
            <a:ext cx="71526" cy="71526"/>
          </a:xfrm>
          <a:prstGeom prst="rect">
            <a:avLst/>
          </a:prstGeom>
        </p:spPr>
      </p:pic>
      <p:grpSp>
        <p:nvGrpSpPr>
          <p:cNvPr id="12" name="object 12"/>
          <p:cNvGrpSpPr/>
          <p:nvPr/>
        </p:nvGrpSpPr>
        <p:grpSpPr>
          <a:xfrm>
            <a:off x="0" y="3346348"/>
            <a:ext cx="4608195" cy="109855"/>
            <a:chOff x="0" y="3346348"/>
            <a:chExt cx="4608195" cy="109855"/>
          </a:xfrm>
        </p:grpSpPr>
        <p:sp>
          <p:nvSpPr>
            <p:cNvPr id="13" name="object 13"/>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4" name="object 14"/>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5" name="object 15"/>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6" name="object 16"/>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7" name="object 17"/>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9" action="ppaction://hlinksldjump"/>
              </a:rPr>
              <a:t>AI</a:t>
            </a:r>
            <a:endParaRPr sz="600">
              <a:latin typeface="Arial MT"/>
              <a:cs typeface="Arial MT"/>
            </a:endParaRPr>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9" name="object 19"/>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12</a:t>
            </a:fld>
            <a:r>
              <a:rPr spc="25" dirty="0"/>
              <a:t> </a:t>
            </a:r>
            <a:r>
              <a:rPr spc="150" dirty="0"/>
              <a:t>/</a:t>
            </a:r>
            <a:r>
              <a:rPr spc="25" dirty="0"/>
              <a:t> </a:t>
            </a:r>
            <a:r>
              <a:rPr spc="-25" dirty="0"/>
              <a:t>38</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85" dirty="0"/>
              <a:t>Intelligent</a:t>
            </a:r>
            <a:r>
              <a:rPr spc="30" dirty="0"/>
              <a:t> </a:t>
            </a:r>
            <a:r>
              <a:rPr spc="-80" dirty="0"/>
              <a:t>Agents</a:t>
            </a:r>
          </a:p>
        </p:txBody>
      </p:sp>
      <p:pic>
        <p:nvPicPr>
          <p:cNvPr id="4" name="object 4"/>
          <p:cNvPicPr/>
          <p:nvPr/>
        </p:nvPicPr>
        <p:blipFill>
          <a:blip r:embed="rId2" cstate="print"/>
          <a:stretch>
            <a:fillRect/>
          </a:stretch>
        </p:blipFill>
        <p:spPr>
          <a:xfrm>
            <a:off x="300139" y="725246"/>
            <a:ext cx="71526" cy="71526"/>
          </a:xfrm>
          <a:prstGeom prst="rect">
            <a:avLst/>
          </a:prstGeom>
        </p:spPr>
      </p:pic>
      <p:sp>
        <p:nvSpPr>
          <p:cNvPr id="5" name="object 5"/>
          <p:cNvSpPr txBox="1">
            <a:spLocks noGrp="1"/>
          </p:cNvSpPr>
          <p:nvPr>
            <p:ph type="body" idx="1"/>
          </p:nvPr>
        </p:nvSpPr>
        <p:spPr>
          <a:xfrm>
            <a:off x="124866" y="634781"/>
            <a:ext cx="4405981" cy="1197123"/>
          </a:xfrm>
          <a:prstGeom prst="rect">
            <a:avLst/>
          </a:prstGeom>
        </p:spPr>
        <p:txBody>
          <a:bodyPr vert="horz" wrap="square" lIns="0" tIns="12065" rIns="0" bIns="0" rtlCol="0">
            <a:spAutoFit/>
          </a:bodyPr>
          <a:lstStyle/>
          <a:p>
            <a:pPr marL="320675" marR="28575">
              <a:lnSpc>
                <a:spcPct val="100000"/>
              </a:lnSpc>
              <a:spcBef>
                <a:spcPts val="95"/>
              </a:spcBef>
            </a:pPr>
            <a:r>
              <a:rPr dirty="0">
                <a:solidFill>
                  <a:srgbClr val="FF0000"/>
                </a:solidFill>
                <a:highlight>
                  <a:srgbClr val="FFFF00"/>
                </a:highlight>
              </a:rPr>
              <a:t>An</a:t>
            </a:r>
            <a:r>
              <a:rPr spc="-45" dirty="0">
                <a:solidFill>
                  <a:srgbClr val="FF0000"/>
                </a:solidFill>
                <a:highlight>
                  <a:srgbClr val="FFFF00"/>
                </a:highlight>
              </a:rPr>
              <a:t> </a:t>
            </a:r>
            <a:r>
              <a:rPr spc="-60" dirty="0">
                <a:solidFill>
                  <a:srgbClr val="FF0000"/>
                </a:solidFill>
                <a:highlight>
                  <a:srgbClr val="FFFF00"/>
                </a:highlight>
              </a:rPr>
              <a:t>agent</a:t>
            </a:r>
            <a:r>
              <a:rPr spc="-30" dirty="0">
                <a:solidFill>
                  <a:srgbClr val="FF0000"/>
                </a:solidFill>
                <a:highlight>
                  <a:srgbClr val="FFFF00"/>
                </a:highlight>
              </a:rPr>
              <a:t> </a:t>
            </a:r>
            <a:r>
              <a:rPr dirty="0">
                <a:solidFill>
                  <a:srgbClr val="FF0000"/>
                </a:solidFill>
                <a:highlight>
                  <a:srgbClr val="FFFF00"/>
                </a:highlight>
              </a:rPr>
              <a:t>is</a:t>
            </a:r>
            <a:r>
              <a:rPr spc="-25" dirty="0">
                <a:solidFill>
                  <a:srgbClr val="FF0000"/>
                </a:solidFill>
                <a:highlight>
                  <a:srgbClr val="FFFF00"/>
                </a:highlight>
              </a:rPr>
              <a:t> </a:t>
            </a:r>
            <a:r>
              <a:rPr b="1" spc="-45" dirty="0">
                <a:solidFill>
                  <a:srgbClr val="FF0000"/>
                </a:solidFill>
                <a:highlight>
                  <a:srgbClr val="FFFF00"/>
                </a:highlight>
              </a:rPr>
              <a:t>anything</a:t>
            </a:r>
            <a:r>
              <a:rPr spc="-25" dirty="0">
                <a:solidFill>
                  <a:srgbClr val="FF0000"/>
                </a:solidFill>
                <a:highlight>
                  <a:srgbClr val="FFFF00"/>
                </a:highlight>
              </a:rPr>
              <a:t> </a:t>
            </a:r>
            <a:r>
              <a:rPr dirty="0">
                <a:solidFill>
                  <a:srgbClr val="FF0000"/>
                </a:solidFill>
                <a:highlight>
                  <a:srgbClr val="FFFF00"/>
                </a:highlight>
              </a:rPr>
              <a:t>that</a:t>
            </a:r>
            <a:r>
              <a:rPr spc="-30" dirty="0">
                <a:solidFill>
                  <a:srgbClr val="FF0000"/>
                </a:solidFill>
                <a:highlight>
                  <a:srgbClr val="FFFF00"/>
                </a:highlight>
              </a:rPr>
              <a:t> </a:t>
            </a:r>
            <a:r>
              <a:rPr spc="-45" dirty="0">
                <a:solidFill>
                  <a:srgbClr val="FF0000"/>
                </a:solidFill>
                <a:highlight>
                  <a:srgbClr val="FFFF00"/>
                </a:highlight>
              </a:rPr>
              <a:t>can</a:t>
            </a:r>
            <a:r>
              <a:rPr spc="-25" dirty="0">
                <a:solidFill>
                  <a:srgbClr val="FF0000"/>
                </a:solidFill>
                <a:highlight>
                  <a:srgbClr val="FFFF00"/>
                </a:highlight>
              </a:rPr>
              <a:t> </a:t>
            </a:r>
            <a:r>
              <a:rPr spc="-50" dirty="0">
                <a:solidFill>
                  <a:srgbClr val="FF0000"/>
                </a:solidFill>
                <a:highlight>
                  <a:srgbClr val="FFFF00"/>
                </a:highlight>
              </a:rPr>
              <a:t>be</a:t>
            </a:r>
            <a:r>
              <a:rPr spc="-25" dirty="0">
                <a:solidFill>
                  <a:srgbClr val="FF0000"/>
                </a:solidFill>
                <a:highlight>
                  <a:srgbClr val="FFFF00"/>
                </a:highlight>
              </a:rPr>
              <a:t> </a:t>
            </a:r>
            <a:r>
              <a:rPr spc="-85" dirty="0">
                <a:solidFill>
                  <a:srgbClr val="FF0000"/>
                </a:solidFill>
                <a:highlight>
                  <a:srgbClr val="FFFF00"/>
                </a:highlight>
              </a:rPr>
              <a:t>viewed</a:t>
            </a:r>
            <a:r>
              <a:rPr spc="-10" dirty="0">
                <a:solidFill>
                  <a:srgbClr val="FF0000"/>
                </a:solidFill>
                <a:highlight>
                  <a:srgbClr val="FFFF00"/>
                </a:highlight>
              </a:rPr>
              <a:t> </a:t>
            </a:r>
            <a:r>
              <a:rPr spc="-55" dirty="0">
                <a:solidFill>
                  <a:srgbClr val="FF0000"/>
                </a:solidFill>
                <a:highlight>
                  <a:srgbClr val="FFFF00"/>
                </a:highlight>
              </a:rPr>
              <a:t>as</a:t>
            </a:r>
            <a:r>
              <a:rPr spc="-25" dirty="0">
                <a:solidFill>
                  <a:srgbClr val="FF0000"/>
                </a:solidFill>
                <a:highlight>
                  <a:srgbClr val="FFFF00"/>
                </a:highlight>
              </a:rPr>
              <a:t> </a:t>
            </a:r>
            <a:r>
              <a:rPr b="1" spc="-65" dirty="0">
                <a:solidFill>
                  <a:srgbClr val="FF0000"/>
                </a:solidFill>
                <a:highlight>
                  <a:srgbClr val="FFFF00"/>
                </a:highlight>
              </a:rPr>
              <a:t>perceiving</a:t>
            </a:r>
            <a:r>
              <a:rPr spc="-30" dirty="0">
                <a:solidFill>
                  <a:srgbClr val="FF0000"/>
                </a:solidFill>
                <a:highlight>
                  <a:srgbClr val="FFFF00"/>
                </a:highlight>
              </a:rPr>
              <a:t> </a:t>
            </a:r>
            <a:r>
              <a:rPr spc="-25" dirty="0">
                <a:solidFill>
                  <a:srgbClr val="FF0000"/>
                </a:solidFill>
                <a:highlight>
                  <a:srgbClr val="FFFF00"/>
                </a:highlight>
              </a:rPr>
              <a:t>its </a:t>
            </a:r>
            <a:r>
              <a:rPr spc="-65" dirty="0">
                <a:solidFill>
                  <a:srgbClr val="FF0000"/>
                </a:solidFill>
                <a:highlight>
                  <a:srgbClr val="FFFF00"/>
                </a:highlight>
              </a:rPr>
              <a:t>environment</a:t>
            </a:r>
            <a:r>
              <a:rPr spc="-30" dirty="0">
                <a:solidFill>
                  <a:srgbClr val="FF0000"/>
                </a:solidFill>
                <a:highlight>
                  <a:srgbClr val="FFFF00"/>
                </a:highlight>
              </a:rPr>
              <a:t> </a:t>
            </a:r>
            <a:r>
              <a:rPr spc="-60" dirty="0">
                <a:solidFill>
                  <a:srgbClr val="FF0000"/>
                </a:solidFill>
                <a:highlight>
                  <a:srgbClr val="FFFF00"/>
                </a:highlight>
              </a:rPr>
              <a:t>through</a:t>
            </a:r>
            <a:r>
              <a:rPr spc="-35" dirty="0">
                <a:solidFill>
                  <a:srgbClr val="FF0000"/>
                </a:solidFill>
                <a:highlight>
                  <a:srgbClr val="FFFF00"/>
                </a:highlight>
              </a:rPr>
              <a:t> </a:t>
            </a:r>
            <a:r>
              <a:rPr spc="-90" dirty="0">
                <a:solidFill>
                  <a:srgbClr val="FF0000"/>
                </a:solidFill>
                <a:highlight>
                  <a:srgbClr val="FFFF00"/>
                </a:highlight>
              </a:rPr>
              <a:t>sensors</a:t>
            </a:r>
            <a:r>
              <a:rPr spc="-5" dirty="0">
                <a:solidFill>
                  <a:srgbClr val="FF0000"/>
                </a:solidFill>
                <a:highlight>
                  <a:srgbClr val="FFFF00"/>
                </a:highlight>
              </a:rPr>
              <a:t> </a:t>
            </a:r>
            <a:r>
              <a:rPr spc="-55" dirty="0">
                <a:solidFill>
                  <a:srgbClr val="FF0000"/>
                </a:solidFill>
                <a:highlight>
                  <a:srgbClr val="FFFF00"/>
                </a:highlight>
              </a:rPr>
              <a:t>and</a:t>
            </a:r>
            <a:r>
              <a:rPr spc="-35" dirty="0">
                <a:solidFill>
                  <a:srgbClr val="FF0000"/>
                </a:solidFill>
                <a:highlight>
                  <a:srgbClr val="FFFF00"/>
                </a:highlight>
              </a:rPr>
              <a:t> </a:t>
            </a:r>
            <a:r>
              <a:rPr spc="-30" dirty="0">
                <a:solidFill>
                  <a:srgbClr val="FF0000"/>
                </a:solidFill>
                <a:highlight>
                  <a:srgbClr val="FFFF00"/>
                </a:highlight>
              </a:rPr>
              <a:t>acting </a:t>
            </a:r>
            <a:r>
              <a:rPr spc="-55" dirty="0">
                <a:solidFill>
                  <a:srgbClr val="FF0000"/>
                </a:solidFill>
                <a:highlight>
                  <a:srgbClr val="FFFF00"/>
                </a:highlight>
              </a:rPr>
              <a:t>upon</a:t>
            </a:r>
            <a:r>
              <a:rPr spc="-25" dirty="0">
                <a:solidFill>
                  <a:srgbClr val="FF0000"/>
                </a:solidFill>
                <a:highlight>
                  <a:srgbClr val="FFFF00"/>
                </a:highlight>
              </a:rPr>
              <a:t> </a:t>
            </a:r>
            <a:r>
              <a:rPr dirty="0">
                <a:solidFill>
                  <a:srgbClr val="FF0000"/>
                </a:solidFill>
                <a:highlight>
                  <a:srgbClr val="FFFF00"/>
                </a:highlight>
              </a:rPr>
              <a:t>that</a:t>
            </a:r>
            <a:r>
              <a:rPr spc="-25" dirty="0">
                <a:solidFill>
                  <a:srgbClr val="FF0000"/>
                </a:solidFill>
                <a:highlight>
                  <a:srgbClr val="FFFF00"/>
                </a:highlight>
              </a:rPr>
              <a:t> </a:t>
            </a:r>
            <a:r>
              <a:rPr spc="-55" dirty="0">
                <a:solidFill>
                  <a:srgbClr val="FF0000"/>
                </a:solidFill>
                <a:highlight>
                  <a:srgbClr val="FFFF00"/>
                </a:highlight>
              </a:rPr>
              <a:t>environment </a:t>
            </a:r>
            <a:r>
              <a:rPr spc="-60" dirty="0">
                <a:solidFill>
                  <a:srgbClr val="FF0000"/>
                </a:solidFill>
                <a:highlight>
                  <a:srgbClr val="FFFF00"/>
                </a:highlight>
              </a:rPr>
              <a:t>through</a:t>
            </a:r>
            <a:r>
              <a:rPr spc="15" dirty="0">
                <a:solidFill>
                  <a:srgbClr val="FF0000"/>
                </a:solidFill>
                <a:highlight>
                  <a:srgbClr val="FFFF00"/>
                </a:highlight>
              </a:rPr>
              <a:t> </a:t>
            </a:r>
            <a:r>
              <a:rPr spc="-10" dirty="0">
                <a:solidFill>
                  <a:srgbClr val="FF0000"/>
                </a:solidFill>
                <a:highlight>
                  <a:srgbClr val="FFFF00"/>
                </a:highlight>
              </a:rPr>
              <a:t>effectors.</a:t>
            </a:r>
          </a:p>
          <a:p>
            <a:pPr marL="320675">
              <a:lnSpc>
                <a:spcPct val="100000"/>
              </a:lnSpc>
              <a:spcBef>
                <a:spcPts val="310"/>
              </a:spcBef>
            </a:pPr>
            <a:r>
              <a:rPr spc="-10" dirty="0"/>
              <a:t>Our</a:t>
            </a:r>
            <a:r>
              <a:rPr spc="-70" dirty="0"/>
              <a:t> </a:t>
            </a:r>
            <a:r>
              <a:rPr spc="-30" dirty="0"/>
              <a:t>aim</a:t>
            </a:r>
            <a:r>
              <a:rPr spc="-45" dirty="0"/>
              <a:t> </a:t>
            </a:r>
            <a:r>
              <a:rPr dirty="0"/>
              <a:t>is</a:t>
            </a:r>
            <a:r>
              <a:rPr spc="-40" dirty="0"/>
              <a:t> </a:t>
            </a:r>
            <a:r>
              <a:rPr dirty="0"/>
              <a:t>to</a:t>
            </a:r>
            <a:r>
              <a:rPr spc="-45" dirty="0"/>
              <a:t> </a:t>
            </a:r>
            <a:r>
              <a:rPr spc="-75" dirty="0"/>
              <a:t>design</a:t>
            </a:r>
            <a:r>
              <a:rPr spc="-20" dirty="0"/>
              <a:t> </a:t>
            </a:r>
            <a:r>
              <a:rPr spc="-10" dirty="0"/>
              <a:t>agents.</a:t>
            </a:r>
          </a:p>
          <a:p>
            <a:pPr marL="320675" marR="5080">
              <a:lnSpc>
                <a:spcPct val="100000"/>
              </a:lnSpc>
              <a:spcBef>
                <a:spcPts val="305"/>
              </a:spcBef>
            </a:pPr>
            <a:r>
              <a:rPr dirty="0"/>
              <a:t>A</a:t>
            </a:r>
            <a:r>
              <a:rPr spc="-75" dirty="0"/>
              <a:t> </a:t>
            </a:r>
            <a:r>
              <a:rPr spc="-35" dirty="0"/>
              <a:t>rational</a:t>
            </a:r>
            <a:r>
              <a:rPr spc="-30" dirty="0"/>
              <a:t> </a:t>
            </a:r>
            <a:r>
              <a:rPr spc="-60" dirty="0"/>
              <a:t>agent</a:t>
            </a:r>
            <a:r>
              <a:rPr spc="-30" dirty="0"/>
              <a:t> </a:t>
            </a:r>
            <a:r>
              <a:rPr dirty="0"/>
              <a:t>is</a:t>
            </a:r>
            <a:r>
              <a:rPr spc="-30" dirty="0"/>
              <a:t> </a:t>
            </a:r>
            <a:r>
              <a:rPr spc="-90" dirty="0"/>
              <a:t>one</a:t>
            </a:r>
            <a:r>
              <a:rPr dirty="0"/>
              <a:t> that</a:t>
            </a:r>
            <a:r>
              <a:rPr spc="-30" dirty="0"/>
              <a:t> </a:t>
            </a:r>
            <a:r>
              <a:rPr spc="-65" dirty="0"/>
              <a:t>performs</a:t>
            </a:r>
            <a:r>
              <a:rPr spc="-30" dirty="0"/>
              <a:t> </a:t>
            </a:r>
            <a:r>
              <a:rPr spc="-40" dirty="0"/>
              <a:t>the</a:t>
            </a:r>
            <a:r>
              <a:rPr spc="-30" dirty="0"/>
              <a:t> </a:t>
            </a:r>
            <a:r>
              <a:rPr spc="-40" dirty="0"/>
              <a:t>actions</a:t>
            </a:r>
            <a:r>
              <a:rPr spc="-30" dirty="0"/>
              <a:t> </a:t>
            </a:r>
            <a:r>
              <a:rPr dirty="0"/>
              <a:t>that</a:t>
            </a:r>
            <a:r>
              <a:rPr spc="-30" dirty="0"/>
              <a:t> </a:t>
            </a:r>
            <a:r>
              <a:rPr spc="-75" dirty="0"/>
              <a:t>cause</a:t>
            </a:r>
            <a:r>
              <a:rPr spc="-20" dirty="0"/>
              <a:t> </a:t>
            </a:r>
            <a:r>
              <a:rPr spc="-25" dirty="0"/>
              <a:t>the </a:t>
            </a:r>
            <a:r>
              <a:rPr spc="-60" dirty="0"/>
              <a:t>agent</a:t>
            </a:r>
            <a:r>
              <a:rPr spc="-30" dirty="0"/>
              <a:t> </a:t>
            </a:r>
            <a:r>
              <a:rPr dirty="0"/>
              <a:t>to</a:t>
            </a:r>
            <a:r>
              <a:rPr spc="-30" dirty="0"/>
              <a:t> </a:t>
            </a:r>
            <a:r>
              <a:rPr spc="-50" dirty="0"/>
              <a:t>be</a:t>
            </a:r>
            <a:r>
              <a:rPr spc="-30" dirty="0"/>
              <a:t> </a:t>
            </a:r>
            <a:r>
              <a:rPr spc="-50" dirty="0"/>
              <a:t>most</a:t>
            </a:r>
            <a:r>
              <a:rPr spc="-25" dirty="0"/>
              <a:t> </a:t>
            </a:r>
            <a:r>
              <a:rPr spc="-10" dirty="0"/>
              <a:t>successful.</a:t>
            </a:r>
          </a:p>
        </p:txBody>
      </p:sp>
      <p:pic>
        <p:nvPicPr>
          <p:cNvPr id="6" name="object 6"/>
          <p:cNvPicPr/>
          <p:nvPr/>
        </p:nvPicPr>
        <p:blipFill>
          <a:blip r:embed="rId3" cstate="print"/>
          <a:stretch>
            <a:fillRect/>
          </a:stretch>
        </p:blipFill>
        <p:spPr>
          <a:xfrm>
            <a:off x="300139" y="1313599"/>
            <a:ext cx="71526" cy="71526"/>
          </a:xfrm>
          <a:prstGeom prst="rect">
            <a:avLst/>
          </a:prstGeom>
        </p:spPr>
      </p:pic>
      <p:pic>
        <p:nvPicPr>
          <p:cNvPr id="7" name="object 7"/>
          <p:cNvPicPr/>
          <p:nvPr/>
        </p:nvPicPr>
        <p:blipFill>
          <a:blip r:embed="rId4" cstate="print"/>
          <a:stretch>
            <a:fillRect/>
          </a:stretch>
        </p:blipFill>
        <p:spPr>
          <a:xfrm>
            <a:off x="300139" y="1535010"/>
            <a:ext cx="71526" cy="71526"/>
          </a:xfrm>
          <a:prstGeom prst="rect">
            <a:avLst/>
          </a:prstGeom>
        </p:spPr>
      </p:pic>
      <p:grpSp>
        <p:nvGrpSpPr>
          <p:cNvPr id="9" name="object 9"/>
          <p:cNvGrpSpPr/>
          <p:nvPr/>
        </p:nvGrpSpPr>
        <p:grpSpPr>
          <a:xfrm>
            <a:off x="0" y="3346348"/>
            <a:ext cx="4608195" cy="109855"/>
            <a:chOff x="0" y="3346348"/>
            <a:chExt cx="4608195" cy="109855"/>
          </a:xfrm>
        </p:grpSpPr>
        <p:sp>
          <p:nvSpPr>
            <p:cNvPr id="10" name="object 10"/>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1" name="object 11"/>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2" name="object 12"/>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pic>
        <p:nvPicPr>
          <p:cNvPr id="8" name="object 8"/>
          <p:cNvPicPr/>
          <p:nvPr/>
        </p:nvPicPr>
        <p:blipFill>
          <a:blip r:embed="rId5" cstate="print"/>
          <a:stretch>
            <a:fillRect/>
          </a:stretch>
        </p:blipFill>
        <p:spPr>
          <a:xfrm>
            <a:off x="93331" y="1834341"/>
            <a:ext cx="2429467" cy="1208073"/>
          </a:xfrm>
          <a:prstGeom prst="rect">
            <a:avLst/>
          </a:prstGeom>
        </p:spPr>
      </p:pic>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4" name="object 14"/>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6" action="ppaction://hlinksldjump"/>
              </a:rPr>
              <a:t>AI</a:t>
            </a:r>
            <a:endParaRPr sz="600">
              <a:latin typeface="Arial MT"/>
              <a:cs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13</a:t>
            </a:fld>
            <a:r>
              <a:rPr spc="25" dirty="0"/>
              <a:t> </a:t>
            </a:r>
            <a:r>
              <a:rPr spc="150" dirty="0"/>
              <a:t>/</a:t>
            </a:r>
            <a:r>
              <a:rPr spc="25" dirty="0"/>
              <a:t> </a:t>
            </a:r>
            <a:r>
              <a:rPr spc="-25" dirty="0"/>
              <a:t>38</a:t>
            </a:r>
          </a:p>
        </p:txBody>
      </p:sp>
      <p:sp>
        <p:nvSpPr>
          <p:cNvPr id="17" name="TextBox 16">
            <a:extLst>
              <a:ext uri="{FF2B5EF4-FFF2-40B4-BE49-F238E27FC236}">
                <a16:creationId xmlns:a16="http://schemas.microsoft.com/office/drawing/2014/main" id="{F2DBC04D-BA31-656B-1FC2-B31C4BE39419}"/>
              </a:ext>
            </a:extLst>
          </p:cNvPr>
          <p:cNvSpPr txBox="1"/>
          <p:nvPr/>
        </p:nvSpPr>
        <p:spPr>
          <a:xfrm>
            <a:off x="2596465" y="1938974"/>
            <a:ext cx="1956107" cy="1338828"/>
          </a:xfrm>
          <a:prstGeom prst="rect">
            <a:avLst/>
          </a:prstGeom>
          <a:solidFill>
            <a:srgbClr val="ED7D3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900" b="1" dirty="0"/>
              <a:t>Web search engines</a:t>
            </a:r>
            <a:r>
              <a:rPr lang="en-US" sz="900" dirty="0"/>
              <a:t> (ranking relevant results)</a:t>
            </a:r>
          </a:p>
          <a:p>
            <a:pPr marL="228600" indent="-228600">
              <a:buFont typeface=""/>
              <a:buChar char="•"/>
            </a:pPr>
            <a:r>
              <a:rPr lang="en-US" sz="900" b="1" dirty="0"/>
              <a:t>Recommendation systems</a:t>
            </a:r>
            <a:r>
              <a:rPr lang="en-US" sz="900" dirty="0"/>
              <a:t> (Netflix, Amazon)</a:t>
            </a:r>
          </a:p>
          <a:p>
            <a:pPr marL="228600" indent="-228600">
              <a:buFont typeface=""/>
              <a:buChar char="•"/>
            </a:pPr>
            <a:r>
              <a:rPr lang="en-US" sz="900" b="1" dirty="0"/>
              <a:t>Autonomous robots</a:t>
            </a:r>
            <a:r>
              <a:rPr lang="en-US" sz="900" dirty="0"/>
              <a:t> (drones, Mars rovers)</a:t>
            </a:r>
          </a:p>
          <a:p>
            <a:pPr marL="228600" indent="-228600">
              <a:buFont typeface=""/>
              <a:buChar char="•"/>
            </a:pPr>
            <a:r>
              <a:rPr lang="en-US" sz="900" b="1" dirty="0"/>
              <a:t>Game AI</a:t>
            </a:r>
            <a:r>
              <a:rPr lang="en-US" sz="900" dirty="0"/>
              <a:t> (NPCs that adapt and respond)</a:t>
            </a:r>
          </a:p>
          <a:p>
            <a:pPr marL="228600" indent="-228600">
              <a:buFont typeface=""/>
              <a:buChar char="•"/>
            </a:pPr>
            <a:r>
              <a:rPr lang="en-US" sz="900" b="1" dirty="0"/>
              <a:t>Smart assistants</a:t>
            </a:r>
            <a:r>
              <a:rPr lang="en-US" sz="900" dirty="0"/>
              <a:t> (Alexa, Siri)</a:t>
            </a: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1315085" cy="288290"/>
          </a:xfrm>
          <a:prstGeom prst="rect">
            <a:avLst/>
          </a:prstGeom>
        </p:spPr>
        <p:txBody>
          <a:bodyPr vert="horz" wrap="square" lIns="0" tIns="15240" rIns="0" bIns="0" rtlCol="0">
            <a:spAutoFit/>
          </a:bodyPr>
          <a:lstStyle/>
          <a:p>
            <a:pPr marL="12700">
              <a:lnSpc>
                <a:spcPct val="100000"/>
              </a:lnSpc>
              <a:spcBef>
                <a:spcPts val="120"/>
              </a:spcBef>
            </a:pPr>
            <a:r>
              <a:rPr spc="-50" dirty="0"/>
              <a:t>Rational</a:t>
            </a:r>
            <a:r>
              <a:rPr spc="-75" dirty="0"/>
              <a:t> </a:t>
            </a:r>
            <a:r>
              <a:rPr spc="-60" dirty="0"/>
              <a:t>Agent</a:t>
            </a:r>
          </a:p>
        </p:txBody>
      </p:sp>
      <p:pic>
        <p:nvPicPr>
          <p:cNvPr id="4" name="object 4"/>
          <p:cNvPicPr/>
          <p:nvPr/>
        </p:nvPicPr>
        <p:blipFill>
          <a:blip r:embed="rId2" cstate="print"/>
          <a:stretch>
            <a:fillRect/>
          </a:stretch>
        </p:blipFill>
        <p:spPr>
          <a:xfrm>
            <a:off x="300139" y="948232"/>
            <a:ext cx="71526" cy="71526"/>
          </a:xfrm>
          <a:prstGeom prst="rect">
            <a:avLst/>
          </a:prstGeom>
        </p:spPr>
      </p:pic>
      <p:sp>
        <p:nvSpPr>
          <p:cNvPr id="5" name="object 5"/>
          <p:cNvSpPr txBox="1">
            <a:spLocks noGrp="1"/>
          </p:cNvSpPr>
          <p:nvPr>
            <p:ph type="body" idx="1"/>
          </p:nvPr>
        </p:nvSpPr>
        <p:spPr>
          <a:xfrm>
            <a:off x="124866" y="634781"/>
            <a:ext cx="4405981" cy="2284061"/>
          </a:xfrm>
          <a:prstGeom prst="rect">
            <a:avLst/>
          </a:prstGeom>
        </p:spPr>
        <p:txBody>
          <a:bodyPr vert="horz" wrap="square" lIns="0" tIns="235051" rIns="0" bIns="0" rtlCol="0" anchor="t">
            <a:spAutoFit/>
          </a:bodyPr>
          <a:lstStyle/>
          <a:p>
            <a:pPr marL="320675" marR="130810">
              <a:lnSpc>
                <a:spcPct val="100000"/>
              </a:lnSpc>
              <a:spcBef>
                <a:spcPts val="95"/>
              </a:spcBef>
            </a:pPr>
            <a:r>
              <a:rPr dirty="0"/>
              <a:t>An</a:t>
            </a:r>
            <a:r>
              <a:rPr spc="-55" dirty="0"/>
              <a:t> </a:t>
            </a:r>
            <a:r>
              <a:rPr b="1" spc="-75" dirty="0">
                <a:latin typeface="Tahoma"/>
                <a:cs typeface="Tahoma"/>
              </a:rPr>
              <a:t>agent</a:t>
            </a:r>
            <a:r>
              <a:rPr b="1" spc="-15" dirty="0">
                <a:latin typeface="Tahoma"/>
                <a:cs typeface="Tahoma"/>
              </a:rPr>
              <a:t> </a:t>
            </a:r>
            <a:r>
              <a:rPr dirty="0"/>
              <a:t>is</a:t>
            </a:r>
            <a:r>
              <a:rPr spc="-35" dirty="0"/>
              <a:t> </a:t>
            </a:r>
            <a:r>
              <a:rPr spc="-50" dirty="0"/>
              <a:t>an</a:t>
            </a:r>
            <a:r>
              <a:rPr spc="-35" dirty="0"/>
              <a:t> entity </a:t>
            </a:r>
            <a:r>
              <a:rPr spc="-10" dirty="0"/>
              <a:t>that</a:t>
            </a:r>
            <a:r>
              <a:rPr spc="-40" dirty="0"/>
              <a:t> </a:t>
            </a:r>
            <a:r>
              <a:rPr b="1" spc="-90" dirty="0">
                <a:latin typeface="Tahoma"/>
                <a:cs typeface="Tahoma"/>
              </a:rPr>
              <a:t>perceives</a:t>
            </a:r>
            <a:r>
              <a:rPr b="1" spc="5" dirty="0">
                <a:latin typeface="Tahoma"/>
                <a:cs typeface="Tahoma"/>
              </a:rPr>
              <a:t> </a:t>
            </a:r>
            <a:r>
              <a:rPr spc="-55" dirty="0"/>
              <a:t>and</a:t>
            </a:r>
            <a:r>
              <a:rPr spc="-35" dirty="0"/>
              <a:t> </a:t>
            </a:r>
            <a:r>
              <a:rPr b="1" spc="-35" dirty="0">
                <a:latin typeface="Tahoma"/>
                <a:cs typeface="Tahoma"/>
              </a:rPr>
              <a:t>acts</a:t>
            </a:r>
            <a:r>
              <a:rPr spc="-35" dirty="0"/>
              <a:t>.</a:t>
            </a:r>
            <a:r>
              <a:rPr spc="75" dirty="0"/>
              <a:t> </a:t>
            </a:r>
            <a:r>
              <a:rPr spc="-40" dirty="0"/>
              <a:t>Abstractly,</a:t>
            </a:r>
            <a:r>
              <a:rPr spc="-35" dirty="0"/>
              <a:t> </a:t>
            </a:r>
            <a:r>
              <a:rPr spc="-25" dirty="0"/>
              <a:t>an </a:t>
            </a:r>
            <a:r>
              <a:rPr spc="-60" dirty="0"/>
              <a:t>agent</a:t>
            </a:r>
            <a:r>
              <a:rPr spc="-35" dirty="0"/>
              <a:t> </a:t>
            </a:r>
            <a:r>
              <a:rPr dirty="0"/>
              <a:t>is</a:t>
            </a:r>
            <a:r>
              <a:rPr spc="-45" dirty="0"/>
              <a:t> </a:t>
            </a:r>
            <a:r>
              <a:rPr dirty="0"/>
              <a:t>a</a:t>
            </a:r>
            <a:r>
              <a:rPr spc="-40" dirty="0"/>
              <a:t> </a:t>
            </a:r>
            <a:r>
              <a:rPr spc="-35" dirty="0"/>
              <a:t>function</a:t>
            </a:r>
            <a:r>
              <a:rPr spc="-40" dirty="0"/>
              <a:t> </a:t>
            </a:r>
            <a:r>
              <a:rPr spc="-45" dirty="0"/>
              <a:t>from</a:t>
            </a:r>
            <a:r>
              <a:rPr spc="-40" dirty="0"/>
              <a:t> </a:t>
            </a:r>
            <a:r>
              <a:rPr spc="-50" dirty="0"/>
              <a:t>percept</a:t>
            </a:r>
            <a:r>
              <a:rPr spc="-35" dirty="0"/>
              <a:t> </a:t>
            </a:r>
            <a:r>
              <a:rPr spc="-55" dirty="0"/>
              <a:t>histories</a:t>
            </a:r>
            <a:r>
              <a:rPr spc="-40" dirty="0"/>
              <a:t> </a:t>
            </a:r>
            <a:r>
              <a:rPr dirty="0"/>
              <a:t>to</a:t>
            </a:r>
            <a:r>
              <a:rPr spc="-40" dirty="0"/>
              <a:t> </a:t>
            </a:r>
            <a:r>
              <a:rPr spc="-10" dirty="0"/>
              <a:t>actions:</a:t>
            </a:r>
          </a:p>
          <a:p>
            <a:pPr marL="248920" algn="ctr">
              <a:lnSpc>
                <a:spcPct val="100000"/>
              </a:lnSpc>
              <a:spcBef>
                <a:spcPts val="1205"/>
              </a:spcBef>
            </a:pPr>
            <a:r>
              <a:rPr b="1" i="1" dirty="0">
                <a:solidFill>
                  <a:srgbClr val="C00000"/>
                </a:solidFill>
                <a:latin typeface="Calibri"/>
                <a:cs typeface="Calibri"/>
              </a:rPr>
              <a:t>f</a:t>
            </a:r>
            <a:r>
              <a:rPr b="1" i="1" spc="315" dirty="0">
                <a:solidFill>
                  <a:srgbClr val="C00000"/>
                </a:solidFill>
                <a:latin typeface="Calibri"/>
                <a:cs typeface="Calibri"/>
              </a:rPr>
              <a:t> </a:t>
            </a:r>
            <a:r>
              <a:rPr b="1" spc="-110" dirty="0">
                <a:solidFill>
                  <a:srgbClr val="C00000"/>
                </a:solidFill>
              </a:rPr>
              <a:t>:</a:t>
            </a:r>
            <a:r>
              <a:rPr b="1" spc="-45" dirty="0">
                <a:solidFill>
                  <a:srgbClr val="C00000"/>
                </a:solidFill>
              </a:rPr>
              <a:t> </a:t>
            </a:r>
            <a:r>
              <a:rPr b="1" i="1" spc="105" dirty="0">
                <a:solidFill>
                  <a:srgbClr val="C00000"/>
                </a:solidFill>
                <a:latin typeface="Times New Roman"/>
                <a:cs typeface="Times New Roman"/>
              </a:rPr>
              <a:t>P</a:t>
            </a:r>
            <a:r>
              <a:rPr sz="1200" b="1" spc="157" baseline="34722" dirty="0">
                <a:solidFill>
                  <a:srgbClr val="C00000"/>
                </a:solidFill>
                <a:latin typeface="Cambria"/>
                <a:cs typeface="Cambria"/>
              </a:rPr>
              <a:t>∗</a:t>
            </a:r>
            <a:r>
              <a:rPr sz="1200" b="1" spc="300" baseline="34722" dirty="0">
                <a:solidFill>
                  <a:srgbClr val="C00000"/>
                </a:solidFill>
                <a:latin typeface="Cambria"/>
                <a:cs typeface="Cambria"/>
              </a:rPr>
              <a:t> </a:t>
            </a:r>
            <a:r>
              <a:rPr sz="1200" b="1" i="1" dirty="0">
                <a:solidFill>
                  <a:srgbClr val="C00000"/>
                </a:solidFill>
                <a:latin typeface="Times New Roman"/>
                <a:cs typeface="Times New Roman"/>
              </a:rPr>
              <a:t>→</a:t>
            </a:r>
            <a:r>
              <a:rPr sz="1200" b="1" i="1" spc="30" dirty="0">
                <a:solidFill>
                  <a:srgbClr val="C00000"/>
                </a:solidFill>
                <a:latin typeface="Times New Roman"/>
                <a:cs typeface="Times New Roman"/>
              </a:rPr>
              <a:t> </a:t>
            </a:r>
            <a:r>
              <a:rPr sz="1200" b="1" i="1" spc="160" dirty="0">
                <a:solidFill>
                  <a:srgbClr val="C00000"/>
                </a:solidFill>
                <a:latin typeface="Times New Roman"/>
                <a:cs typeface="Times New Roman"/>
              </a:rPr>
              <a:t>A</a:t>
            </a:r>
            <a:endParaRPr sz="1200" b="1">
              <a:solidFill>
                <a:srgbClr val="C00000"/>
              </a:solidFill>
              <a:latin typeface="Times New Roman"/>
              <a:cs typeface="Times New Roman"/>
            </a:endParaRPr>
          </a:p>
          <a:p>
            <a:pPr marL="320675" marR="106680">
              <a:lnSpc>
                <a:spcPct val="100000"/>
              </a:lnSpc>
              <a:spcBef>
                <a:spcPts val="1200"/>
              </a:spcBef>
            </a:pPr>
            <a:r>
              <a:rPr spc="-25" dirty="0"/>
              <a:t>Doesn’t</a:t>
            </a:r>
            <a:r>
              <a:rPr spc="-65" dirty="0"/>
              <a:t> necessarily</a:t>
            </a:r>
            <a:r>
              <a:rPr spc="-30" dirty="0"/>
              <a:t> </a:t>
            </a:r>
            <a:r>
              <a:rPr spc="-50" dirty="0"/>
              <a:t>involve</a:t>
            </a:r>
            <a:r>
              <a:rPr spc="-40" dirty="0"/>
              <a:t> </a:t>
            </a:r>
            <a:r>
              <a:rPr spc="-35" dirty="0"/>
              <a:t>thinking</a:t>
            </a:r>
            <a:r>
              <a:rPr spc="-45" dirty="0"/>
              <a:t> </a:t>
            </a:r>
            <a:r>
              <a:rPr dirty="0"/>
              <a:t>–</a:t>
            </a:r>
            <a:r>
              <a:rPr spc="-40" dirty="0"/>
              <a:t> </a:t>
            </a:r>
            <a:r>
              <a:rPr spc="-10" dirty="0"/>
              <a:t>but</a:t>
            </a:r>
            <a:r>
              <a:rPr spc="-45" dirty="0"/>
              <a:t> </a:t>
            </a:r>
            <a:r>
              <a:rPr spc="-35" dirty="0"/>
              <a:t>thinking</a:t>
            </a:r>
            <a:r>
              <a:rPr spc="-45" dirty="0"/>
              <a:t> </a:t>
            </a:r>
            <a:r>
              <a:rPr spc="-55" dirty="0"/>
              <a:t>should</a:t>
            </a:r>
            <a:r>
              <a:rPr spc="-35" dirty="0"/>
              <a:t> </a:t>
            </a:r>
            <a:r>
              <a:rPr spc="-50" dirty="0"/>
              <a:t>be</a:t>
            </a:r>
            <a:r>
              <a:rPr spc="-45" dirty="0"/>
              <a:t> </a:t>
            </a:r>
            <a:r>
              <a:rPr spc="-25" dirty="0"/>
              <a:t>in </a:t>
            </a:r>
            <a:r>
              <a:rPr spc="-40" dirty="0"/>
              <a:t>the </a:t>
            </a:r>
            <a:r>
              <a:rPr spc="-70" dirty="0"/>
              <a:t>service</a:t>
            </a:r>
            <a:r>
              <a:rPr spc="-20" dirty="0"/>
              <a:t> </a:t>
            </a:r>
            <a:r>
              <a:rPr dirty="0"/>
              <a:t>of</a:t>
            </a:r>
            <a:r>
              <a:rPr spc="-30" dirty="0"/>
              <a:t> </a:t>
            </a:r>
            <a:r>
              <a:rPr spc="-35" dirty="0"/>
              <a:t>rational</a:t>
            </a:r>
            <a:r>
              <a:rPr spc="-30" dirty="0"/>
              <a:t> </a:t>
            </a:r>
            <a:r>
              <a:rPr spc="-10" dirty="0"/>
              <a:t>action.</a:t>
            </a:r>
          </a:p>
          <a:p>
            <a:pPr marL="320675" marR="17780">
              <a:lnSpc>
                <a:spcPct val="100000"/>
              </a:lnSpc>
              <a:spcBef>
                <a:spcPts val="305"/>
              </a:spcBef>
            </a:pPr>
            <a:r>
              <a:rPr spc="-40" dirty="0"/>
              <a:t>For</a:t>
            </a:r>
            <a:r>
              <a:rPr spc="-55" dirty="0"/>
              <a:t> </a:t>
            </a:r>
            <a:r>
              <a:rPr spc="-70" dirty="0"/>
              <a:t>any</a:t>
            </a:r>
            <a:r>
              <a:rPr spc="-20" dirty="0"/>
              <a:t> </a:t>
            </a:r>
            <a:r>
              <a:rPr spc="-70" dirty="0"/>
              <a:t>given</a:t>
            </a:r>
            <a:r>
              <a:rPr spc="-25" dirty="0"/>
              <a:t> </a:t>
            </a:r>
            <a:r>
              <a:rPr spc="-55" dirty="0"/>
              <a:t>class</a:t>
            </a:r>
            <a:r>
              <a:rPr spc="-25" dirty="0"/>
              <a:t> </a:t>
            </a:r>
            <a:r>
              <a:rPr spc="-20" dirty="0"/>
              <a:t>of </a:t>
            </a:r>
            <a:r>
              <a:rPr spc="-65" dirty="0"/>
              <a:t>environments</a:t>
            </a:r>
            <a:r>
              <a:rPr spc="-25" dirty="0"/>
              <a:t> </a:t>
            </a:r>
            <a:r>
              <a:rPr spc="-75" dirty="0"/>
              <a:t>and</a:t>
            </a:r>
            <a:r>
              <a:rPr spc="-15" dirty="0"/>
              <a:t> </a:t>
            </a:r>
            <a:r>
              <a:rPr spc="-45" dirty="0"/>
              <a:t>tasks,</a:t>
            </a:r>
            <a:r>
              <a:rPr spc="-15" dirty="0"/>
              <a:t> </a:t>
            </a:r>
            <a:r>
              <a:rPr spc="-135" dirty="0"/>
              <a:t>we</a:t>
            </a:r>
            <a:r>
              <a:rPr spc="-10" dirty="0"/>
              <a:t> </a:t>
            </a:r>
            <a:r>
              <a:rPr spc="-95" dirty="0"/>
              <a:t>seek</a:t>
            </a:r>
            <a:r>
              <a:rPr spc="-10" dirty="0"/>
              <a:t> </a:t>
            </a:r>
            <a:r>
              <a:rPr spc="-45" dirty="0"/>
              <a:t>the</a:t>
            </a:r>
            <a:r>
              <a:rPr spc="-25" dirty="0"/>
              <a:t> </a:t>
            </a:r>
            <a:r>
              <a:rPr spc="-45" dirty="0"/>
              <a:t>agent </a:t>
            </a:r>
            <a:r>
              <a:rPr spc="-20" dirty="0"/>
              <a:t>with</a:t>
            </a:r>
            <a:r>
              <a:rPr spc="-45" dirty="0"/>
              <a:t> </a:t>
            </a:r>
            <a:r>
              <a:rPr spc="-40" dirty="0"/>
              <a:t>the</a:t>
            </a:r>
            <a:r>
              <a:rPr spc="-45" dirty="0"/>
              <a:t> best</a:t>
            </a:r>
            <a:r>
              <a:rPr spc="-40" dirty="0"/>
              <a:t> </a:t>
            </a:r>
            <a:r>
              <a:rPr spc="-10" dirty="0"/>
              <a:t>performance</a:t>
            </a:r>
          </a:p>
          <a:p>
            <a:pPr marL="320675">
              <a:lnSpc>
                <a:spcPct val="100000"/>
              </a:lnSpc>
              <a:spcBef>
                <a:spcPts val="310"/>
              </a:spcBef>
            </a:pPr>
            <a:r>
              <a:rPr b="1" spc="-55" dirty="0">
                <a:solidFill>
                  <a:srgbClr val="C00000"/>
                </a:solidFill>
              </a:rPr>
              <a:t>Target</a:t>
            </a:r>
            <a:r>
              <a:rPr b="1" spc="-20" dirty="0">
                <a:solidFill>
                  <a:srgbClr val="C00000"/>
                </a:solidFill>
              </a:rPr>
              <a:t> </a:t>
            </a:r>
            <a:r>
              <a:rPr dirty="0"/>
              <a:t>is</a:t>
            </a:r>
            <a:r>
              <a:rPr spc="-15" dirty="0"/>
              <a:t> </a:t>
            </a:r>
            <a:r>
              <a:rPr dirty="0"/>
              <a:t>to</a:t>
            </a:r>
            <a:r>
              <a:rPr spc="-20" dirty="0"/>
              <a:t> </a:t>
            </a:r>
            <a:r>
              <a:rPr b="1" spc="-75" dirty="0">
                <a:solidFill>
                  <a:srgbClr val="C00000"/>
                </a:solidFill>
              </a:rPr>
              <a:t>design</a:t>
            </a:r>
            <a:r>
              <a:rPr b="1" spc="-15" dirty="0">
                <a:solidFill>
                  <a:srgbClr val="C00000"/>
                </a:solidFill>
              </a:rPr>
              <a:t> </a:t>
            </a:r>
            <a:r>
              <a:rPr b="1" spc="-45" dirty="0">
                <a:solidFill>
                  <a:srgbClr val="C00000"/>
                </a:solidFill>
              </a:rPr>
              <a:t>best</a:t>
            </a:r>
            <a:r>
              <a:rPr b="1" spc="-20" dirty="0">
                <a:solidFill>
                  <a:srgbClr val="C00000"/>
                </a:solidFill>
              </a:rPr>
              <a:t> </a:t>
            </a:r>
            <a:r>
              <a:rPr b="1" spc="-70" dirty="0">
                <a:solidFill>
                  <a:srgbClr val="C00000"/>
                </a:solidFill>
              </a:rPr>
              <a:t>program</a:t>
            </a:r>
            <a:r>
              <a:rPr b="1" spc="-15" dirty="0">
                <a:solidFill>
                  <a:srgbClr val="C00000"/>
                </a:solidFill>
              </a:rPr>
              <a:t> </a:t>
            </a:r>
            <a:r>
              <a:rPr spc="-40" dirty="0"/>
              <a:t>for</a:t>
            </a:r>
            <a:r>
              <a:rPr spc="-15" dirty="0"/>
              <a:t> </a:t>
            </a:r>
            <a:r>
              <a:rPr spc="-65" dirty="0"/>
              <a:t>given</a:t>
            </a:r>
            <a:r>
              <a:rPr spc="-20" dirty="0"/>
              <a:t> </a:t>
            </a:r>
            <a:r>
              <a:rPr spc="-70" dirty="0"/>
              <a:t>machine</a:t>
            </a:r>
            <a:r>
              <a:rPr spc="-15" dirty="0"/>
              <a:t> </a:t>
            </a:r>
            <a:r>
              <a:rPr spc="-10" dirty="0"/>
              <a:t>resources.</a:t>
            </a:r>
          </a:p>
        </p:txBody>
      </p:sp>
      <p:pic>
        <p:nvPicPr>
          <p:cNvPr id="6" name="object 6"/>
          <p:cNvPicPr/>
          <p:nvPr/>
        </p:nvPicPr>
        <p:blipFill>
          <a:blip r:embed="rId3" cstate="print"/>
          <a:stretch>
            <a:fillRect/>
          </a:stretch>
        </p:blipFill>
        <p:spPr>
          <a:xfrm>
            <a:off x="300139" y="1802282"/>
            <a:ext cx="71526" cy="71526"/>
          </a:xfrm>
          <a:prstGeom prst="rect">
            <a:avLst/>
          </a:prstGeom>
        </p:spPr>
      </p:pic>
      <p:pic>
        <p:nvPicPr>
          <p:cNvPr id="7" name="object 7"/>
          <p:cNvPicPr/>
          <p:nvPr/>
        </p:nvPicPr>
        <p:blipFill>
          <a:blip r:embed="rId4" cstate="print"/>
          <a:stretch>
            <a:fillRect/>
          </a:stretch>
        </p:blipFill>
        <p:spPr>
          <a:xfrm>
            <a:off x="300139" y="2207171"/>
            <a:ext cx="71526" cy="71526"/>
          </a:xfrm>
          <a:prstGeom prst="rect">
            <a:avLst/>
          </a:prstGeom>
        </p:spPr>
      </p:pic>
      <p:pic>
        <p:nvPicPr>
          <p:cNvPr id="8" name="object 8"/>
          <p:cNvPicPr/>
          <p:nvPr/>
        </p:nvPicPr>
        <p:blipFill>
          <a:blip r:embed="rId5" cstate="print"/>
          <a:stretch>
            <a:fillRect/>
          </a:stretch>
        </p:blipFill>
        <p:spPr>
          <a:xfrm>
            <a:off x="300139" y="2612047"/>
            <a:ext cx="71526" cy="71526"/>
          </a:xfrm>
          <a:prstGeom prst="rect">
            <a:avLst/>
          </a:prstGeom>
        </p:spPr>
      </p:pic>
      <p:grpSp>
        <p:nvGrpSpPr>
          <p:cNvPr id="9" name="object 9"/>
          <p:cNvGrpSpPr/>
          <p:nvPr/>
        </p:nvGrpSpPr>
        <p:grpSpPr>
          <a:xfrm>
            <a:off x="0" y="3346348"/>
            <a:ext cx="4608195" cy="109855"/>
            <a:chOff x="0" y="3346348"/>
            <a:chExt cx="4608195" cy="109855"/>
          </a:xfrm>
        </p:grpSpPr>
        <p:sp>
          <p:nvSpPr>
            <p:cNvPr id="10" name="object 10"/>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1" name="object 11"/>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2" name="object 12"/>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4" name="object 14"/>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6" action="ppaction://hlinksldjump"/>
              </a:rPr>
              <a:t>AI</a:t>
            </a:r>
            <a:endParaRPr sz="600">
              <a:latin typeface="Arial MT"/>
              <a:cs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14</a:t>
            </a:fld>
            <a:r>
              <a:rPr spc="25" dirty="0"/>
              <a:t> </a:t>
            </a:r>
            <a:r>
              <a:rPr spc="150" dirty="0"/>
              <a:t>/</a:t>
            </a:r>
            <a:r>
              <a:rPr spc="25" dirty="0"/>
              <a:t> </a:t>
            </a:r>
            <a:r>
              <a:rPr spc="-25" dirty="0"/>
              <a:t>38</a:t>
            </a: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2632075" cy="288290"/>
          </a:xfrm>
          <a:prstGeom prst="rect">
            <a:avLst/>
          </a:prstGeom>
        </p:spPr>
        <p:txBody>
          <a:bodyPr vert="horz" wrap="square" lIns="0" tIns="15240" rIns="0" bIns="0" rtlCol="0">
            <a:spAutoFit/>
          </a:bodyPr>
          <a:lstStyle/>
          <a:p>
            <a:pPr marL="12700">
              <a:lnSpc>
                <a:spcPct val="100000"/>
              </a:lnSpc>
              <a:spcBef>
                <a:spcPts val="120"/>
              </a:spcBef>
            </a:pPr>
            <a:r>
              <a:rPr spc="-70" dirty="0"/>
              <a:t>Structure</a:t>
            </a:r>
            <a:r>
              <a:rPr spc="-40" dirty="0"/>
              <a:t> </a:t>
            </a:r>
            <a:r>
              <a:rPr spc="-30" dirty="0"/>
              <a:t>of</a:t>
            </a:r>
            <a:r>
              <a:rPr spc="-40" dirty="0"/>
              <a:t> </a:t>
            </a:r>
            <a:r>
              <a:rPr spc="-85" dirty="0"/>
              <a:t>Intelligent</a:t>
            </a:r>
            <a:r>
              <a:rPr spc="-40" dirty="0"/>
              <a:t> </a:t>
            </a:r>
            <a:r>
              <a:rPr spc="-65" dirty="0"/>
              <a:t>Agents</a:t>
            </a:r>
          </a:p>
        </p:txBody>
      </p:sp>
      <p:pic>
        <p:nvPicPr>
          <p:cNvPr id="4" name="object 4"/>
          <p:cNvPicPr/>
          <p:nvPr/>
        </p:nvPicPr>
        <p:blipFill>
          <a:blip r:embed="rId2" cstate="print"/>
          <a:stretch>
            <a:fillRect/>
          </a:stretch>
        </p:blipFill>
        <p:spPr>
          <a:xfrm>
            <a:off x="300139" y="1069708"/>
            <a:ext cx="71526" cy="71526"/>
          </a:xfrm>
          <a:prstGeom prst="rect">
            <a:avLst/>
          </a:prstGeom>
        </p:spPr>
      </p:pic>
      <p:sp>
        <p:nvSpPr>
          <p:cNvPr id="5" name="object 5"/>
          <p:cNvSpPr txBox="1"/>
          <p:nvPr/>
        </p:nvSpPr>
        <p:spPr>
          <a:xfrm>
            <a:off x="433298" y="979231"/>
            <a:ext cx="4038600" cy="1566454"/>
          </a:xfrm>
          <a:prstGeom prst="rect">
            <a:avLst/>
          </a:prstGeom>
        </p:spPr>
        <p:txBody>
          <a:bodyPr vert="horz" wrap="square" lIns="0" tIns="12065" rIns="0" bIns="0" rtlCol="0" anchor="t">
            <a:spAutoFit/>
          </a:bodyPr>
          <a:lstStyle/>
          <a:p>
            <a:pPr marL="12700" marR="72390">
              <a:lnSpc>
                <a:spcPct val="100000"/>
              </a:lnSpc>
              <a:spcBef>
                <a:spcPts val="95"/>
              </a:spcBef>
            </a:pPr>
            <a:r>
              <a:rPr sz="1200" dirty="0">
                <a:latin typeface="Tahoma"/>
                <a:cs typeface="Tahoma"/>
              </a:rPr>
              <a:t>The</a:t>
            </a:r>
            <a:r>
              <a:rPr sz="1200" spc="-95" dirty="0">
                <a:latin typeface="Tahoma"/>
                <a:cs typeface="Tahoma"/>
              </a:rPr>
              <a:t> </a:t>
            </a:r>
            <a:r>
              <a:rPr sz="1200" spc="-35" dirty="0">
                <a:latin typeface="Tahoma"/>
                <a:cs typeface="Tahoma"/>
              </a:rPr>
              <a:t>job</a:t>
            </a:r>
            <a:r>
              <a:rPr sz="1200" spc="-60" dirty="0">
                <a:latin typeface="Tahoma"/>
                <a:cs typeface="Tahoma"/>
              </a:rPr>
              <a:t> </a:t>
            </a:r>
            <a:r>
              <a:rPr sz="1200" dirty="0">
                <a:latin typeface="Tahoma"/>
                <a:cs typeface="Tahoma"/>
              </a:rPr>
              <a:t>of</a:t>
            </a:r>
            <a:r>
              <a:rPr sz="1200" spc="-65" dirty="0">
                <a:latin typeface="Tahoma"/>
                <a:cs typeface="Tahoma"/>
              </a:rPr>
              <a:t> </a:t>
            </a:r>
            <a:r>
              <a:rPr sz="1200" dirty="0">
                <a:latin typeface="Tahoma"/>
                <a:cs typeface="Tahoma"/>
              </a:rPr>
              <a:t>AI</a:t>
            </a:r>
            <a:r>
              <a:rPr sz="1200" spc="-55" dirty="0">
                <a:latin typeface="Tahoma"/>
                <a:cs typeface="Tahoma"/>
              </a:rPr>
              <a:t> </a:t>
            </a:r>
            <a:r>
              <a:rPr sz="1200" dirty="0">
                <a:latin typeface="Tahoma"/>
                <a:cs typeface="Tahoma"/>
              </a:rPr>
              <a:t>is</a:t>
            </a:r>
            <a:r>
              <a:rPr sz="1200" spc="-60" dirty="0">
                <a:latin typeface="Tahoma"/>
                <a:cs typeface="Tahoma"/>
              </a:rPr>
              <a:t> </a:t>
            </a:r>
            <a:r>
              <a:rPr sz="1200" dirty="0">
                <a:latin typeface="Tahoma"/>
                <a:cs typeface="Tahoma"/>
              </a:rPr>
              <a:t>to</a:t>
            </a:r>
            <a:r>
              <a:rPr sz="1200" spc="-60" dirty="0">
                <a:latin typeface="Tahoma"/>
                <a:cs typeface="Tahoma"/>
              </a:rPr>
              <a:t> </a:t>
            </a:r>
            <a:r>
              <a:rPr sz="1200" spc="-75" dirty="0">
                <a:latin typeface="Tahoma"/>
                <a:cs typeface="Tahoma"/>
              </a:rPr>
              <a:t>design</a:t>
            </a:r>
            <a:r>
              <a:rPr sz="1200" spc="-15" dirty="0">
                <a:latin typeface="Tahoma"/>
                <a:cs typeface="Tahoma"/>
              </a:rPr>
              <a:t> </a:t>
            </a:r>
            <a:r>
              <a:rPr sz="1200" spc="-40" dirty="0">
                <a:latin typeface="Tahoma"/>
                <a:cs typeface="Tahoma"/>
              </a:rPr>
              <a:t>the</a:t>
            </a:r>
            <a:r>
              <a:rPr sz="1200" spc="-55" dirty="0">
                <a:latin typeface="Tahoma"/>
                <a:cs typeface="Tahoma"/>
              </a:rPr>
              <a:t> </a:t>
            </a:r>
            <a:r>
              <a:rPr sz="1200" b="1" spc="-60" dirty="0">
                <a:solidFill>
                  <a:srgbClr val="FF0000"/>
                </a:solidFill>
                <a:latin typeface="Tahoma"/>
                <a:cs typeface="Tahoma"/>
              </a:rPr>
              <a:t>agent</a:t>
            </a:r>
            <a:r>
              <a:rPr sz="1200" b="1" spc="5" dirty="0">
                <a:solidFill>
                  <a:srgbClr val="FF0000"/>
                </a:solidFill>
                <a:latin typeface="Tahoma"/>
                <a:cs typeface="Tahoma"/>
              </a:rPr>
              <a:t> </a:t>
            </a:r>
            <a:r>
              <a:rPr sz="1200" b="1" spc="-80" dirty="0">
                <a:solidFill>
                  <a:srgbClr val="FF0000"/>
                </a:solidFill>
                <a:latin typeface="Tahoma"/>
                <a:cs typeface="Tahoma"/>
              </a:rPr>
              <a:t>program</a:t>
            </a:r>
            <a:r>
              <a:rPr sz="1200" b="1" spc="-80" dirty="0">
                <a:latin typeface="Tahoma"/>
                <a:cs typeface="Tahoma"/>
              </a:rPr>
              <a:t>:</a:t>
            </a:r>
            <a:r>
              <a:rPr sz="1200" b="1" spc="70" dirty="0">
                <a:latin typeface="Tahoma"/>
                <a:cs typeface="Tahoma"/>
              </a:rPr>
              <a:t> </a:t>
            </a:r>
            <a:r>
              <a:rPr sz="1200" dirty="0">
                <a:latin typeface="Tahoma"/>
                <a:cs typeface="Tahoma"/>
              </a:rPr>
              <a:t>a</a:t>
            </a:r>
            <a:r>
              <a:rPr sz="1200" spc="-60" dirty="0">
                <a:latin typeface="Tahoma"/>
                <a:cs typeface="Tahoma"/>
              </a:rPr>
              <a:t> </a:t>
            </a:r>
            <a:r>
              <a:rPr sz="1200" spc="-35" dirty="0">
                <a:highlight>
                  <a:srgbClr val="FFFF00"/>
                </a:highlight>
                <a:latin typeface="Tahoma"/>
                <a:cs typeface="Tahoma"/>
              </a:rPr>
              <a:t>function</a:t>
            </a:r>
            <a:r>
              <a:rPr sz="1200" spc="-60" dirty="0">
                <a:latin typeface="Tahoma"/>
                <a:cs typeface="Tahoma"/>
              </a:rPr>
              <a:t> </a:t>
            </a:r>
            <a:r>
              <a:rPr sz="1200" spc="-20" dirty="0">
                <a:latin typeface="Tahoma"/>
                <a:cs typeface="Tahoma"/>
              </a:rPr>
              <a:t>that </a:t>
            </a:r>
            <a:r>
              <a:rPr sz="1200" spc="-65" dirty="0">
                <a:highlight>
                  <a:srgbClr val="FFFF00"/>
                </a:highlight>
                <a:latin typeface="Tahoma"/>
                <a:cs typeface="Tahoma"/>
              </a:rPr>
              <a:t>implements</a:t>
            </a:r>
            <a:r>
              <a:rPr sz="1200" spc="-25" dirty="0">
                <a:highlight>
                  <a:srgbClr val="FFFF00"/>
                </a:highlight>
                <a:latin typeface="Tahoma"/>
                <a:cs typeface="Tahoma"/>
              </a:rPr>
              <a:t> </a:t>
            </a:r>
            <a:r>
              <a:rPr sz="1200" spc="-40" dirty="0">
                <a:highlight>
                  <a:srgbClr val="FFFF00"/>
                </a:highlight>
                <a:latin typeface="Tahoma"/>
                <a:cs typeface="Tahoma"/>
              </a:rPr>
              <a:t>the</a:t>
            </a:r>
            <a:r>
              <a:rPr sz="1200" spc="-20" dirty="0">
                <a:highlight>
                  <a:srgbClr val="FFFF00"/>
                </a:highlight>
                <a:latin typeface="Tahoma"/>
                <a:cs typeface="Tahoma"/>
              </a:rPr>
              <a:t> </a:t>
            </a:r>
            <a:r>
              <a:rPr sz="1200" spc="-60" dirty="0">
                <a:highlight>
                  <a:srgbClr val="FFFF00"/>
                </a:highlight>
                <a:latin typeface="Tahoma"/>
                <a:cs typeface="Tahoma"/>
              </a:rPr>
              <a:t>agent</a:t>
            </a:r>
            <a:r>
              <a:rPr sz="1200" spc="-25" dirty="0">
                <a:highlight>
                  <a:srgbClr val="FFFF00"/>
                </a:highlight>
                <a:latin typeface="Tahoma"/>
                <a:cs typeface="Tahoma"/>
              </a:rPr>
              <a:t> </a:t>
            </a:r>
            <a:r>
              <a:rPr sz="1200" spc="-65" dirty="0">
                <a:highlight>
                  <a:srgbClr val="FFFF00"/>
                </a:highlight>
                <a:latin typeface="Tahoma"/>
                <a:cs typeface="Tahoma"/>
              </a:rPr>
              <a:t>mapping</a:t>
            </a:r>
            <a:r>
              <a:rPr sz="1200" spc="-20" dirty="0">
                <a:highlight>
                  <a:srgbClr val="FFFF00"/>
                </a:highlight>
                <a:latin typeface="Tahoma"/>
                <a:cs typeface="Tahoma"/>
              </a:rPr>
              <a:t> </a:t>
            </a:r>
            <a:r>
              <a:rPr sz="1200" spc="-50" dirty="0">
                <a:highlight>
                  <a:srgbClr val="FFFF00"/>
                </a:highlight>
                <a:latin typeface="Tahoma"/>
                <a:cs typeface="Tahoma"/>
              </a:rPr>
              <a:t>from</a:t>
            </a:r>
            <a:r>
              <a:rPr sz="1200" spc="-25" dirty="0">
                <a:highlight>
                  <a:srgbClr val="FFFF00"/>
                </a:highlight>
                <a:latin typeface="Tahoma"/>
                <a:cs typeface="Tahoma"/>
              </a:rPr>
              <a:t> </a:t>
            </a:r>
            <a:r>
              <a:rPr sz="1200" spc="-65" dirty="0">
                <a:highlight>
                  <a:srgbClr val="FFFF00"/>
                </a:highlight>
                <a:latin typeface="Tahoma"/>
                <a:cs typeface="Tahoma"/>
              </a:rPr>
              <a:t>percepts</a:t>
            </a:r>
            <a:r>
              <a:rPr sz="1200" spc="-20" dirty="0">
                <a:highlight>
                  <a:srgbClr val="FFFF00"/>
                </a:highlight>
                <a:latin typeface="Tahoma"/>
                <a:cs typeface="Tahoma"/>
              </a:rPr>
              <a:t> </a:t>
            </a:r>
            <a:r>
              <a:rPr sz="1200" dirty="0">
                <a:highlight>
                  <a:srgbClr val="FFFF00"/>
                </a:highlight>
                <a:latin typeface="Tahoma"/>
                <a:cs typeface="Tahoma"/>
              </a:rPr>
              <a:t>to</a:t>
            </a:r>
            <a:r>
              <a:rPr sz="1200" spc="-25" dirty="0">
                <a:highlight>
                  <a:srgbClr val="FFFF00"/>
                </a:highlight>
                <a:latin typeface="Tahoma"/>
                <a:cs typeface="Tahoma"/>
              </a:rPr>
              <a:t> </a:t>
            </a:r>
            <a:r>
              <a:rPr sz="1200" spc="-30" dirty="0">
                <a:highlight>
                  <a:srgbClr val="FFFF00"/>
                </a:highlight>
                <a:latin typeface="Tahoma"/>
                <a:cs typeface="Tahoma"/>
              </a:rPr>
              <a:t>actions.</a:t>
            </a:r>
            <a:r>
              <a:rPr sz="1200" spc="95" dirty="0">
                <a:latin typeface="Tahoma"/>
                <a:cs typeface="Tahoma"/>
              </a:rPr>
              <a:t> </a:t>
            </a:r>
            <a:r>
              <a:rPr sz="1200" spc="-25" dirty="0">
                <a:latin typeface="Tahoma"/>
                <a:cs typeface="Tahoma"/>
              </a:rPr>
              <a:t>We </a:t>
            </a:r>
            <a:r>
              <a:rPr sz="1200" spc="-95" dirty="0">
                <a:latin typeface="Tahoma"/>
                <a:cs typeface="Tahoma"/>
              </a:rPr>
              <a:t>assume</a:t>
            </a:r>
            <a:r>
              <a:rPr sz="1200" dirty="0">
                <a:latin typeface="Tahoma"/>
                <a:cs typeface="Tahoma"/>
              </a:rPr>
              <a:t> </a:t>
            </a:r>
            <a:r>
              <a:rPr sz="1200" spc="-20" dirty="0">
                <a:latin typeface="Tahoma"/>
                <a:cs typeface="Tahoma"/>
              </a:rPr>
              <a:t>this</a:t>
            </a:r>
            <a:r>
              <a:rPr sz="1200" spc="-75" dirty="0">
                <a:latin typeface="Tahoma"/>
                <a:cs typeface="Tahoma"/>
              </a:rPr>
              <a:t> </a:t>
            </a:r>
            <a:r>
              <a:rPr sz="1200" spc="-70" dirty="0">
                <a:latin typeface="Tahoma"/>
                <a:cs typeface="Tahoma"/>
              </a:rPr>
              <a:t>program</a:t>
            </a:r>
            <a:r>
              <a:rPr sz="1200" spc="-25" dirty="0">
                <a:latin typeface="Tahoma"/>
                <a:cs typeface="Tahoma"/>
              </a:rPr>
              <a:t> </a:t>
            </a:r>
            <a:r>
              <a:rPr sz="1200" dirty="0">
                <a:latin typeface="Tahoma"/>
                <a:cs typeface="Tahoma"/>
              </a:rPr>
              <a:t>will</a:t>
            </a:r>
            <a:r>
              <a:rPr sz="1200" spc="-70" dirty="0">
                <a:latin typeface="Tahoma"/>
                <a:cs typeface="Tahoma"/>
              </a:rPr>
              <a:t> </a:t>
            </a:r>
            <a:r>
              <a:rPr sz="1200" spc="-45" dirty="0">
                <a:latin typeface="Tahoma"/>
                <a:cs typeface="Tahoma"/>
              </a:rPr>
              <a:t>run</a:t>
            </a:r>
            <a:r>
              <a:rPr sz="1200" spc="-30" dirty="0">
                <a:latin typeface="Tahoma"/>
                <a:cs typeface="Tahoma"/>
              </a:rPr>
              <a:t> </a:t>
            </a:r>
            <a:r>
              <a:rPr sz="1200" spc="-45" dirty="0">
                <a:latin typeface="Tahoma"/>
                <a:cs typeface="Tahoma"/>
              </a:rPr>
              <a:t>on</a:t>
            </a:r>
            <a:r>
              <a:rPr sz="1200" spc="-35" dirty="0">
                <a:latin typeface="Tahoma"/>
                <a:cs typeface="Tahoma"/>
              </a:rPr>
              <a:t> </a:t>
            </a:r>
            <a:r>
              <a:rPr sz="1200" spc="-90" dirty="0">
                <a:latin typeface="Tahoma"/>
                <a:cs typeface="Tahoma"/>
              </a:rPr>
              <a:t>some</a:t>
            </a:r>
            <a:r>
              <a:rPr sz="1200" spc="-5" dirty="0">
                <a:latin typeface="Tahoma"/>
                <a:cs typeface="Tahoma"/>
              </a:rPr>
              <a:t> </a:t>
            </a:r>
            <a:r>
              <a:rPr sz="1200" spc="-45" dirty="0">
                <a:latin typeface="Tahoma"/>
                <a:cs typeface="Tahoma"/>
              </a:rPr>
              <a:t>sort</a:t>
            </a:r>
            <a:r>
              <a:rPr sz="1200" spc="-35" dirty="0">
                <a:latin typeface="Tahoma"/>
                <a:cs typeface="Tahoma"/>
              </a:rPr>
              <a:t> </a:t>
            </a:r>
            <a:r>
              <a:rPr sz="1200" dirty="0">
                <a:latin typeface="Tahoma"/>
                <a:cs typeface="Tahoma"/>
              </a:rPr>
              <a:t>of</a:t>
            </a:r>
            <a:r>
              <a:rPr sz="1200" spc="-30" dirty="0">
                <a:latin typeface="Tahoma"/>
                <a:cs typeface="Tahoma"/>
              </a:rPr>
              <a:t> </a:t>
            </a:r>
            <a:r>
              <a:rPr sz="1200" spc="-50" dirty="0">
                <a:latin typeface="Tahoma"/>
                <a:cs typeface="Tahoma"/>
              </a:rPr>
              <a:t>computing</a:t>
            </a:r>
            <a:r>
              <a:rPr sz="1200" spc="-35" dirty="0">
                <a:latin typeface="Tahoma"/>
                <a:cs typeface="Tahoma"/>
              </a:rPr>
              <a:t> </a:t>
            </a:r>
            <a:r>
              <a:rPr sz="1200" spc="-20" dirty="0">
                <a:latin typeface="Tahoma"/>
                <a:cs typeface="Tahoma"/>
              </a:rPr>
              <a:t>device </a:t>
            </a:r>
            <a:r>
              <a:rPr sz="1200" dirty="0">
                <a:latin typeface="Tahoma"/>
                <a:cs typeface="Tahoma"/>
              </a:rPr>
              <a:t>call</a:t>
            </a:r>
            <a:r>
              <a:rPr sz="1200" spc="-75" dirty="0">
                <a:latin typeface="Tahoma"/>
                <a:cs typeface="Tahoma"/>
              </a:rPr>
              <a:t> </a:t>
            </a:r>
            <a:r>
              <a:rPr sz="1200" spc="-40" dirty="0">
                <a:latin typeface="Tahoma"/>
                <a:cs typeface="Tahoma"/>
              </a:rPr>
              <a:t>the</a:t>
            </a:r>
            <a:r>
              <a:rPr sz="1200" spc="-50" dirty="0">
                <a:latin typeface="Tahoma"/>
                <a:cs typeface="Tahoma"/>
              </a:rPr>
              <a:t> </a:t>
            </a:r>
            <a:r>
              <a:rPr sz="1200" spc="-10" dirty="0">
                <a:latin typeface="Tahoma"/>
                <a:cs typeface="Tahoma"/>
              </a:rPr>
              <a:t>architecture.</a:t>
            </a:r>
            <a:endParaRPr sz="1200" dirty="0">
              <a:latin typeface="Tahoma"/>
              <a:cs typeface="Tahoma"/>
            </a:endParaRPr>
          </a:p>
          <a:p>
            <a:pPr marL="12700" marR="5080" algn="just">
              <a:lnSpc>
                <a:spcPct val="100000"/>
              </a:lnSpc>
              <a:spcBef>
                <a:spcPts val="315"/>
              </a:spcBef>
            </a:pPr>
            <a:r>
              <a:rPr sz="1200" dirty="0">
                <a:latin typeface="Tahoma"/>
                <a:cs typeface="Tahoma"/>
              </a:rPr>
              <a:t>The</a:t>
            </a:r>
            <a:r>
              <a:rPr sz="1200" spc="-40" dirty="0">
                <a:latin typeface="Tahoma"/>
                <a:cs typeface="Tahoma"/>
              </a:rPr>
              <a:t> </a:t>
            </a:r>
            <a:r>
              <a:rPr sz="1200" b="1" spc="-75" dirty="0">
                <a:latin typeface="Tahoma"/>
                <a:cs typeface="Tahoma"/>
              </a:rPr>
              <a:t>architecture</a:t>
            </a:r>
            <a:r>
              <a:rPr sz="1200" b="1" spc="10" dirty="0">
                <a:latin typeface="Tahoma"/>
                <a:cs typeface="Tahoma"/>
              </a:rPr>
              <a:t> </a:t>
            </a:r>
            <a:r>
              <a:rPr sz="1200" spc="-90" dirty="0">
                <a:latin typeface="Tahoma"/>
                <a:cs typeface="Tahoma"/>
              </a:rPr>
              <a:t>makes</a:t>
            </a:r>
            <a:r>
              <a:rPr sz="1200" spc="-5" dirty="0">
                <a:latin typeface="Tahoma"/>
                <a:cs typeface="Tahoma"/>
              </a:rPr>
              <a:t> </a:t>
            </a:r>
            <a:r>
              <a:rPr sz="1200" spc="-40" dirty="0">
                <a:latin typeface="Tahoma"/>
                <a:cs typeface="Tahoma"/>
              </a:rPr>
              <a:t>the</a:t>
            </a:r>
            <a:r>
              <a:rPr sz="1200" spc="-15" dirty="0">
                <a:latin typeface="Tahoma"/>
                <a:cs typeface="Tahoma"/>
              </a:rPr>
              <a:t> </a:t>
            </a:r>
            <a:r>
              <a:rPr sz="1200" spc="-65" dirty="0">
                <a:latin typeface="Tahoma"/>
                <a:cs typeface="Tahoma"/>
              </a:rPr>
              <a:t>percepts</a:t>
            </a:r>
            <a:r>
              <a:rPr sz="1200" spc="-15" dirty="0">
                <a:latin typeface="Tahoma"/>
                <a:cs typeface="Tahoma"/>
              </a:rPr>
              <a:t> </a:t>
            </a:r>
            <a:r>
              <a:rPr sz="1200" spc="-45" dirty="0">
                <a:latin typeface="Tahoma"/>
                <a:cs typeface="Tahoma"/>
              </a:rPr>
              <a:t>from</a:t>
            </a:r>
            <a:r>
              <a:rPr sz="1200" spc="-15" dirty="0">
                <a:latin typeface="Tahoma"/>
                <a:cs typeface="Tahoma"/>
              </a:rPr>
              <a:t> </a:t>
            </a:r>
            <a:r>
              <a:rPr sz="1200" spc="-40" dirty="0">
                <a:latin typeface="Tahoma"/>
                <a:cs typeface="Tahoma"/>
              </a:rPr>
              <a:t>the</a:t>
            </a:r>
            <a:r>
              <a:rPr sz="1200" spc="-15" dirty="0">
                <a:latin typeface="Tahoma"/>
                <a:cs typeface="Tahoma"/>
              </a:rPr>
              <a:t> </a:t>
            </a:r>
            <a:r>
              <a:rPr sz="1200" spc="-90" dirty="0">
                <a:latin typeface="Tahoma"/>
                <a:cs typeface="Tahoma"/>
              </a:rPr>
              <a:t>sensors</a:t>
            </a:r>
            <a:r>
              <a:rPr sz="1200" spc="-5" dirty="0">
                <a:latin typeface="Tahoma"/>
                <a:cs typeface="Tahoma"/>
              </a:rPr>
              <a:t> </a:t>
            </a:r>
            <a:r>
              <a:rPr sz="1200" spc="-30" dirty="0">
                <a:latin typeface="Tahoma"/>
                <a:cs typeface="Tahoma"/>
              </a:rPr>
              <a:t>available </a:t>
            </a:r>
            <a:r>
              <a:rPr sz="1200" dirty="0">
                <a:latin typeface="Tahoma"/>
                <a:cs typeface="Tahoma"/>
              </a:rPr>
              <a:t>to</a:t>
            </a:r>
            <a:r>
              <a:rPr sz="1200" spc="-95" dirty="0">
                <a:latin typeface="Tahoma"/>
                <a:cs typeface="Tahoma"/>
              </a:rPr>
              <a:t> </a:t>
            </a:r>
            <a:r>
              <a:rPr sz="1200" spc="-45" dirty="0">
                <a:latin typeface="Tahoma"/>
                <a:cs typeface="Tahoma"/>
              </a:rPr>
              <a:t>the</a:t>
            </a:r>
            <a:r>
              <a:rPr sz="1200" spc="-35" dirty="0">
                <a:latin typeface="Tahoma"/>
                <a:cs typeface="Tahoma"/>
              </a:rPr>
              <a:t> </a:t>
            </a:r>
            <a:r>
              <a:rPr sz="1200" spc="-65" dirty="0">
                <a:latin typeface="Tahoma"/>
                <a:cs typeface="Tahoma"/>
              </a:rPr>
              <a:t>agent</a:t>
            </a:r>
            <a:r>
              <a:rPr sz="1200" spc="-30" dirty="0">
                <a:latin typeface="Tahoma"/>
                <a:cs typeface="Tahoma"/>
              </a:rPr>
              <a:t> </a:t>
            </a:r>
            <a:r>
              <a:rPr sz="1200" spc="-45" dirty="0">
                <a:latin typeface="Tahoma"/>
                <a:cs typeface="Tahoma"/>
              </a:rPr>
              <a:t>program.</a:t>
            </a:r>
            <a:r>
              <a:rPr sz="1200" spc="100" dirty="0">
                <a:latin typeface="Tahoma"/>
                <a:cs typeface="Tahoma"/>
              </a:rPr>
              <a:t> </a:t>
            </a:r>
            <a:r>
              <a:rPr sz="1200" spc="-75" dirty="0">
                <a:latin typeface="Tahoma"/>
                <a:cs typeface="Tahoma"/>
              </a:rPr>
              <a:t>runs</a:t>
            </a:r>
            <a:r>
              <a:rPr sz="1200" spc="-20" dirty="0">
                <a:latin typeface="Tahoma"/>
                <a:cs typeface="Tahoma"/>
              </a:rPr>
              <a:t> </a:t>
            </a:r>
            <a:r>
              <a:rPr sz="1200" spc="-45" dirty="0">
                <a:latin typeface="Tahoma"/>
                <a:cs typeface="Tahoma"/>
              </a:rPr>
              <a:t>the</a:t>
            </a:r>
            <a:r>
              <a:rPr sz="1200" spc="-30" dirty="0">
                <a:latin typeface="Tahoma"/>
                <a:cs typeface="Tahoma"/>
              </a:rPr>
              <a:t> </a:t>
            </a:r>
            <a:r>
              <a:rPr sz="1200" spc="-75" dirty="0">
                <a:latin typeface="Tahoma"/>
                <a:cs typeface="Tahoma"/>
              </a:rPr>
              <a:t>program</a:t>
            </a:r>
            <a:r>
              <a:rPr sz="1200" spc="-20" dirty="0">
                <a:latin typeface="Tahoma"/>
                <a:cs typeface="Tahoma"/>
              </a:rPr>
              <a:t> </a:t>
            </a:r>
            <a:r>
              <a:rPr sz="1200" spc="-65" dirty="0">
                <a:latin typeface="Tahoma"/>
                <a:cs typeface="Tahoma"/>
              </a:rPr>
              <a:t>and</a:t>
            </a:r>
            <a:r>
              <a:rPr sz="1200" spc="-30" dirty="0">
                <a:latin typeface="Tahoma"/>
                <a:cs typeface="Tahoma"/>
              </a:rPr>
              <a:t> </a:t>
            </a:r>
            <a:r>
              <a:rPr sz="1200" spc="-90" dirty="0">
                <a:latin typeface="Tahoma"/>
                <a:cs typeface="Tahoma"/>
              </a:rPr>
              <a:t>feeds</a:t>
            </a:r>
            <a:r>
              <a:rPr sz="1200" dirty="0">
                <a:latin typeface="Tahoma"/>
                <a:cs typeface="Tahoma"/>
              </a:rPr>
              <a:t> </a:t>
            </a:r>
            <a:r>
              <a:rPr sz="1200" spc="-45" dirty="0">
                <a:latin typeface="Tahoma"/>
                <a:cs typeface="Tahoma"/>
              </a:rPr>
              <a:t>the</a:t>
            </a:r>
            <a:r>
              <a:rPr sz="1200" spc="-35" dirty="0">
                <a:latin typeface="Tahoma"/>
                <a:cs typeface="Tahoma"/>
              </a:rPr>
              <a:t> </a:t>
            </a:r>
            <a:r>
              <a:rPr sz="1200" spc="-50" dirty="0">
                <a:latin typeface="Tahoma"/>
                <a:cs typeface="Tahoma"/>
              </a:rPr>
              <a:t>program’s </a:t>
            </a:r>
            <a:r>
              <a:rPr sz="1200" spc="-25" dirty="0">
                <a:latin typeface="Tahoma"/>
                <a:cs typeface="Tahoma"/>
              </a:rPr>
              <a:t>action</a:t>
            </a:r>
            <a:r>
              <a:rPr sz="1200" spc="-50" dirty="0">
                <a:latin typeface="Tahoma"/>
                <a:cs typeface="Tahoma"/>
              </a:rPr>
              <a:t> </a:t>
            </a:r>
            <a:r>
              <a:rPr sz="1200" spc="-55" dirty="0">
                <a:latin typeface="Tahoma"/>
                <a:cs typeface="Tahoma"/>
              </a:rPr>
              <a:t>choices</a:t>
            </a:r>
            <a:r>
              <a:rPr sz="1200" spc="-30" dirty="0">
                <a:latin typeface="Tahoma"/>
                <a:cs typeface="Tahoma"/>
              </a:rPr>
              <a:t> </a:t>
            </a:r>
            <a:r>
              <a:rPr sz="1200" dirty="0">
                <a:latin typeface="Tahoma"/>
                <a:cs typeface="Tahoma"/>
              </a:rPr>
              <a:t>to</a:t>
            </a:r>
            <a:r>
              <a:rPr sz="1200" spc="-25" dirty="0">
                <a:latin typeface="Tahoma"/>
                <a:cs typeface="Tahoma"/>
              </a:rPr>
              <a:t> </a:t>
            </a:r>
            <a:r>
              <a:rPr sz="1200" spc="-40" dirty="0">
                <a:latin typeface="Tahoma"/>
                <a:cs typeface="Tahoma"/>
              </a:rPr>
              <a:t>the</a:t>
            </a:r>
            <a:r>
              <a:rPr sz="1200" spc="-30" dirty="0">
                <a:latin typeface="Tahoma"/>
                <a:cs typeface="Tahoma"/>
              </a:rPr>
              <a:t> </a:t>
            </a:r>
            <a:r>
              <a:rPr sz="1200" spc="-60" dirty="0">
                <a:latin typeface="Tahoma"/>
                <a:cs typeface="Tahoma"/>
              </a:rPr>
              <a:t>effectors</a:t>
            </a:r>
            <a:r>
              <a:rPr sz="1200" spc="-30" dirty="0">
                <a:latin typeface="Tahoma"/>
                <a:cs typeface="Tahoma"/>
              </a:rPr>
              <a:t> </a:t>
            </a:r>
            <a:r>
              <a:rPr sz="1200" spc="-55" dirty="0">
                <a:latin typeface="Tahoma"/>
                <a:cs typeface="Tahoma"/>
              </a:rPr>
              <a:t>as</a:t>
            </a:r>
            <a:r>
              <a:rPr sz="1200" spc="-30" dirty="0">
                <a:latin typeface="Tahoma"/>
                <a:cs typeface="Tahoma"/>
              </a:rPr>
              <a:t> </a:t>
            </a:r>
            <a:r>
              <a:rPr sz="1200" spc="-55" dirty="0">
                <a:latin typeface="Tahoma"/>
                <a:cs typeface="Tahoma"/>
              </a:rPr>
              <a:t>they</a:t>
            </a:r>
            <a:r>
              <a:rPr sz="1200" spc="-25" dirty="0">
                <a:latin typeface="Tahoma"/>
                <a:cs typeface="Tahoma"/>
              </a:rPr>
              <a:t> </a:t>
            </a:r>
            <a:r>
              <a:rPr sz="1200" spc="-85" dirty="0">
                <a:latin typeface="Tahoma"/>
                <a:cs typeface="Tahoma"/>
              </a:rPr>
              <a:t>are</a:t>
            </a:r>
            <a:r>
              <a:rPr sz="1200" spc="-10" dirty="0">
                <a:latin typeface="Tahoma"/>
                <a:cs typeface="Tahoma"/>
              </a:rPr>
              <a:t> generated.</a:t>
            </a:r>
            <a:endParaRPr sz="1200" dirty="0">
              <a:latin typeface="Tahoma"/>
              <a:cs typeface="Tahoma"/>
            </a:endParaRPr>
          </a:p>
          <a:p>
            <a:pPr marL="12700" algn="just">
              <a:lnSpc>
                <a:spcPct val="100000"/>
              </a:lnSpc>
              <a:spcBef>
                <a:spcPts val="315"/>
              </a:spcBef>
            </a:pPr>
            <a:r>
              <a:rPr sz="1200" b="1" spc="-70" dirty="0">
                <a:latin typeface="Tahoma"/>
                <a:cs typeface="Tahoma"/>
              </a:rPr>
              <a:t>agent=architecture</a:t>
            </a:r>
            <a:r>
              <a:rPr sz="1200" b="1" spc="80" dirty="0">
                <a:latin typeface="Tahoma"/>
                <a:cs typeface="Tahoma"/>
              </a:rPr>
              <a:t> </a:t>
            </a:r>
            <a:r>
              <a:rPr sz="1200" b="1" dirty="0">
                <a:latin typeface="Tahoma"/>
                <a:cs typeface="Tahoma"/>
              </a:rPr>
              <a:t>+</a:t>
            </a:r>
            <a:r>
              <a:rPr sz="1200" b="1" spc="80" dirty="0">
                <a:latin typeface="Tahoma"/>
                <a:cs typeface="Tahoma"/>
              </a:rPr>
              <a:t> </a:t>
            </a:r>
            <a:r>
              <a:rPr sz="1200" b="1" spc="-10" dirty="0">
                <a:latin typeface="Tahoma"/>
                <a:cs typeface="Tahoma"/>
              </a:rPr>
              <a:t>program</a:t>
            </a:r>
            <a:endParaRPr sz="1200" dirty="0">
              <a:latin typeface="Tahoma"/>
              <a:cs typeface="Tahoma"/>
            </a:endParaRPr>
          </a:p>
        </p:txBody>
      </p:sp>
      <p:pic>
        <p:nvPicPr>
          <p:cNvPr id="6" name="object 6"/>
          <p:cNvPicPr/>
          <p:nvPr/>
        </p:nvPicPr>
        <p:blipFill>
          <a:blip r:embed="rId3" cstate="print"/>
          <a:stretch>
            <a:fillRect/>
          </a:stretch>
        </p:blipFill>
        <p:spPr>
          <a:xfrm>
            <a:off x="300139" y="1841512"/>
            <a:ext cx="71526" cy="71526"/>
          </a:xfrm>
          <a:prstGeom prst="rect">
            <a:avLst/>
          </a:prstGeom>
        </p:spPr>
      </p:pic>
      <p:pic>
        <p:nvPicPr>
          <p:cNvPr id="7" name="object 7"/>
          <p:cNvPicPr/>
          <p:nvPr/>
        </p:nvPicPr>
        <p:blipFill>
          <a:blip r:embed="rId4" cstate="print"/>
          <a:stretch>
            <a:fillRect/>
          </a:stretch>
        </p:blipFill>
        <p:spPr>
          <a:xfrm>
            <a:off x="300139" y="2429853"/>
            <a:ext cx="71526" cy="71526"/>
          </a:xfrm>
          <a:prstGeom prst="rect">
            <a:avLst/>
          </a:prstGeom>
        </p:spPr>
      </p:pic>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5" action="ppaction://hlinksldjump"/>
              </a:rPr>
              <a:t>AI</a:t>
            </a:r>
            <a:endParaRPr sz="600">
              <a:latin typeface="Arial MT"/>
              <a:cs typeface="Arial MT"/>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15</a:t>
            </a:fld>
            <a:r>
              <a:rPr spc="25" dirty="0"/>
              <a:t> </a:t>
            </a:r>
            <a:r>
              <a:rPr spc="150" dirty="0"/>
              <a:t>/</a:t>
            </a:r>
            <a:r>
              <a:rPr spc="25" dirty="0"/>
              <a:t> </a:t>
            </a:r>
            <a:r>
              <a:rPr spc="-25" dirty="0"/>
              <a:t>38</a:t>
            </a: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70" dirty="0"/>
              <a:t>Agent</a:t>
            </a:r>
            <a:r>
              <a:rPr spc="-40" dirty="0"/>
              <a:t> </a:t>
            </a:r>
            <a:r>
              <a:rPr spc="-80" dirty="0"/>
              <a:t>Programs</a:t>
            </a:r>
          </a:p>
        </p:txBody>
      </p:sp>
      <p:sp>
        <p:nvSpPr>
          <p:cNvPr id="5" name="object 5"/>
          <p:cNvSpPr txBox="1"/>
          <p:nvPr/>
        </p:nvSpPr>
        <p:spPr>
          <a:xfrm>
            <a:off x="90068" y="549735"/>
            <a:ext cx="4515565" cy="1330492"/>
          </a:xfrm>
          <a:prstGeom prst="rect">
            <a:avLst/>
          </a:prstGeom>
        </p:spPr>
        <p:txBody>
          <a:bodyPr vert="horz" wrap="square" lIns="0" tIns="12065" rIns="0" bIns="0" rtlCol="0" anchor="t">
            <a:spAutoFit/>
          </a:bodyPr>
          <a:lstStyle/>
          <a:p>
            <a:pPr marL="342900" indent="-342900" algn="l">
              <a:buChar char="•"/>
            </a:pPr>
            <a:r>
              <a:rPr lang="en-US" sz="1200" dirty="0"/>
              <a:t>The </a:t>
            </a:r>
            <a:r>
              <a:rPr lang="en-US" sz="1200" b="1" dirty="0"/>
              <a:t>agent function</a:t>
            </a:r>
            <a:r>
              <a:rPr lang="en-US" sz="1200" dirty="0"/>
              <a:t> maps </a:t>
            </a:r>
            <a:r>
              <a:rPr lang="en-US" sz="1200" b="1" dirty="0"/>
              <a:t>percept sequences</a:t>
            </a:r>
            <a:r>
              <a:rPr lang="en-US" sz="1200" dirty="0"/>
              <a:t> (i.e., inputs over time) to </a:t>
            </a:r>
            <a:r>
              <a:rPr lang="en-US" sz="1200" b="1" dirty="0"/>
              <a:t>actions</a:t>
            </a:r>
            <a:r>
              <a:rPr lang="en-US" sz="1200" dirty="0"/>
              <a:t>.</a:t>
            </a:r>
            <a:endParaRPr lang="en-US" dirty="0"/>
          </a:p>
          <a:p>
            <a:pPr marL="342900" indent="-342900" algn="l">
              <a:buChar char="•"/>
            </a:pPr>
            <a:r>
              <a:rPr lang="en-US" sz="1200" dirty="0"/>
              <a:t>It aims to choose the best action to maximize performance based on a </a:t>
            </a:r>
            <a:r>
              <a:rPr lang="en-US" sz="1200" b="1" dirty="0"/>
              <a:t>performance measure</a:t>
            </a:r>
            <a:r>
              <a:rPr lang="en-US" sz="1200" dirty="0"/>
              <a:t>.</a:t>
            </a:r>
            <a:endParaRPr lang="en-US" dirty="0"/>
          </a:p>
          <a:p>
            <a:pPr marL="12700" marR="5080">
              <a:spcBef>
                <a:spcPts val="95"/>
              </a:spcBef>
            </a:pPr>
            <a:endParaRPr lang="en-US" sz="1200" dirty="0">
              <a:latin typeface="Tahoma"/>
              <a:cs typeface="Tahoma"/>
            </a:endParaRPr>
          </a:p>
          <a:p>
            <a:pPr marL="12700" marR="5080">
              <a:lnSpc>
                <a:spcPct val="100000"/>
              </a:lnSpc>
              <a:spcBef>
                <a:spcPts val="95"/>
              </a:spcBef>
            </a:pPr>
            <a:r>
              <a:rPr sz="1200" dirty="0">
                <a:latin typeface="Tahoma"/>
                <a:cs typeface="Tahoma"/>
              </a:rPr>
              <a:t>All </a:t>
            </a:r>
            <a:r>
              <a:rPr sz="1200" spc="-60" dirty="0">
                <a:latin typeface="Tahoma"/>
                <a:cs typeface="Tahoma"/>
              </a:rPr>
              <a:t>agent</a:t>
            </a:r>
            <a:r>
              <a:rPr sz="1200" spc="5" dirty="0">
                <a:latin typeface="Tahoma"/>
                <a:cs typeface="Tahoma"/>
              </a:rPr>
              <a:t> </a:t>
            </a:r>
            <a:r>
              <a:rPr sz="1200" spc="-75" dirty="0">
                <a:latin typeface="Tahoma"/>
                <a:cs typeface="Tahoma"/>
              </a:rPr>
              <a:t>programs</a:t>
            </a:r>
            <a:r>
              <a:rPr sz="1200" spc="5" dirty="0">
                <a:latin typeface="Tahoma"/>
                <a:cs typeface="Tahoma"/>
              </a:rPr>
              <a:t> </a:t>
            </a:r>
            <a:r>
              <a:rPr sz="1200" spc="-75" dirty="0">
                <a:latin typeface="Tahoma"/>
                <a:cs typeface="Tahoma"/>
              </a:rPr>
              <a:t>have</a:t>
            </a:r>
            <a:r>
              <a:rPr sz="1200" spc="5" dirty="0">
                <a:latin typeface="Tahoma"/>
                <a:cs typeface="Tahoma"/>
              </a:rPr>
              <a:t> </a:t>
            </a:r>
            <a:r>
              <a:rPr sz="1200" spc="-55" dirty="0">
                <a:latin typeface="Tahoma"/>
                <a:cs typeface="Tahoma"/>
              </a:rPr>
              <a:t>roughly</a:t>
            </a:r>
            <a:r>
              <a:rPr sz="1200" spc="5" dirty="0">
                <a:latin typeface="Tahoma"/>
                <a:cs typeface="Tahoma"/>
              </a:rPr>
              <a:t> </a:t>
            </a:r>
            <a:r>
              <a:rPr sz="1200" spc="-40" dirty="0">
                <a:latin typeface="Tahoma"/>
                <a:cs typeface="Tahoma"/>
              </a:rPr>
              <a:t>the</a:t>
            </a:r>
            <a:r>
              <a:rPr sz="1200" spc="5" dirty="0">
                <a:latin typeface="Tahoma"/>
                <a:cs typeface="Tahoma"/>
              </a:rPr>
              <a:t> </a:t>
            </a:r>
            <a:r>
              <a:rPr sz="1200" b="1" spc="-95" dirty="0">
                <a:solidFill>
                  <a:srgbClr val="C00000"/>
                </a:solidFill>
                <a:latin typeface="Tahoma"/>
                <a:cs typeface="Tahoma"/>
              </a:rPr>
              <a:t>same</a:t>
            </a:r>
            <a:r>
              <a:rPr sz="1200" b="1" dirty="0">
                <a:solidFill>
                  <a:srgbClr val="C00000"/>
                </a:solidFill>
                <a:latin typeface="Tahoma"/>
                <a:cs typeface="Tahoma"/>
              </a:rPr>
              <a:t> </a:t>
            </a:r>
            <a:r>
              <a:rPr sz="1200" b="1" spc="-75" dirty="0">
                <a:solidFill>
                  <a:srgbClr val="C00000"/>
                </a:solidFill>
                <a:latin typeface="Tahoma"/>
                <a:cs typeface="Tahoma"/>
              </a:rPr>
              <a:t>skeleton;</a:t>
            </a:r>
            <a:r>
              <a:rPr sz="1200" spc="5" dirty="0">
                <a:latin typeface="Tahoma"/>
                <a:cs typeface="Tahoma"/>
              </a:rPr>
              <a:t> </a:t>
            </a:r>
            <a:r>
              <a:rPr sz="1200" spc="-55" dirty="0">
                <a:latin typeface="Tahoma"/>
                <a:cs typeface="Tahoma"/>
              </a:rPr>
              <a:t>they</a:t>
            </a:r>
            <a:r>
              <a:rPr sz="1200" spc="5" dirty="0">
                <a:latin typeface="Tahoma"/>
                <a:cs typeface="Tahoma"/>
              </a:rPr>
              <a:t> </a:t>
            </a:r>
            <a:r>
              <a:rPr sz="1200" spc="-30" dirty="0">
                <a:latin typeface="Tahoma"/>
                <a:cs typeface="Tahoma"/>
              </a:rPr>
              <a:t>accept </a:t>
            </a:r>
            <a:r>
              <a:rPr sz="1200" spc="-65" dirty="0">
                <a:latin typeface="Tahoma"/>
                <a:cs typeface="Tahoma"/>
              </a:rPr>
              <a:t>percepts</a:t>
            </a:r>
            <a:r>
              <a:rPr sz="1200" spc="-5" dirty="0">
                <a:latin typeface="Tahoma"/>
                <a:cs typeface="Tahoma"/>
              </a:rPr>
              <a:t> </a:t>
            </a:r>
            <a:r>
              <a:rPr sz="1200" spc="-50" dirty="0">
                <a:latin typeface="Tahoma"/>
                <a:cs typeface="Tahoma"/>
              </a:rPr>
              <a:t>from</a:t>
            </a:r>
            <a:r>
              <a:rPr sz="1200" dirty="0">
                <a:latin typeface="Tahoma"/>
                <a:cs typeface="Tahoma"/>
              </a:rPr>
              <a:t> </a:t>
            </a:r>
            <a:r>
              <a:rPr sz="1200" spc="-40" dirty="0">
                <a:latin typeface="Tahoma"/>
                <a:cs typeface="Tahoma"/>
              </a:rPr>
              <a:t>the</a:t>
            </a:r>
            <a:r>
              <a:rPr sz="1200" dirty="0">
                <a:latin typeface="Tahoma"/>
                <a:cs typeface="Tahoma"/>
              </a:rPr>
              <a:t> </a:t>
            </a:r>
            <a:r>
              <a:rPr sz="1200" spc="-65" dirty="0">
                <a:latin typeface="Tahoma"/>
                <a:cs typeface="Tahoma"/>
              </a:rPr>
              <a:t>environment</a:t>
            </a:r>
            <a:r>
              <a:rPr sz="1200" spc="-5" dirty="0">
                <a:latin typeface="Tahoma"/>
                <a:cs typeface="Tahoma"/>
              </a:rPr>
              <a:t> </a:t>
            </a:r>
            <a:r>
              <a:rPr sz="1200" spc="-60" dirty="0">
                <a:latin typeface="Tahoma"/>
                <a:cs typeface="Tahoma"/>
              </a:rPr>
              <a:t>and</a:t>
            </a:r>
            <a:r>
              <a:rPr sz="1200" dirty="0">
                <a:latin typeface="Tahoma"/>
                <a:cs typeface="Tahoma"/>
              </a:rPr>
              <a:t> </a:t>
            </a:r>
            <a:r>
              <a:rPr sz="1200" spc="-80" dirty="0">
                <a:latin typeface="Tahoma"/>
                <a:cs typeface="Tahoma"/>
              </a:rPr>
              <a:t>generate</a:t>
            </a:r>
            <a:r>
              <a:rPr sz="1200" dirty="0">
                <a:latin typeface="Tahoma"/>
                <a:cs typeface="Tahoma"/>
              </a:rPr>
              <a:t> </a:t>
            </a:r>
            <a:r>
              <a:rPr sz="1200" spc="-10" dirty="0">
                <a:latin typeface="Tahoma"/>
                <a:cs typeface="Tahoma"/>
              </a:rPr>
              <a:t>actions.</a:t>
            </a:r>
            <a:endParaRPr sz="1200" dirty="0">
              <a:latin typeface="Tahoma"/>
              <a:cs typeface="Tahoma"/>
            </a:endParaRPr>
          </a:p>
        </p:txBody>
      </p:sp>
      <p:pic>
        <p:nvPicPr>
          <p:cNvPr id="6" name="object 6"/>
          <p:cNvPicPr/>
          <p:nvPr/>
        </p:nvPicPr>
        <p:blipFill>
          <a:blip r:embed="rId2" cstate="print"/>
          <a:stretch>
            <a:fillRect/>
          </a:stretch>
        </p:blipFill>
        <p:spPr>
          <a:xfrm>
            <a:off x="466147" y="1995265"/>
            <a:ext cx="3467960" cy="1147819"/>
          </a:xfrm>
          <a:prstGeom prst="rect">
            <a:avLst/>
          </a:prstGeom>
        </p:spPr>
      </p:pic>
      <p:grpSp>
        <p:nvGrpSpPr>
          <p:cNvPr id="7" name="object 7"/>
          <p:cNvGrpSpPr/>
          <p:nvPr/>
        </p:nvGrpSpPr>
        <p:grpSpPr>
          <a:xfrm>
            <a:off x="0" y="3346348"/>
            <a:ext cx="4608195" cy="109855"/>
            <a:chOff x="0" y="3346348"/>
            <a:chExt cx="4608195" cy="109855"/>
          </a:xfrm>
        </p:grpSpPr>
        <p:sp>
          <p:nvSpPr>
            <p:cNvPr id="8" name="object 8"/>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9" name="object 9"/>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0" name="object 10"/>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2" name="object 12"/>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16</a:t>
            </a:fld>
            <a:r>
              <a:rPr spc="25" dirty="0"/>
              <a:t> </a:t>
            </a:r>
            <a:r>
              <a:rPr spc="150" dirty="0"/>
              <a:t>/</a:t>
            </a:r>
            <a:r>
              <a:rPr spc="25" dirty="0"/>
              <a:t> </a:t>
            </a:r>
            <a:r>
              <a:rPr spc="-25" dirty="0"/>
              <a:t>38</a:t>
            </a: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75" dirty="0"/>
              <a:t>Specifying</a:t>
            </a:r>
            <a:r>
              <a:rPr spc="-50" dirty="0"/>
              <a:t> </a:t>
            </a:r>
            <a:r>
              <a:rPr spc="-85" dirty="0"/>
              <a:t>the</a:t>
            </a:r>
            <a:r>
              <a:rPr spc="-50" dirty="0"/>
              <a:t> </a:t>
            </a:r>
            <a:r>
              <a:rPr spc="-60" dirty="0"/>
              <a:t>task</a:t>
            </a:r>
            <a:r>
              <a:rPr spc="-50" dirty="0"/>
              <a:t> </a:t>
            </a:r>
            <a:r>
              <a:rPr spc="-100" dirty="0"/>
              <a:t>environment</a:t>
            </a:r>
          </a:p>
        </p:txBody>
      </p:sp>
      <p:grpSp>
        <p:nvGrpSpPr>
          <p:cNvPr id="4" name="object 4"/>
          <p:cNvGrpSpPr/>
          <p:nvPr/>
        </p:nvGrpSpPr>
        <p:grpSpPr>
          <a:xfrm>
            <a:off x="97865" y="832484"/>
            <a:ext cx="4463415" cy="2007235"/>
            <a:chOff x="97865" y="832484"/>
            <a:chExt cx="4463415" cy="2007235"/>
          </a:xfrm>
        </p:grpSpPr>
        <p:sp>
          <p:nvSpPr>
            <p:cNvPr id="5" name="object 5"/>
            <p:cNvSpPr/>
            <p:nvPr/>
          </p:nvSpPr>
          <p:spPr>
            <a:xfrm>
              <a:off x="97865" y="832484"/>
              <a:ext cx="4412615" cy="245745"/>
            </a:xfrm>
            <a:custGeom>
              <a:avLst/>
              <a:gdLst/>
              <a:ahLst/>
              <a:cxnLst/>
              <a:rect l="l" t="t" r="r" b="b"/>
              <a:pathLst>
                <a:path w="4412615" h="245744">
                  <a:moveTo>
                    <a:pt x="4361525" y="0"/>
                  </a:moveTo>
                  <a:lnTo>
                    <a:pt x="50800" y="0"/>
                  </a:lnTo>
                  <a:lnTo>
                    <a:pt x="31075" y="4008"/>
                  </a:lnTo>
                  <a:lnTo>
                    <a:pt x="14922" y="14922"/>
                  </a:lnTo>
                  <a:lnTo>
                    <a:pt x="4008" y="31075"/>
                  </a:lnTo>
                  <a:lnTo>
                    <a:pt x="0" y="50800"/>
                  </a:lnTo>
                  <a:lnTo>
                    <a:pt x="0" y="245604"/>
                  </a:lnTo>
                  <a:lnTo>
                    <a:pt x="4412325" y="245604"/>
                  </a:lnTo>
                  <a:lnTo>
                    <a:pt x="4412325" y="50800"/>
                  </a:lnTo>
                  <a:lnTo>
                    <a:pt x="4408317" y="31075"/>
                  </a:lnTo>
                  <a:lnTo>
                    <a:pt x="4397403" y="14922"/>
                  </a:lnTo>
                  <a:lnTo>
                    <a:pt x="4381250" y="4008"/>
                  </a:lnTo>
                  <a:lnTo>
                    <a:pt x="4361525" y="0"/>
                  </a:lnTo>
                  <a:close/>
                </a:path>
              </a:pathLst>
            </a:custGeom>
            <a:solidFill>
              <a:srgbClr val="8D1313"/>
            </a:solidFill>
          </p:spPr>
          <p:txBody>
            <a:bodyPr wrap="square" lIns="0" tIns="0" rIns="0" bIns="0" rtlCol="0"/>
            <a:lstStyle/>
            <a:p>
              <a:endParaRPr/>
            </a:p>
          </p:txBody>
        </p:sp>
        <p:pic>
          <p:nvPicPr>
            <p:cNvPr id="6" name="object 6"/>
            <p:cNvPicPr/>
            <p:nvPr/>
          </p:nvPicPr>
          <p:blipFill>
            <a:blip r:embed="rId2" cstate="print"/>
            <a:stretch>
              <a:fillRect/>
            </a:stretch>
          </p:blipFill>
          <p:spPr>
            <a:xfrm>
              <a:off x="97865" y="1065441"/>
              <a:ext cx="4412325" cy="50609"/>
            </a:xfrm>
            <a:prstGeom prst="rect">
              <a:avLst/>
            </a:prstGeom>
          </p:spPr>
        </p:pic>
        <p:pic>
          <p:nvPicPr>
            <p:cNvPr id="7" name="object 7"/>
            <p:cNvPicPr/>
            <p:nvPr/>
          </p:nvPicPr>
          <p:blipFill>
            <a:blip r:embed="rId3" cstate="print"/>
            <a:stretch>
              <a:fillRect/>
            </a:stretch>
          </p:blipFill>
          <p:spPr>
            <a:xfrm>
              <a:off x="148666" y="2737637"/>
              <a:ext cx="101600" cy="101600"/>
            </a:xfrm>
            <a:prstGeom prst="rect">
              <a:avLst/>
            </a:prstGeom>
          </p:spPr>
        </p:pic>
        <p:pic>
          <p:nvPicPr>
            <p:cNvPr id="8" name="object 8"/>
            <p:cNvPicPr/>
            <p:nvPr/>
          </p:nvPicPr>
          <p:blipFill>
            <a:blip r:embed="rId4" cstate="print"/>
            <a:stretch>
              <a:fillRect/>
            </a:stretch>
          </p:blipFill>
          <p:spPr>
            <a:xfrm>
              <a:off x="199466" y="2724937"/>
              <a:ext cx="4361525" cy="114301"/>
            </a:xfrm>
            <a:prstGeom prst="rect">
              <a:avLst/>
            </a:prstGeom>
          </p:spPr>
        </p:pic>
        <p:pic>
          <p:nvPicPr>
            <p:cNvPr id="9" name="object 9"/>
            <p:cNvPicPr/>
            <p:nvPr/>
          </p:nvPicPr>
          <p:blipFill>
            <a:blip r:embed="rId5" cstate="print"/>
            <a:stretch>
              <a:fillRect/>
            </a:stretch>
          </p:blipFill>
          <p:spPr>
            <a:xfrm>
              <a:off x="4510191" y="876719"/>
              <a:ext cx="50800" cy="1860918"/>
            </a:xfrm>
            <a:prstGeom prst="rect">
              <a:avLst/>
            </a:prstGeom>
          </p:spPr>
        </p:pic>
        <p:sp>
          <p:nvSpPr>
            <p:cNvPr id="10" name="object 10"/>
            <p:cNvSpPr/>
            <p:nvPr/>
          </p:nvSpPr>
          <p:spPr>
            <a:xfrm>
              <a:off x="97865" y="1109702"/>
              <a:ext cx="4412615" cy="1678939"/>
            </a:xfrm>
            <a:custGeom>
              <a:avLst/>
              <a:gdLst/>
              <a:ahLst/>
              <a:cxnLst/>
              <a:rect l="l" t="t" r="r" b="b"/>
              <a:pathLst>
                <a:path w="4412615" h="1678939">
                  <a:moveTo>
                    <a:pt x="4412325" y="0"/>
                  </a:moveTo>
                  <a:lnTo>
                    <a:pt x="0" y="0"/>
                  </a:lnTo>
                  <a:lnTo>
                    <a:pt x="0" y="1627934"/>
                  </a:lnTo>
                  <a:lnTo>
                    <a:pt x="4008" y="1647659"/>
                  </a:lnTo>
                  <a:lnTo>
                    <a:pt x="14922" y="1663812"/>
                  </a:lnTo>
                  <a:lnTo>
                    <a:pt x="31075" y="1674726"/>
                  </a:lnTo>
                  <a:lnTo>
                    <a:pt x="50800" y="1678735"/>
                  </a:lnTo>
                  <a:lnTo>
                    <a:pt x="4361525" y="1678735"/>
                  </a:lnTo>
                  <a:lnTo>
                    <a:pt x="4381250" y="1674726"/>
                  </a:lnTo>
                  <a:lnTo>
                    <a:pt x="4397403" y="1663812"/>
                  </a:lnTo>
                  <a:lnTo>
                    <a:pt x="4408317" y="1647659"/>
                  </a:lnTo>
                  <a:lnTo>
                    <a:pt x="4412325" y="1627934"/>
                  </a:lnTo>
                  <a:lnTo>
                    <a:pt x="4412325" y="0"/>
                  </a:lnTo>
                  <a:close/>
                </a:path>
              </a:pathLst>
            </a:custGeom>
            <a:solidFill>
              <a:srgbClr val="F3E7E7"/>
            </a:solidFill>
          </p:spPr>
          <p:txBody>
            <a:bodyPr wrap="square" lIns="0" tIns="0" rIns="0" bIns="0" rtlCol="0"/>
            <a:lstStyle/>
            <a:p>
              <a:endParaRPr/>
            </a:p>
          </p:txBody>
        </p:sp>
        <p:sp>
          <p:nvSpPr>
            <p:cNvPr id="11" name="object 11"/>
            <p:cNvSpPr/>
            <p:nvPr/>
          </p:nvSpPr>
          <p:spPr>
            <a:xfrm>
              <a:off x="4510191" y="914803"/>
              <a:ext cx="0" cy="1842135"/>
            </a:xfrm>
            <a:custGeom>
              <a:avLst/>
              <a:gdLst/>
              <a:ahLst/>
              <a:cxnLst/>
              <a:rect l="l" t="t" r="r" b="b"/>
              <a:pathLst>
                <a:path h="1842135">
                  <a:moveTo>
                    <a:pt x="0" y="1841883"/>
                  </a:moveTo>
                  <a:lnTo>
                    <a:pt x="0" y="0"/>
                  </a:lnTo>
                </a:path>
              </a:pathLst>
            </a:custGeom>
            <a:ln w="3175">
              <a:solidFill>
                <a:srgbClr val="7F7F7F"/>
              </a:solidFill>
            </a:ln>
          </p:spPr>
          <p:txBody>
            <a:bodyPr wrap="square" lIns="0" tIns="0" rIns="0" bIns="0" rtlCol="0"/>
            <a:lstStyle/>
            <a:p>
              <a:endParaRPr/>
            </a:p>
          </p:txBody>
        </p:sp>
        <p:sp>
          <p:nvSpPr>
            <p:cNvPr id="12" name="object 12"/>
            <p:cNvSpPr/>
            <p:nvPr/>
          </p:nvSpPr>
          <p:spPr>
            <a:xfrm>
              <a:off x="4510191" y="902103"/>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13" name="object 13"/>
            <p:cNvSpPr/>
            <p:nvPr/>
          </p:nvSpPr>
          <p:spPr>
            <a:xfrm>
              <a:off x="4510191" y="889403"/>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14" name="object 14"/>
            <p:cNvSpPr/>
            <p:nvPr/>
          </p:nvSpPr>
          <p:spPr>
            <a:xfrm>
              <a:off x="4510191" y="876703"/>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pic>
          <p:nvPicPr>
            <p:cNvPr id="15" name="object 15"/>
            <p:cNvPicPr/>
            <p:nvPr/>
          </p:nvPicPr>
          <p:blipFill>
            <a:blip r:embed="rId6" cstate="print"/>
            <a:stretch>
              <a:fillRect/>
            </a:stretch>
          </p:blipFill>
          <p:spPr>
            <a:xfrm>
              <a:off x="300139" y="1609242"/>
              <a:ext cx="71526" cy="71526"/>
            </a:xfrm>
            <a:prstGeom prst="rect">
              <a:avLst/>
            </a:prstGeom>
          </p:spPr>
        </p:pic>
        <p:pic>
          <p:nvPicPr>
            <p:cNvPr id="16" name="object 16"/>
            <p:cNvPicPr/>
            <p:nvPr/>
          </p:nvPicPr>
          <p:blipFill>
            <a:blip r:embed="rId7" cstate="print"/>
            <a:stretch>
              <a:fillRect/>
            </a:stretch>
          </p:blipFill>
          <p:spPr>
            <a:xfrm>
              <a:off x="300139" y="2014131"/>
              <a:ext cx="71526" cy="71526"/>
            </a:xfrm>
            <a:prstGeom prst="rect">
              <a:avLst/>
            </a:prstGeom>
          </p:spPr>
        </p:pic>
        <p:pic>
          <p:nvPicPr>
            <p:cNvPr id="17" name="object 17"/>
            <p:cNvPicPr/>
            <p:nvPr/>
          </p:nvPicPr>
          <p:blipFill>
            <a:blip r:embed="rId8" cstate="print"/>
            <a:stretch>
              <a:fillRect/>
            </a:stretch>
          </p:blipFill>
          <p:spPr>
            <a:xfrm>
              <a:off x="300139" y="2235543"/>
              <a:ext cx="71526" cy="71526"/>
            </a:xfrm>
            <a:prstGeom prst="rect">
              <a:avLst/>
            </a:prstGeom>
          </p:spPr>
        </p:pic>
        <p:pic>
          <p:nvPicPr>
            <p:cNvPr id="18" name="object 18"/>
            <p:cNvPicPr/>
            <p:nvPr/>
          </p:nvPicPr>
          <p:blipFill>
            <a:blip r:embed="rId6" cstate="print"/>
            <a:stretch>
              <a:fillRect/>
            </a:stretch>
          </p:blipFill>
          <p:spPr>
            <a:xfrm>
              <a:off x="300139" y="2456967"/>
              <a:ext cx="71526" cy="71526"/>
            </a:xfrm>
            <a:prstGeom prst="rect">
              <a:avLst/>
            </a:prstGeom>
          </p:spPr>
        </p:pic>
      </p:grpSp>
      <p:sp>
        <p:nvSpPr>
          <p:cNvPr id="19" name="object 19"/>
          <p:cNvSpPr txBox="1"/>
          <p:nvPr/>
        </p:nvSpPr>
        <p:spPr>
          <a:xfrm>
            <a:off x="135966" y="758397"/>
            <a:ext cx="4121785" cy="1999614"/>
          </a:xfrm>
          <a:prstGeom prst="rect">
            <a:avLst/>
          </a:prstGeom>
        </p:spPr>
        <p:txBody>
          <a:bodyPr vert="horz" wrap="square" lIns="0" tIns="71120" rIns="0" bIns="0" rtlCol="0" anchor="t">
            <a:spAutoFit/>
          </a:bodyPr>
          <a:lstStyle/>
          <a:p>
            <a:pPr marL="12700">
              <a:lnSpc>
                <a:spcPct val="100000"/>
              </a:lnSpc>
              <a:spcBef>
                <a:spcPts val="560"/>
              </a:spcBef>
            </a:pPr>
            <a:r>
              <a:rPr sz="1400" spc="60" dirty="0">
                <a:solidFill>
                  <a:srgbClr val="FFFFFF"/>
                </a:solidFill>
                <a:latin typeface="Tahoma"/>
                <a:cs typeface="Tahoma"/>
              </a:rPr>
              <a:t>PEAS</a:t>
            </a:r>
            <a:r>
              <a:rPr sz="1400" spc="-15" dirty="0">
                <a:solidFill>
                  <a:srgbClr val="FFFFFF"/>
                </a:solidFill>
                <a:latin typeface="Tahoma"/>
                <a:cs typeface="Tahoma"/>
              </a:rPr>
              <a:t> </a:t>
            </a:r>
            <a:r>
              <a:rPr sz="1400" spc="-40" dirty="0">
                <a:solidFill>
                  <a:srgbClr val="FFFFFF"/>
                </a:solidFill>
                <a:latin typeface="Tahoma"/>
                <a:cs typeface="Tahoma"/>
              </a:rPr>
              <a:t>(Performance,</a:t>
            </a:r>
            <a:r>
              <a:rPr sz="1400" spc="-10" dirty="0">
                <a:solidFill>
                  <a:srgbClr val="FFFFFF"/>
                </a:solidFill>
                <a:latin typeface="Tahoma"/>
                <a:cs typeface="Tahoma"/>
              </a:rPr>
              <a:t> </a:t>
            </a:r>
            <a:r>
              <a:rPr sz="1400" spc="-35" dirty="0">
                <a:solidFill>
                  <a:srgbClr val="FFFFFF"/>
                </a:solidFill>
                <a:latin typeface="Tahoma"/>
                <a:cs typeface="Tahoma"/>
              </a:rPr>
              <a:t>Environment,</a:t>
            </a:r>
            <a:r>
              <a:rPr sz="1400" spc="-10" dirty="0">
                <a:solidFill>
                  <a:srgbClr val="FFFFFF"/>
                </a:solidFill>
                <a:latin typeface="Tahoma"/>
                <a:cs typeface="Tahoma"/>
              </a:rPr>
              <a:t> </a:t>
            </a:r>
            <a:r>
              <a:rPr sz="1400" spc="-20" dirty="0">
                <a:solidFill>
                  <a:srgbClr val="FFFFFF"/>
                </a:solidFill>
                <a:latin typeface="Tahoma"/>
                <a:cs typeface="Tahoma"/>
              </a:rPr>
              <a:t>Actuators,</a:t>
            </a:r>
            <a:r>
              <a:rPr sz="1400" spc="-10" dirty="0">
                <a:solidFill>
                  <a:srgbClr val="FFFFFF"/>
                </a:solidFill>
                <a:latin typeface="Tahoma"/>
                <a:cs typeface="Tahoma"/>
              </a:rPr>
              <a:t> </a:t>
            </a:r>
            <a:r>
              <a:rPr sz="1400" spc="-35" dirty="0">
                <a:solidFill>
                  <a:srgbClr val="FFFFFF"/>
                </a:solidFill>
                <a:latin typeface="Tahoma"/>
                <a:cs typeface="Tahoma"/>
              </a:rPr>
              <a:t>Sensors)</a:t>
            </a:r>
            <a:endParaRPr sz="1400">
              <a:latin typeface="Tahoma"/>
              <a:cs typeface="Tahoma"/>
            </a:endParaRPr>
          </a:p>
          <a:p>
            <a:pPr marL="12700" marR="501015">
              <a:lnSpc>
                <a:spcPct val="100000"/>
              </a:lnSpc>
              <a:spcBef>
                <a:spcPts val="355"/>
              </a:spcBef>
            </a:pPr>
            <a:r>
              <a:rPr sz="1200" dirty="0">
                <a:latin typeface="Tahoma"/>
                <a:cs typeface="Tahoma"/>
              </a:rPr>
              <a:t>Must</a:t>
            </a:r>
            <a:r>
              <a:rPr sz="1200" spc="-40" dirty="0">
                <a:latin typeface="Tahoma"/>
                <a:cs typeface="Tahoma"/>
              </a:rPr>
              <a:t> </a:t>
            </a:r>
            <a:r>
              <a:rPr sz="1200" spc="-20" dirty="0">
                <a:latin typeface="Tahoma"/>
                <a:cs typeface="Tahoma"/>
              </a:rPr>
              <a:t>first</a:t>
            </a:r>
            <a:r>
              <a:rPr sz="1200" spc="-35" dirty="0">
                <a:latin typeface="Tahoma"/>
                <a:cs typeface="Tahoma"/>
              </a:rPr>
              <a:t> </a:t>
            </a:r>
            <a:r>
              <a:rPr sz="1200" spc="-45" dirty="0">
                <a:latin typeface="Tahoma"/>
                <a:cs typeface="Tahoma"/>
              </a:rPr>
              <a:t>specify</a:t>
            </a:r>
            <a:r>
              <a:rPr sz="1200" spc="-40" dirty="0">
                <a:latin typeface="Tahoma"/>
                <a:cs typeface="Tahoma"/>
              </a:rPr>
              <a:t> the</a:t>
            </a:r>
            <a:r>
              <a:rPr sz="1200" spc="-35" dirty="0">
                <a:latin typeface="Tahoma"/>
                <a:cs typeface="Tahoma"/>
              </a:rPr>
              <a:t> </a:t>
            </a:r>
            <a:r>
              <a:rPr sz="1200" spc="-40" dirty="0">
                <a:latin typeface="Tahoma"/>
                <a:cs typeface="Tahoma"/>
              </a:rPr>
              <a:t>setting</a:t>
            </a:r>
            <a:r>
              <a:rPr sz="1200" spc="-35" dirty="0">
                <a:latin typeface="Tahoma"/>
                <a:cs typeface="Tahoma"/>
              </a:rPr>
              <a:t> </a:t>
            </a:r>
            <a:r>
              <a:rPr sz="1200" spc="-40" dirty="0">
                <a:latin typeface="Tahoma"/>
                <a:cs typeface="Tahoma"/>
              </a:rPr>
              <a:t>for</a:t>
            </a:r>
            <a:r>
              <a:rPr sz="1200" spc="-35" dirty="0">
                <a:latin typeface="Tahoma"/>
                <a:cs typeface="Tahoma"/>
              </a:rPr>
              <a:t> </a:t>
            </a:r>
            <a:r>
              <a:rPr sz="1200" spc="-40" dirty="0">
                <a:latin typeface="Tahoma"/>
                <a:cs typeface="Tahoma"/>
              </a:rPr>
              <a:t>intelligent</a:t>
            </a:r>
            <a:r>
              <a:rPr sz="1200" spc="-35" dirty="0">
                <a:latin typeface="Tahoma"/>
                <a:cs typeface="Tahoma"/>
              </a:rPr>
              <a:t> </a:t>
            </a:r>
            <a:r>
              <a:rPr sz="1200" spc="-60" dirty="0">
                <a:latin typeface="Tahoma"/>
                <a:cs typeface="Tahoma"/>
              </a:rPr>
              <a:t>agent</a:t>
            </a:r>
            <a:r>
              <a:rPr sz="1200" spc="-35" dirty="0">
                <a:latin typeface="Tahoma"/>
                <a:cs typeface="Tahoma"/>
              </a:rPr>
              <a:t> </a:t>
            </a:r>
            <a:r>
              <a:rPr sz="1200" spc="-10" dirty="0">
                <a:latin typeface="Tahoma"/>
                <a:cs typeface="Tahoma"/>
              </a:rPr>
              <a:t>design. </a:t>
            </a:r>
            <a:r>
              <a:rPr sz="1200" spc="-50" dirty="0">
                <a:latin typeface="Tahoma"/>
                <a:cs typeface="Tahoma"/>
              </a:rPr>
              <a:t>Consider,</a:t>
            </a:r>
            <a:r>
              <a:rPr sz="1200" spc="-45" dirty="0">
                <a:latin typeface="Tahoma"/>
                <a:cs typeface="Tahoma"/>
              </a:rPr>
              <a:t> </a:t>
            </a:r>
            <a:r>
              <a:rPr sz="1200" spc="-65" dirty="0">
                <a:latin typeface="Tahoma"/>
                <a:cs typeface="Tahoma"/>
              </a:rPr>
              <a:t>e.g.,</a:t>
            </a:r>
            <a:r>
              <a:rPr sz="1200" spc="-30" dirty="0">
                <a:latin typeface="Tahoma"/>
                <a:cs typeface="Tahoma"/>
              </a:rPr>
              <a:t> </a:t>
            </a:r>
            <a:r>
              <a:rPr sz="1200" spc="-40" dirty="0">
                <a:latin typeface="Tahoma"/>
                <a:cs typeface="Tahoma"/>
              </a:rPr>
              <a:t>the</a:t>
            </a:r>
            <a:r>
              <a:rPr sz="1200" spc="-55" dirty="0">
                <a:latin typeface="Tahoma"/>
                <a:cs typeface="Tahoma"/>
              </a:rPr>
              <a:t> </a:t>
            </a:r>
            <a:r>
              <a:rPr sz="1200" spc="-25" dirty="0">
                <a:latin typeface="Tahoma"/>
                <a:cs typeface="Tahoma"/>
              </a:rPr>
              <a:t>task</a:t>
            </a:r>
            <a:r>
              <a:rPr sz="1200" spc="-65" dirty="0">
                <a:latin typeface="Tahoma"/>
                <a:cs typeface="Tahoma"/>
              </a:rPr>
              <a:t> </a:t>
            </a:r>
            <a:r>
              <a:rPr sz="1200" dirty="0">
                <a:latin typeface="Tahoma"/>
                <a:cs typeface="Tahoma"/>
              </a:rPr>
              <a:t>of</a:t>
            </a:r>
            <a:r>
              <a:rPr sz="1200" spc="-50" dirty="0">
                <a:latin typeface="Tahoma"/>
                <a:cs typeface="Tahoma"/>
              </a:rPr>
              <a:t> </a:t>
            </a:r>
            <a:r>
              <a:rPr sz="1200" spc="-70" dirty="0">
                <a:latin typeface="Tahoma"/>
                <a:cs typeface="Tahoma"/>
              </a:rPr>
              <a:t>designing</a:t>
            </a:r>
            <a:r>
              <a:rPr sz="1200" spc="-25" dirty="0">
                <a:latin typeface="Tahoma"/>
                <a:cs typeface="Tahoma"/>
              </a:rPr>
              <a:t> </a:t>
            </a:r>
            <a:r>
              <a:rPr sz="1200" b="1" spc="-20" dirty="0">
                <a:latin typeface="Tahoma"/>
                <a:cs typeface="Tahoma"/>
              </a:rPr>
              <a:t>an</a:t>
            </a:r>
            <a:r>
              <a:rPr sz="1200" b="1" spc="20" dirty="0">
                <a:latin typeface="Tahoma"/>
                <a:cs typeface="Tahoma"/>
              </a:rPr>
              <a:t> </a:t>
            </a:r>
            <a:r>
              <a:rPr sz="1200" b="1" spc="-70" dirty="0">
                <a:solidFill>
                  <a:srgbClr val="FF0000"/>
                </a:solidFill>
                <a:highlight>
                  <a:srgbClr val="FFFF00"/>
                </a:highlight>
                <a:latin typeface="Tahoma"/>
                <a:cs typeface="Tahoma"/>
              </a:rPr>
              <a:t>automated</a:t>
            </a:r>
            <a:r>
              <a:rPr sz="1200" b="1" spc="20" dirty="0">
                <a:solidFill>
                  <a:srgbClr val="FF0000"/>
                </a:solidFill>
                <a:highlight>
                  <a:srgbClr val="FFFF00"/>
                </a:highlight>
                <a:latin typeface="Tahoma"/>
                <a:cs typeface="Tahoma"/>
              </a:rPr>
              <a:t> </a:t>
            </a:r>
            <a:r>
              <a:rPr sz="1200" b="1" spc="-45" dirty="0">
                <a:solidFill>
                  <a:srgbClr val="FF0000"/>
                </a:solidFill>
                <a:highlight>
                  <a:srgbClr val="FFFF00"/>
                </a:highlight>
                <a:latin typeface="Tahoma"/>
                <a:cs typeface="Tahoma"/>
              </a:rPr>
              <a:t>taxi:</a:t>
            </a:r>
            <a:endParaRPr sz="1200">
              <a:solidFill>
                <a:srgbClr val="FF0000"/>
              </a:solidFill>
              <a:highlight>
                <a:srgbClr val="FFFF00"/>
              </a:highlight>
              <a:latin typeface="Tahoma"/>
              <a:cs typeface="Tahoma"/>
            </a:endParaRPr>
          </a:p>
          <a:p>
            <a:pPr marL="309880" marR="115570">
              <a:lnSpc>
                <a:spcPct val="100000"/>
              </a:lnSpc>
              <a:spcBef>
                <a:spcPts val="605"/>
              </a:spcBef>
            </a:pPr>
            <a:r>
              <a:rPr sz="1200" b="1" spc="-75" dirty="0">
                <a:latin typeface="Tahoma"/>
                <a:cs typeface="Tahoma"/>
              </a:rPr>
              <a:t>Performance:</a:t>
            </a:r>
            <a:r>
              <a:rPr sz="1200" b="1" spc="65" dirty="0">
                <a:latin typeface="Tahoma"/>
                <a:cs typeface="Tahoma"/>
              </a:rPr>
              <a:t> </a:t>
            </a:r>
            <a:r>
              <a:rPr sz="1200" spc="-40" dirty="0">
                <a:latin typeface="Tahoma"/>
                <a:cs typeface="Tahoma"/>
              </a:rPr>
              <a:t>Safe,</a:t>
            </a:r>
            <a:r>
              <a:rPr sz="1200" spc="-50" dirty="0">
                <a:latin typeface="Tahoma"/>
                <a:cs typeface="Tahoma"/>
              </a:rPr>
              <a:t> </a:t>
            </a:r>
            <a:r>
              <a:rPr sz="1200" spc="-25" dirty="0">
                <a:latin typeface="Tahoma"/>
                <a:cs typeface="Tahoma"/>
              </a:rPr>
              <a:t>fast,</a:t>
            </a:r>
            <a:r>
              <a:rPr sz="1200" spc="-50" dirty="0">
                <a:latin typeface="Tahoma"/>
                <a:cs typeface="Tahoma"/>
              </a:rPr>
              <a:t> legal,</a:t>
            </a:r>
            <a:r>
              <a:rPr sz="1200" spc="-40" dirty="0">
                <a:latin typeface="Tahoma"/>
                <a:cs typeface="Tahoma"/>
              </a:rPr>
              <a:t> </a:t>
            </a:r>
            <a:r>
              <a:rPr sz="1200" spc="-50" dirty="0">
                <a:latin typeface="Tahoma"/>
                <a:cs typeface="Tahoma"/>
              </a:rPr>
              <a:t>comfortable</a:t>
            </a:r>
            <a:r>
              <a:rPr sz="1200" spc="-45" dirty="0">
                <a:latin typeface="Tahoma"/>
                <a:cs typeface="Tahoma"/>
              </a:rPr>
              <a:t> </a:t>
            </a:r>
            <a:r>
              <a:rPr sz="1200" spc="-10" dirty="0">
                <a:latin typeface="Tahoma"/>
                <a:cs typeface="Tahoma"/>
              </a:rPr>
              <a:t>trip,</a:t>
            </a:r>
            <a:r>
              <a:rPr sz="1200" spc="-50" dirty="0">
                <a:latin typeface="Tahoma"/>
                <a:cs typeface="Tahoma"/>
              </a:rPr>
              <a:t> </a:t>
            </a:r>
            <a:r>
              <a:rPr sz="1200" spc="-45" dirty="0">
                <a:latin typeface="Tahoma"/>
                <a:cs typeface="Tahoma"/>
              </a:rPr>
              <a:t>maximize </a:t>
            </a:r>
            <a:r>
              <a:rPr sz="1200" spc="-10" dirty="0">
                <a:latin typeface="Tahoma"/>
                <a:cs typeface="Tahoma"/>
              </a:rPr>
              <a:t>profits</a:t>
            </a:r>
            <a:endParaRPr sz="1200">
              <a:latin typeface="Tahoma"/>
              <a:cs typeface="Tahoma"/>
            </a:endParaRPr>
          </a:p>
          <a:p>
            <a:pPr marL="309880">
              <a:lnSpc>
                <a:spcPct val="100000"/>
              </a:lnSpc>
              <a:spcBef>
                <a:spcPts val="310"/>
              </a:spcBef>
            </a:pPr>
            <a:r>
              <a:rPr sz="1200" b="1" spc="-65" dirty="0">
                <a:latin typeface="Tahoma"/>
                <a:cs typeface="Tahoma"/>
              </a:rPr>
              <a:t>Environment:</a:t>
            </a:r>
            <a:r>
              <a:rPr sz="1200" b="1" spc="75" dirty="0">
                <a:latin typeface="Tahoma"/>
                <a:cs typeface="Tahoma"/>
              </a:rPr>
              <a:t> </a:t>
            </a:r>
            <a:r>
              <a:rPr sz="1200" spc="-45" dirty="0">
                <a:latin typeface="Tahoma"/>
                <a:cs typeface="Tahoma"/>
              </a:rPr>
              <a:t>Roads, </a:t>
            </a:r>
            <a:r>
              <a:rPr sz="1200" spc="-50" dirty="0">
                <a:latin typeface="Tahoma"/>
                <a:cs typeface="Tahoma"/>
              </a:rPr>
              <a:t>other</a:t>
            </a:r>
            <a:r>
              <a:rPr sz="1200" spc="-45" dirty="0">
                <a:latin typeface="Tahoma"/>
                <a:cs typeface="Tahoma"/>
              </a:rPr>
              <a:t> </a:t>
            </a:r>
            <a:r>
              <a:rPr sz="1200" spc="-25" dirty="0">
                <a:latin typeface="Tahoma"/>
                <a:cs typeface="Tahoma"/>
              </a:rPr>
              <a:t>traffic,</a:t>
            </a:r>
            <a:r>
              <a:rPr sz="1200" spc="-50" dirty="0">
                <a:latin typeface="Tahoma"/>
                <a:cs typeface="Tahoma"/>
              </a:rPr>
              <a:t> </a:t>
            </a:r>
            <a:r>
              <a:rPr sz="1200" spc="-20" dirty="0">
                <a:latin typeface="Tahoma"/>
                <a:cs typeface="Tahoma"/>
              </a:rPr>
              <a:t>pedestrians,customers</a:t>
            </a:r>
            <a:endParaRPr sz="1200">
              <a:latin typeface="Tahoma"/>
              <a:cs typeface="Tahoma"/>
            </a:endParaRPr>
          </a:p>
          <a:p>
            <a:pPr marL="309880">
              <a:lnSpc>
                <a:spcPct val="100000"/>
              </a:lnSpc>
              <a:spcBef>
                <a:spcPts val="305"/>
              </a:spcBef>
            </a:pPr>
            <a:r>
              <a:rPr sz="1200" b="1" spc="-55" dirty="0">
                <a:latin typeface="Tahoma"/>
                <a:cs typeface="Tahoma"/>
              </a:rPr>
              <a:t>Actuators:</a:t>
            </a:r>
            <a:r>
              <a:rPr sz="1200" b="1" spc="130" dirty="0">
                <a:latin typeface="Tahoma"/>
                <a:cs typeface="Tahoma"/>
              </a:rPr>
              <a:t> </a:t>
            </a:r>
            <a:r>
              <a:rPr sz="1200" spc="-50" dirty="0">
                <a:latin typeface="Tahoma"/>
                <a:cs typeface="Tahoma"/>
              </a:rPr>
              <a:t>Steering,</a:t>
            </a:r>
            <a:r>
              <a:rPr sz="1200" spc="-15" dirty="0">
                <a:latin typeface="Tahoma"/>
                <a:cs typeface="Tahoma"/>
              </a:rPr>
              <a:t> </a:t>
            </a:r>
            <a:r>
              <a:rPr sz="1200" spc="-55" dirty="0">
                <a:latin typeface="Tahoma"/>
                <a:cs typeface="Tahoma"/>
              </a:rPr>
              <a:t>accelerator,</a:t>
            </a:r>
            <a:r>
              <a:rPr sz="1200" spc="-15" dirty="0">
                <a:latin typeface="Tahoma"/>
                <a:cs typeface="Tahoma"/>
              </a:rPr>
              <a:t> </a:t>
            </a:r>
            <a:r>
              <a:rPr sz="1200" spc="-75" dirty="0">
                <a:latin typeface="Tahoma"/>
                <a:cs typeface="Tahoma"/>
              </a:rPr>
              <a:t>brake,</a:t>
            </a:r>
            <a:r>
              <a:rPr sz="1200" spc="-15" dirty="0">
                <a:latin typeface="Tahoma"/>
                <a:cs typeface="Tahoma"/>
              </a:rPr>
              <a:t> </a:t>
            </a:r>
            <a:r>
              <a:rPr sz="1200" spc="-45" dirty="0">
                <a:latin typeface="Tahoma"/>
                <a:cs typeface="Tahoma"/>
              </a:rPr>
              <a:t>signal,</a:t>
            </a:r>
            <a:r>
              <a:rPr sz="1200" spc="-15" dirty="0">
                <a:latin typeface="Tahoma"/>
                <a:cs typeface="Tahoma"/>
              </a:rPr>
              <a:t> </a:t>
            </a:r>
            <a:r>
              <a:rPr sz="1200" spc="-65" dirty="0">
                <a:latin typeface="Tahoma"/>
                <a:cs typeface="Tahoma"/>
              </a:rPr>
              <a:t>horn,</a:t>
            </a:r>
            <a:r>
              <a:rPr sz="1200" spc="-15" dirty="0">
                <a:latin typeface="Tahoma"/>
                <a:cs typeface="Tahoma"/>
              </a:rPr>
              <a:t> </a:t>
            </a:r>
            <a:r>
              <a:rPr sz="1200" spc="-10" dirty="0">
                <a:latin typeface="Tahoma"/>
                <a:cs typeface="Tahoma"/>
              </a:rPr>
              <a:t>display</a:t>
            </a:r>
            <a:endParaRPr sz="1200">
              <a:latin typeface="Tahoma"/>
              <a:cs typeface="Tahoma"/>
            </a:endParaRPr>
          </a:p>
          <a:p>
            <a:pPr marL="309880" marR="344170">
              <a:lnSpc>
                <a:spcPct val="100000"/>
              </a:lnSpc>
              <a:spcBef>
                <a:spcPts val="300"/>
              </a:spcBef>
            </a:pPr>
            <a:r>
              <a:rPr sz="1200" b="1" spc="-80" dirty="0">
                <a:latin typeface="Tahoma"/>
                <a:cs typeface="Tahoma"/>
              </a:rPr>
              <a:t>Sensors:</a:t>
            </a:r>
            <a:r>
              <a:rPr sz="1200" spc="-80" dirty="0">
                <a:latin typeface="Tahoma"/>
                <a:cs typeface="Tahoma"/>
              </a:rPr>
              <a:t>Cameras,</a:t>
            </a:r>
            <a:r>
              <a:rPr sz="1200" spc="20" dirty="0">
                <a:latin typeface="Tahoma"/>
                <a:cs typeface="Tahoma"/>
              </a:rPr>
              <a:t> </a:t>
            </a:r>
            <a:r>
              <a:rPr sz="1200" spc="-70" dirty="0">
                <a:latin typeface="Tahoma"/>
                <a:cs typeface="Tahoma"/>
              </a:rPr>
              <a:t>sonar,</a:t>
            </a:r>
            <a:r>
              <a:rPr sz="1200" spc="25" dirty="0">
                <a:latin typeface="Tahoma"/>
                <a:cs typeface="Tahoma"/>
              </a:rPr>
              <a:t> </a:t>
            </a:r>
            <a:r>
              <a:rPr sz="1200" spc="-75" dirty="0">
                <a:latin typeface="Tahoma"/>
                <a:cs typeface="Tahoma"/>
              </a:rPr>
              <a:t>speedometer,</a:t>
            </a:r>
            <a:r>
              <a:rPr sz="1200" spc="25" dirty="0">
                <a:latin typeface="Tahoma"/>
                <a:cs typeface="Tahoma"/>
              </a:rPr>
              <a:t> </a:t>
            </a:r>
            <a:r>
              <a:rPr sz="1200" dirty="0">
                <a:latin typeface="Tahoma"/>
                <a:cs typeface="Tahoma"/>
              </a:rPr>
              <a:t>GPS,</a:t>
            </a:r>
            <a:r>
              <a:rPr sz="1200" spc="25" dirty="0">
                <a:latin typeface="Tahoma"/>
                <a:cs typeface="Tahoma"/>
              </a:rPr>
              <a:t> </a:t>
            </a:r>
            <a:r>
              <a:rPr sz="1200" spc="-55" dirty="0">
                <a:latin typeface="Tahoma"/>
                <a:cs typeface="Tahoma"/>
              </a:rPr>
              <a:t>odometer, </a:t>
            </a:r>
            <a:r>
              <a:rPr sz="1200" spc="-60" dirty="0">
                <a:latin typeface="Tahoma"/>
                <a:cs typeface="Tahoma"/>
              </a:rPr>
              <a:t>accelerometer,</a:t>
            </a:r>
            <a:r>
              <a:rPr sz="1200" spc="5" dirty="0">
                <a:latin typeface="Tahoma"/>
                <a:cs typeface="Tahoma"/>
              </a:rPr>
              <a:t> </a:t>
            </a:r>
            <a:r>
              <a:rPr sz="1200" spc="-75" dirty="0">
                <a:latin typeface="Tahoma"/>
                <a:cs typeface="Tahoma"/>
              </a:rPr>
              <a:t>engine</a:t>
            </a:r>
            <a:r>
              <a:rPr sz="1200" spc="10" dirty="0">
                <a:latin typeface="Tahoma"/>
                <a:cs typeface="Tahoma"/>
              </a:rPr>
              <a:t> </a:t>
            </a:r>
            <a:r>
              <a:rPr sz="1200" spc="-85" dirty="0">
                <a:latin typeface="Tahoma"/>
                <a:cs typeface="Tahoma"/>
              </a:rPr>
              <a:t>sensors,</a:t>
            </a:r>
            <a:r>
              <a:rPr sz="1200" spc="5" dirty="0">
                <a:latin typeface="Tahoma"/>
                <a:cs typeface="Tahoma"/>
              </a:rPr>
              <a:t> </a:t>
            </a:r>
            <a:r>
              <a:rPr sz="1200" spc="-10" dirty="0">
                <a:latin typeface="Tahoma"/>
                <a:cs typeface="Tahoma"/>
              </a:rPr>
              <a:t>keyboard</a:t>
            </a:r>
            <a:endParaRPr sz="1200">
              <a:latin typeface="Tahoma"/>
              <a:cs typeface="Tahoma"/>
            </a:endParaRPr>
          </a:p>
        </p:txBody>
      </p:sp>
      <p:grpSp>
        <p:nvGrpSpPr>
          <p:cNvPr id="20" name="object 20"/>
          <p:cNvGrpSpPr/>
          <p:nvPr/>
        </p:nvGrpSpPr>
        <p:grpSpPr>
          <a:xfrm>
            <a:off x="0" y="3346348"/>
            <a:ext cx="4608195" cy="109855"/>
            <a:chOff x="0" y="3346348"/>
            <a:chExt cx="4608195" cy="109855"/>
          </a:xfrm>
        </p:grpSpPr>
        <p:sp>
          <p:nvSpPr>
            <p:cNvPr id="21" name="object 21"/>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22" name="object 22"/>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23" name="object 23"/>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24" name="object 24"/>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25" name="object 25"/>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9" action="ppaction://hlinksldjump"/>
              </a:rPr>
              <a:t>AI</a:t>
            </a:r>
            <a:endParaRPr sz="600">
              <a:latin typeface="Arial MT"/>
              <a:cs typeface="Arial MT"/>
            </a:endParaRPr>
          </a:p>
        </p:txBody>
      </p:sp>
      <p:sp>
        <p:nvSpPr>
          <p:cNvPr id="26" name="object 26"/>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27" name="object 27"/>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17</a:t>
            </a:fld>
            <a:r>
              <a:rPr spc="25" dirty="0"/>
              <a:t> </a:t>
            </a:r>
            <a:r>
              <a:rPr spc="150" dirty="0"/>
              <a:t>/</a:t>
            </a:r>
            <a:r>
              <a:rPr spc="25" dirty="0"/>
              <a:t> </a:t>
            </a:r>
            <a:r>
              <a:rPr spc="-25" dirty="0"/>
              <a:t>38</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3548379" cy="288290"/>
          </a:xfrm>
          <a:prstGeom prst="rect">
            <a:avLst/>
          </a:prstGeom>
        </p:spPr>
        <p:txBody>
          <a:bodyPr vert="horz" wrap="square" lIns="0" tIns="15240" rIns="0" bIns="0" rtlCol="0">
            <a:spAutoFit/>
          </a:bodyPr>
          <a:lstStyle/>
          <a:p>
            <a:pPr marL="12700">
              <a:lnSpc>
                <a:spcPct val="100000"/>
              </a:lnSpc>
              <a:spcBef>
                <a:spcPts val="120"/>
              </a:spcBef>
            </a:pPr>
            <a:r>
              <a:rPr sz="1700" spc="-105" dirty="0">
                <a:solidFill>
                  <a:srgbClr val="CC0000"/>
                </a:solidFill>
                <a:latin typeface="Tahoma"/>
                <a:cs typeface="Tahoma"/>
              </a:rPr>
              <a:t>agent</a:t>
            </a:r>
            <a:r>
              <a:rPr sz="1700" spc="-5" dirty="0">
                <a:solidFill>
                  <a:srgbClr val="CC0000"/>
                </a:solidFill>
                <a:latin typeface="Tahoma"/>
                <a:cs typeface="Tahoma"/>
              </a:rPr>
              <a:t> </a:t>
            </a:r>
            <a:r>
              <a:rPr sz="1700" spc="-100" dirty="0">
                <a:solidFill>
                  <a:srgbClr val="CC0000"/>
                </a:solidFill>
                <a:latin typeface="Tahoma"/>
                <a:cs typeface="Tahoma"/>
              </a:rPr>
              <a:t>types</a:t>
            </a:r>
            <a:r>
              <a:rPr sz="1700" spc="5" dirty="0">
                <a:solidFill>
                  <a:srgbClr val="CC0000"/>
                </a:solidFill>
                <a:latin typeface="Tahoma"/>
                <a:cs typeface="Tahoma"/>
              </a:rPr>
              <a:t> </a:t>
            </a:r>
            <a:r>
              <a:rPr sz="1700" spc="-114" dirty="0">
                <a:solidFill>
                  <a:srgbClr val="CC0000"/>
                </a:solidFill>
                <a:latin typeface="Tahoma"/>
                <a:cs typeface="Tahoma"/>
              </a:rPr>
              <a:t>and</a:t>
            </a:r>
            <a:r>
              <a:rPr sz="1700" spc="-5" dirty="0">
                <a:solidFill>
                  <a:srgbClr val="CC0000"/>
                </a:solidFill>
                <a:latin typeface="Tahoma"/>
                <a:cs typeface="Tahoma"/>
              </a:rPr>
              <a:t> </a:t>
            </a:r>
            <a:r>
              <a:rPr sz="1700" spc="-65" dirty="0">
                <a:solidFill>
                  <a:srgbClr val="CC0000"/>
                </a:solidFill>
                <a:latin typeface="Tahoma"/>
                <a:cs typeface="Tahoma"/>
              </a:rPr>
              <a:t>their</a:t>
            </a:r>
            <a:r>
              <a:rPr sz="1700" dirty="0">
                <a:solidFill>
                  <a:srgbClr val="CC0000"/>
                </a:solidFill>
                <a:latin typeface="Tahoma"/>
                <a:cs typeface="Tahoma"/>
              </a:rPr>
              <a:t> PEAS </a:t>
            </a:r>
            <a:r>
              <a:rPr sz="1700" spc="-80" dirty="0">
                <a:solidFill>
                  <a:srgbClr val="CC0000"/>
                </a:solidFill>
                <a:latin typeface="Tahoma"/>
                <a:cs typeface="Tahoma"/>
              </a:rPr>
              <a:t>descriptions.</a:t>
            </a:r>
            <a:endParaRPr sz="1700">
              <a:latin typeface="Tahoma"/>
              <a:cs typeface="Tahoma"/>
            </a:endParaRPr>
          </a:p>
        </p:txBody>
      </p:sp>
      <p:pic>
        <p:nvPicPr>
          <p:cNvPr id="3" name="object 3"/>
          <p:cNvPicPr/>
          <p:nvPr/>
        </p:nvPicPr>
        <p:blipFill>
          <a:blip r:embed="rId2" cstate="print"/>
          <a:stretch>
            <a:fillRect/>
          </a:stretch>
        </p:blipFill>
        <p:spPr>
          <a:xfrm>
            <a:off x="-6624" y="349333"/>
            <a:ext cx="4613790" cy="3053455"/>
          </a:xfrm>
          <a:prstGeom prst="rect">
            <a:avLst/>
          </a:prstGeom>
        </p:spPr>
      </p:pic>
      <p:grpSp>
        <p:nvGrpSpPr>
          <p:cNvPr id="4" name="object 4"/>
          <p:cNvGrpSpPr/>
          <p:nvPr/>
        </p:nvGrpSpPr>
        <p:grpSpPr>
          <a:xfrm>
            <a:off x="0" y="3346348"/>
            <a:ext cx="4608195" cy="109855"/>
            <a:chOff x="0" y="3346348"/>
            <a:chExt cx="4608195" cy="109855"/>
          </a:xfrm>
        </p:grpSpPr>
        <p:sp>
          <p:nvSpPr>
            <p:cNvPr id="5" name="object 5"/>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6" name="object 6"/>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7" name="object 7"/>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9" name="object 9"/>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18</a:t>
            </a:fld>
            <a:r>
              <a:rPr spc="25" dirty="0"/>
              <a:t> </a:t>
            </a:r>
            <a:r>
              <a:rPr spc="150" dirty="0"/>
              <a:t>/</a:t>
            </a:r>
            <a:r>
              <a:rPr spc="25" dirty="0"/>
              <a:t> </a:t>
            </a:r>
            <a:r>
              <a:rPr spc="-25" dirty="0"/>
              <a:t>38</a:t>
            </a: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668020"/>
          </a:xfrm>
          <a:custGeom>
            <a:avLst/>
            <a:gdLst/>
            <a:ahLst/>
            <a:cxnLst/>
            <a:rect l="l" t="t" r="r" b="b"/>
            <a:pathLst>
              <a:path w="4608195" h="668020">
                <a:moveTo>
                  <a:pt x="4608004" y="0"/>
                </a:moveTo>
                <a:lnTo>
                  <a:pt x="0" y="0"/>
                </a:lnTo>
                <a:lnTo>
                  <a:pt x="0" y="667981"/>
                </a:lnTo>
                <a:lnTo>
                  <a:pt x="4608004" y="667981"/>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2271"/>
            <a:ext cx="4177598" cy="559066"/>
          </a:xfrm>
          <a:prstGeom prst="rect">
            <a:avLst/>
          </a:prstGeom>
        </p:spPr>
        <p:txBody>
          <a:bodyPr vert="horz" wrap="square" lIns="0" tIns="12065" rIns="0" bIns="0" rtlCol="0" anchor="t">
            <a:spAutoFit/>
          </a:bodyPr>
          <a:lstStyle/>
          <a:p>
            <a:pPr marL="12700" marR="5080">
              <a:lnSpc>
                <a:spcPct val="107400"/>
              </a:lnSpc>
              <a:spcBef>
                <a:spcPts val="95"/>
              </a:spcBef>
            </a:pPr>
            <a:r>
              <a:rPr spc="-75" dirty="0">
                <a:highlight>
                  <a:srgbClr val="FFFF00"/>
                </a:highlight>
              </a:rPr>
              <a:t>Properties</a:t>
            </a:r>
            <a:r>
              <a:rPr spc="-60" dirty="0">
                <a:highlight>
                  <a:srgbClr val="FFFF00"/>
                </a:highlight>
              </a:rPr>
              <a:t> </a:t>
            </a:r>
            <a:r>
              <a:rPr spc="-30" dirty="0"/>
              <a:t>of</a:t>
            </a:r>
            <a:r>
              <a:rPr spc="-70" dirty="0"/>
              <a:t> </a:t>
            </a:r>
            <a:r>
              <a:rPr spc="-60" dirty="0"/>
              <a:t>task</a:t>
            </a:r>
            <a:r>
              <a:rPr spc="-65" dirty="0"/>
              <a:t> </a:t>
            </a:r>
            <a:r>
              <a:rPr spc="-105" dirty="0"/>
              <a:t>environments:</a:t>
            </a:r>
            <a:r>
              <a:rPr spc="95" dirty="0"/>
              <a:t> </a:t>
            </a:r>
            <a:r>
              <a:rPr spc="-80" dirty="0"/>
              <a:t>Environment </a:t>
            </a:r>
            <a:r>
              <a:rPr spc="-10" dirty="0"/>
              <a:t>types</a:t>
            </a:r>
          </a:p>
        </p:txBody>
      </p:sp>
      <p:pic>
        <p:nvPicPr>
          <p:cNvPr id="4" name="object 4"/>
          <p:cNvPicPr/>
          <p:nvPr/>
        </p:nvPicPr>
        <p:blipFill>
          <a:blip r:embed="rId2" cstate="print"/>
          <a:stretch>
            <a:fillRect/>
          </a:stretch>
        </p:blipFill>
        <p:spPr>
          <a:xfrm>
            <a:off x="300139" y="1013193"/>
            <a:ext cx="71526" cy="71526"/>
          </a:xfrm>
          <a:prstGeom prst="rect">
            <a:avLst/>
          </a:prstGeom>
        </p:spPr>
      </p:pic>
      <p:sp>
        <p:nvSpPr>
          <p:cNvPr id="5" name="object 5"/>
          <p:cNvSpPr txBox="1"/>
          <p:nvPr/>
        </p:nvSpPr>
        <p:spPr>
          <a:xfrm>
            <a:off x="469804" y="861842"/>
            <a:ext cx="3946525" cy="2118360"/>
          </a:xfrm>
          <a:prstGeom prst="rect">
            <a:avLst/>
          </a:prstGeom>
        </p:spPr>
        <p:txBody>
          <a:bodyPr vert="horz" wrap="square" lIns="0" tIns="12065" rIns="0" bIns="0" rtlCol="0" anchor="t">
            <a:spAutoFit/>
          </a:bodyPr>
          <a:lstStyle/>
          <a:p>
            <a:pPr marL="12700" marR="5080">
              <a:lnSpc>
                <a:spcPct val="100000"/>
              </a:lnSpc>
              <a:spcBef>
                <a:spcPts val="95"/>
              </a:spcBef>
            </a:pPr>
            <a:r>
              <a:rPr sz="1200" b="1" spc="-10" dirty="0">
                <a:solidFill>
                  <a:srgbClr val="FF0000"/>
                </a:solidFill>
                <a:latin typeface="Tahoma"/>
                <a:cs typeface="Tahoma"/>
              </a:rPr>
              <a:t>Fully</a:t>
            </a:r>
            <a:r>
              <a:rPr sz="1200" b="1" spc="-70" dirty="0">
                <a:solidFill>
                  <a:srgbClr val="FF0000"/>
                </a:solidFill>
                <a:latin typeface="Tahoma"/>
                <a:cs typeface="Tahoma"/>
              </a:rPr>
              <a:t> </a:t>
            </a:r>
            <a:r>
              <a:rPr sz="1200" b="1" spc="-65" dirty="0">
                <a:solidFill>
                  <a:srgbClr val="FF0000"/>
                </a:solidFill>
                <a:latin typeface="Tahoma"/>
                <a:cs typeface="Tahoma"/>
              </a:rPr>
              <a:t>observable</a:t>
            </a:r>
            <a:r>
              <a:rPr sz="1200" b="1" spc="-30" dirty="0">
                <a:solidFill>
                  <a:srgbClr val="FF0000"/>
                </a:solidFill>
                <a:latin typeface="Tahoma"/>
                <a:cs typeface="Tahoma"/>
              </a:rPr>
              <a:t> </a:t>
            </a:r>
            <a:r>
              <a:rPr sz="1200" spc="-10" dirty="0">
                <a:latin typeface="Tahoma"/>
                <a:cs typeface="Tahoma"/>
              </a:rPr>
              <a:t>(</a:t>
            </a:r>
            <a:r>
              <a:rPr sz="1200" spc="-10" dirty="0">
                <a:solidFill>
                  <a:srgbClr val="0000FF"/>
                </a:solidFill>
                <a:latin typeface="Tahoma"/>
                <a:cs typeface="Tahoma"/>
              </a:rPr>
              <a:t>vs.</a:t>
            </a:r>
            <a:r>
              <a:rPr sz="1200" spc="60" dirty="0">
                <a:solidFill>
                  <a:srgbClr val="0000FF"/>
                </a:solidFill>
                <a:latin typeface="Tahoma"/>
                <a:cs typeface="Tahoma"/>
              </a:rPr>
              <a:t> </a:t>
            </a:r>
            <a:r>
              <a:rPr sz="1200" spc="-35" dirty="0">
                <a:solidFill>
                  <a:srgbClr val="0000FF"/>
                </a:solidFill>
                <a:latin typeface="Tahoma"/>
                <a:cs typeface="Tahoma"/>
              </a:rPr>
              <a:t>partially</a:t>
            </a:r>
            <a:r>
              <a:rPr sz="1200" spc="-50" dirty="0">
                <a:solidFill>
                  <a:srgbClr val="0000FF"/>
                </a:solidFill>
                <a:latin typeface="Tahoma"/>
                <a:cs typeface="Tahoma"/>
              </a:rPr>
              <a:t> </a:t>
            </a:r>
            <a:r>
              <a:rPr sz="1200" spc="-60" dirty="0">
                <a:solidFill>
                  <a:srgbClr val="0000FF"/>
                </a:solidFill>
                <a:latin typeface="Tahoma"/>
                <a:cs typeface="Tahoma"/>
              </a:rPr>
              <a:t>observable</a:t>
            </a:r>
            <a:r>
              <a:rPr sz="1200" spc="-60" dirty="0">
                <a:latin typeface="Tahoma"/>
                <a:cs typeface="Tahoma"/>
              </a:rPr>
              <a:t>):</a:t>
            </a:r>
            <a:r>
              <a:rPr sz="1200" spc="60" dirty="0">
                <a:latin typeface="Tahoma"/>
                <a:cs typeface="Tahoma"/>
              </a:rPr>
              <a:t> </a:t>
            </a:r>
            <a:r>
              <a:rPr sz="1200" dirty="0">
                <a:latin typeface="Tahoma"/>
                <a:cs typeface="Tahoma"/>
              </a:rPr>
              <a:t>An</a:t>
            </a:r>
            <a:r>
              <a:rPr sz="1200" spc="-45" dirty="0">
                <a:latin typeface="Tahoma"/>
                <a:cs typeface="Tahoma"/>
              </a:rPr>
              <a:t> </a:t>
            </a:r>
            <a:r>
              <a:rPr sz="1200" spc="-40" dirty="0">
                <a:latin typeface="Tahoma"/>
                <a:cs typeface="Tahoma"/>
              </a:rPr>
              <a:t>agent’s</a:t>
            </a:r>
            <a:r>
              <a:rPr sz="1200" spc="-50" dirty="0">
                <a:latin typeface="Tahoma"/>
                <a:cs typeface="Tahoma"/>
              </a:rPr>
              <a:t> </a:t>
            </a:r>
            <a:r>
              <a:rPr sz="1200" spc="-10" dirty="0">
                <a:latin typeface="Tahoma"/>
                <a:cs typeface="Tahoma"/>
              </a:rPr>
              <a:t>sensors </a:t>
            </a:r>
            <a:r>
              <a:rPr sz="1200" spc="-55" dirty="0">
                <a:latin typeface="Tahoma"/>
                <a:cs typeface="Tahoma"/>
              </a:rPr>
              <a:t>give</a:t>
            </a:r>
            <a:r>
              <a:rPr sz="1200" spc="-35" dirty="0">
                <a:latin typeface="Tahoma"/>
                <a:cs typeface="Tahoma"/>
              </a:rPr>
              <a:t> </a:t>
            </a:r>
            <a:r>
              <a:rPr sz="1200" dirty="0">
                <a:latin typeface="Tahoma"/>
                <a:cs typeface="Tahoma"/>
              </a:rPr>
              <a:t>it</a:t>
            </a:r>
            <a:r>
              <a:rPr sz="1200" spc="-25" dirty="0">
                <a:latin typeface="Tahoma"/>
                <a:cs typeface="Tahoma"/>
              </a:rPr>
              <a:t> </a:t>
            </a:r>
            <a:r>
              <a:rPr sz="1200" spc="-75" dirty="0">
                <a:solidFill>
                  <a:srgbClr val="FF0000"/>
                </a:solidFill>
                <a:latin typeface="Tahoma"/>
                <a:cs typeface="Tahoma"/>
              </a:rPr>
              <a:t>access</a:t>
            </a:r>
            <a:r>
              <a:rPr sz="1200" spc="-20" dirty="0">
                <a:solidFill>
                  <a:srgbClr val="FF0000"/>
                </a:solidFill>
                <a:latin typeface="Tahoma"/>
                <a:cs typeface="Tahoma"/>
              </a:rPr>
              <a:t> </a:t>
            </a:r>
            <a:r>
              <a:rPr sz="1200" dirty="0">
                <a:solidFill>
                  <a:srgbClr val="FF0000"/>
                </a:solidFill>
                <a:latin typeface="Tahoma"/>
                <a:cs typeface="Tahoma"/>
              </a:rPr>
              <a:t>to</a:t>
            </a:r>
            <a:r>
              <a:rPr sz="1200" spc="-25" dirty="0">
                <a:solidFill>
                  <a:srgbClr val="FF0000"/>
                </a:solidFill>
                <a:latin typeface="Tahoma"/>
                <a:cs typeface="Tahoma"/>
              </a:rPr>
              <a:t> </a:t>
            </a:r>
            <a:r>
              <a:rPr sz="1200" spc="-40" dirty="0">
                <a:solidFill>
                  <a:srgbClr val="FF0000"/>
                </a:solidFill>
                <a:latin typeface="Tahoma"/>
                <a:cs typeface="Tahoma"/>
              </a:rPr>
              <a:t>the</a:t>
            </a:r>
            <a:r>
              <a:rPr sz="1200" spc="-25" dirty="0">
                <a:solidFill>
                  <a:srgbClr val="FF0000"/>
                </a:solidFill>
                <a:latin typeface="Tahoma"/>
                <a:cs typeface="Tahoma"/>
              </a:rPr>
              <a:t> </a:t>
            </a:r>
            <a:r>
              <a:rPr sz="1200" spc="-55" dirty="0">
                <a:solidFill>
                  <a:srgbClr val="FF0000"/>
                </a:solidFill>
                <a:latin typeface="Tahoma"/>
                <a:cs typeface="Tahoma"/>
              </a:rPr>
              <a:t>complete</a:t>
            </a:r>
            <a:r>
              <a:rPr sz="1200" spc="-25" dirty="0">
                <a:solidFill>
                  <a:srgbClr val="FF0000"/>
                </a:solidFill>
                <a:latin typeface="Tahoma"/>
                <a:cs typeface="Tahoma"/>
              </a:rPr>
              <a:t> </a:t>
            </a:r>
            <a:r>
              <a:rPr sz="1200" spc="-35" dirty="0">
                <a:solidFill>
                  <a:srgbClr val="FF0000"/>
                </a:solidFill>
                <a:latin typeface="Tahoma"/>
                <a:cs typeface="Tahoma"/>
              </a:rPr>
              <a:t>state</a:t>
            </a:r>
            <a:r>
              <a:rPr sz="1200" spc="-30" dirty="0">
                <a:latin typeface="Tahoma"/>
                <a:cs typeface="Tahoma"/>
              </a:rPr>
              <a:t> </a:t>
            </a:r>
            <a:r>
              <a:rPr sz="1200" dirty="0">
                <a:latin typeface="Tahoma"/>
                <a:cs typeface="Tahoma"/>
              </a:rPr>
              <a:t>of</a:t>
            </a:r>
            <a:r>
              <a:rPr sz="1200" spc="-25" dirty="0">
                <a:latin typeface="Tahoma"/>
                <a:cs typeface="Tahoma"/>
              </a:rPr>
              <a:t> </a:t>
            </a:r>
            <a:r>
              <a:rPr sz="1200" spc="-40" dirty="0">
                <a:latin typeface="Tahoma"/>
                <a:cs typeface="Tahoma"/>
              </a:rPr>
              <a:t>the</a:t>
            </a:r>
            <a:r>
              <a:rPr sz="1200" spc="-25" dirty="0">
                <a:latin typeface="Tahoma"/>
                <a:cs typeface="Tahoma"/>
              </a:rPr>
              <a:t> </a:t>
            </a:r>
            <a:r>
              <a:rPr sz="1200" spc="-65" dirty="0">
                <a:latin typeface="Tahoma"/>
                <a:cs typeface="Tahoma"/>
              </a:rPr>
              <a:t>environment</a:t>
            </a:r>
            <a:r>
              <a:rPr sz="1200" spc="-25" dirty="0">
                <a:latin typeface="Tahoma"/>
                <a:cs typeface="Tahoma"/>
              </a:rPr>
              <a:t> </a:t>
            </a:r>
            <a:r>
              <a:rPr sz="1200" dirty="0">
                <a:latin typeface="Tahoma"/>
                <a:cs typeface="Tahoma"/>
              </a:rPr>
              <a:t>at</a:t>
            </a:r>
            <a:r>
              <a:rPr sz="1200" spc="-25" dirty="0">
                <a:latin typeface="Tahoma"/>
                <a:cs typeface="Tahoma"/>
              </a:rPr>
              <a:t> </a:t>
            </a:r>
            <a:r>
              <a:rPr sz="1200" spc="-50" dirty="0">
                <a:latin typeface="Tahoma"/>
                <a:cs typeface="Tahoma"/>
              </a:rPr>
              <a:t>each </a:t>
            </a:r>
            <a:r>
              <a:rPr sz="1200" spc="-20" dirty="0">
                <a:latin typeface="Tahoma"/>
                <a:cs typeface="Tahoma"/>
              </a:rPr>
              <a:t>point</a:t>
            </a:r>
            <a:r>
              <a:rPr sz="1200" spc="-55" dirty="0">
                <a:latin typeface="Tahoma"/>
                <a:cs typeface="Tahoma"/>
              </a:rPr>
              <a:t> </a:t>
            </a:r>
            <a:r>
              <a:rPr sz="1200" dirty="0">
                <a:latin typeface="Tahoma"/>
                <a:cs typeface="Tahoma"/>
              </a:rPr>
              <a:t>in</a:t>
            </a:r>
            <a:r>
              <a:rPr sz="1200" spc="-50" dirty="0">
                <a:latin typeface="Tahoma"/>
                <a:cs typeface="Tahoma"/>
              </a:rPr>
              <a:t> </a:t>
            </a:r>
            <a:r>
              <a:rPr sz="1200" spc="-10" dirty="0">
                <a:latin typeface="Tahoma"/>
                <a:cs typeface="Tahoma"/>
              </a:rPr>
              <a:t>time.</a:t>
            </a:r>
            <a:endParaRPr sz="1200">
              <a:latin typeface="Tahoma"/>
              <a:cs typeface="Tahoma"/>
            </a:endParaRPr>
          </a:p>
          <a:p>
            <a:pPr marL="12700" marR="33655">
              <a:lnSpc>
                <a:spcPct val="100000"/>
              </a:lnSpc>
              <a:spcBef>
                <a:spcPts val="310"/>
              </a:spcBef>
            </a:pPr>
            <a:r>
              <a:rPr sz="1200" b="1" spc="-35" dirty="0">
                <a:solidFill>
                  <a:srgbClr val="FF0000"/>
                </a:solidFill>
                <a:latin typeface="Tahoma"/>
                <a:cs typeface="Tahoma"/>
              </a:rPr>
              <a:t>Deterministic</a:t>
            </a:r>
            <a:r>
              <a:rPr sz="1200" b="1" spc="-60" dirty="0">
                <a:solidFill>
                  <a:srgbClr val="FF0000"/>
                </a:solidFill>
                <a:latin typeface="Tahoma"/>
                <a:cs typeface="Tahoma"/>
              </a:rPr>
              <a:t> </a:t>
            </a:r>
            <a:r>
              <a:rPr sz="1200" spc="-10" dirty="0">
                <a:latin typeface="Tahoma"/>
                <a:cs typeface="Tahoma"/>
              </a:rPr>
              <a:t>(</a:t>
            </a:r>
            <a:r>
              <a:rPr sz="1200" spc="-10" dirty="0">
                <a:solidFill>
                  <a:srgbClr val="0000FF"/>
                </a:solidFill>
                <a:latin typeface="Tahoma"/>
                <a:cs typeface="Tahoma"/>
              </a:rPr>
              <a:t>vs.</a:t>
            </a:r>
            <a:r>
              <a:rPr sz="1200" spc="10" dirty="0">
                <a:solidFill>
                  <a:srgbClr val="0000FF"/>
                </a:solidFill>
                <a:latin typeface="Tahoma"/>
                <a:cs typeface="Tahoma"/>
              </a:rPr>
              <a:t> </a:t>
            </a:r>
            <a:r>
              <a:rPr sz="1200" spc="-35" dirty="0">
                <a:solidFill>
                  <a:srgbClr val="0000FF"/>
                </a:solidFill>
                <a:latin typeface="Tahoma"/>
                <a:cs typeface="Tahoma"/>
              </a:rPr>
              <a:t>stochastic</a:t>
            </a:r>
            <a:r>
              <a:rPr sz="1200" spc="-35" dirty="0">
                <a:latin typeface="Tahoma"/>
                <a:cs typeface="Tahoma"/>
              </a:rPr>
              <a:t>):</a:t>
            </a:r>
            <a:r>
              <a:rPr sz="1200" spc="45" dirty="0">
                <a:latin typeface="Tahoma"/>
                <a:cs typeface="Tahoma"/>
              </a:rPr>
              <a:t> </a:t>
            </a:r>
            <a:r>
              <a:rPr sz="1200" dirty="0">
                <a:latin typeface="Tahoma"/>
                <a:cs typeface="Tahoma"/>
              </a:rPr>
              <a:t>The</a:t>
            </a:r>
            <a:r>
              <a:rPr sz="1200" spc="-60" dirty="0">
                <a:solidFill>
                  <a:srgbClr val="FF0000"/>
                </a:solidFill>
                <a:latin typeface="Tahoma"/>
                <a:cs typeface="Tahoma"/>
              </a:rPr>
              <a:t> </a:t>
            </a:r>
            <a:r>
              <a:rPr sz="1200" spc="-55" dirty="0">
                <a:solidFill>
                  <a:srgbClr val="FF0000"/>
                </a:solidFill>
                <a:latin typeface="Tahoma"/>
                <a:cs typeface="Tahoma"/>
              </a:rPr>
              <a:t>next</a:t>
            </a:r>
            <a:r>
              <a:rPr sz="1200" spc="-40" dirty="0">
                <a:solidFill>
                  <a:srgbClr val="FF0000"/>
                </a:solidFill>
                <a:latin typeface="Tahoma"/>
                <a:cs typeface="Tahoma"/>
              </a:rPr>
              <a:t> </a:t>
            </a:r>
            <a:r>
              <a:rPr sz="1200" spc="-35" dirty="0">
                <a:solidFill>
                  <a:srgbClr val="FF0000"/>
                </a:solidFill>
                <a:latin typeface="Tahoma"/>
                <a:cs typeface="Tahoma"/>
              </a:rPr>
              <a:t>state</a:t>
            </a:r>
            <a:r>
              <a:rPr sz="1200" spc="-60" dirty="0">
                <a:solidFill>
                  <a:srgbClr val="FF0000"/>
                </a:solidFill>
                <a:latin typeface="Tahoma"/>
                <a:cs typeface="Tahoma"/>
              </a:rPr>
              <a:t> </a:t>
            </a:r>
            <a:r>
              <a:rPr sz="1200" dirty="0">
                <a:solidFill>
                  <a:srgbClr val="FF0000"/>
                </a:solidFill>
                <a:latin typeface="Tahoma"/>
                <a:cs typeface="Tahoma"/>
              </a:rPr>
              <a:t>of</a:t>
            </a:r>
            <a:r>
              <a:rPr sz="1200" spc="-60" dirty="0">
                <a:solidFill>
                  <a:srgbClr val="FF0000"/>
                </a:solidFill>
                <a:latin typeface="Tahoma"/>
                <a:cs typeface="Tahoma"/>
              </a:rPr>
              <a:t> </a:t>
            </a:r>
            <a:r>
              <a:rPr sz="1200" spc="-25" dirty="0">
                <a:solidFill>
                  <a:srgbClr val="FF0000"/>
                </a:solidFill>
                <a:latin typeface="Tahoma"/>
                <a:cs typeface="Tahoma"/>
              </a:rPr>
              <a:t>the </a:t>
            </a:r>
            <a:r>
              <a:rPr sz="1200" spc="-65" dirty="0">
                <a:solidFill>
                  <a:srgbClr val="FF0000"/>
                </a:solidFill>
                <a:latin typeface="Tahoma"/>
                <a:cs typeface="Tahoma"/>
              </a:rPr>
              <a:t>environment</a:t>
            </a:r>
            <a:r>
              <a:rPr sz="1200" spc="-25" dirty="0">
                <a:solidFill>
                  <a:srgbClr val="FF0000"/>
                </a:solidFill>
                <a:latin typeface="Tahoma"/>
                <a:cs typeface="Tahoma"/>
              </a:rPr>
              <a:t> </a:t>
            </a:r>
            <a:r>
              <a:rPr sz="1200" dirty="0">
                <a:solidFill>
                  <a:srgbClr val="FF0000"/>
                </a:solidFill>
                <a:latin typeface="Tahoma"/>
                <a:cs typeface="Tahoma"/>
              </a:rPr>
              <a:t>is</a:t>
            </a:r>
            <a:r>
              <a:rPr sz="1200" spc="-20" dirty="0">
                <a:solidFill>
                  <a:srgbClr val="FF0000"/>
                </a:solidFill>
                <a:latin typeface="Tahoma"/>
                <a:cs typeface="Tahoma"/>
              </a:rPr>
              <a:t> </a:t>
            </a:r>
            <a:r>
              <a:rPr sz="1200" spc="-55" dirty="0">
                <a:solidFill>
                  <a:srgbClr val="FF0000"/>
                </a:solidFill>
                <a:latin typeface="Tahoma"/>
                <a:cs typeface="Tahoma"/>
              </a:rPr>
              <a:t>completely</a:t>
            </a:r>
            <a:r>
              <a:rPr sz="1200" spc="-25" dirty="0">
                <a:solidFill>
                  <a:srgbClr val="FF0000"/>
                </a:solidFill>
                <a:latin typeface="Tahoma"/>
                <a:cs typeface="Tahoma"/>
              </a:rPr>
              <a:t> </a:t>
            </a:r>
            <a:r>
              <a:rPr sz="1200" spc="-65" dirty="0">
                <a:solidFill>
                  <a:srgbClr val="FF0000"/>
                </a:solidFill>
                <a:latin typeface="Tahoma"/>
                <a:cs typeface="Tahoma"/>
              </a:rPr>
              <a:t>determined</a:t>
            </a:r>
            <a:r>
              <a:rPr sz="1200" spc="-20" dirty="0">
                <a:solidFill>
                  <a:srgbClr val="FF0000"/>
                </a:solidFill>
                <a:latin typeface="Tahoma"/>
                <a:cs typeface="Tahoma"/>
              </a:rPr>
              <a:t> </a:t>
            </a:r>
            <a:r>
              <a:rPr sz="1200" spc="-60" dirty="0">
                <a:solidFill>
                  <a:srgbClr val="FF0000"/>
                </a:solidFill>
                <a:latin typeface="Tahoma"/>
                <a:cs typeface="Tahoma"/>
              </a:rPr>
              <a:t>by</a:t>
            </a:r>
            <a:r>
              <a:rPr sz="1200" spc="-25" dirty="0">
                <a:solidFill>
                  <a:srgbClr val="FF0000"/>
                </a:solidFill>
                <a:latin typeface="Tahoma"/>
                <a:cs typeface="Tahoma"/>
              </a:rPr>
              <a:t> </a:t>
            </a:r>
            <a:r>
              <a:rPr sz="1200" spc="-40" dirty="0">
                <a:solidFill>
                  <a:srgbClr val="FF0000"/>
                </a:solidFill>
                <a:latin typeface="Tahoma"/>
                <a:cs typeface="Tahoma"/>
              </a:rPr>
              <a:t>the</a:t>
            </a:r>
            <a:r>
              <a:rPr sz="1200" spc="-20" dirty="0">
                <a:solidFill>
                  <a:srgbClr val="FF0000"/>
                </a:solidFill>
                <a:latin typeface="Tahoma"/>
                <a:cs typeface="Tahoma"/>
              </a:rPr>
              <a:t> </a:t>
            </a:r>
            <a:r>
              <a:rPr sz="1200" spc="-55" dirty="0">
                <a:solidFill>
                  <a:srgbClr val="FF0000"/>
                </a:solidFill>
                <a:latin typeface="Tahoma"/>
                <a:cs typeface="Tahoma"/>
              </a:rPr>
              <a:t>current</a:t>
            </a:r>
            <a:r>
              <a:rPr sz="1200" spc="-20" dirty="0">
                <a:solidFill>
                  <a:srgbClr val="FF0000"/>
                </a:solidFill>
                <a:latin typeface="Tahoma"/>
                <a:cs typeface="Tahoma"/>
              </a:rPr>
              <a:t> </a:t>
            </a:r>
            <a:r>
              <a:rPr sz="1200" spc="-35" dirty="0">
                <a:solidFill>
                  <a:srgbClr val="FF0000"/>
                </a:solidFill>
                <a:latin typeface="Tahoma"/>
                <a:cs typeface="Tahoma"/>
              </a:rPr>
              <a:t>state</a:t>
            </a:r>
            <a:r>
              <a:rPr sz="1200" spc="-25" dirty="0">
                <a:latin typeface="Tahoma"/>
                <a:cs typeface="Tahoma"/>
              </a:rPr>
              <a:t> </a:t>
            </a:r>
            <a:r>
              <a:rPr sz="1200" spc="-30" dirty="0">
                <a:latin typeface="Tahoma"/>
                <a:cs typeface="Tahoma"/>
              </a:rPr>
              <a:t>and </a:t>
            </a:r>
            <a:r>
              <a:rPr sz="1200" spc="-40" dirty="0">
                <a:latin typeface="Tahoma"/>
                <a:cs typeface="Tahoma"/>
              </a:rPr>
              <a:t>the</a:t>
            </a:r>
            <a:r>
              <a:rPr sz="1200" spc="-55" dirty="0">
                <a:latin typeface="Tahoma"/>
                <a:cs typeface="Tahoma"/>
              </a:rPr>
              <a:t> </a:t>
            </a:r>
            <a:r>
              <a:rPr sz="1200" spc="-25" dirty="0">
                <a:latin typeface="Tahoma"/>
                <a:cs typeface="Tahoma"/>
              </a:rPr>
              <a:t>action</a:t>
            </a:r>
            <a:r>
              <a:rPr sz="1200" spc="-40" dirty="0">
                <a:latin typeface="Tahoma"/>
                <a:cs typeface="Tahoma"/>
              </a:rPr>
              <a:t> </a:t>
            </a:r>
            <a:r>
              <a:rPr sz="1200" spc="-75" dirty="0">
                <a:latin typeface="Tahoma"/>
                <a:cs typeface="Tahoma"/>
              </a:rPr>
              <a:t>executed</a:t>
            </a:r>
            <a:r>
              <a:rPr sz="1200" spc="-15" dirty="0">
                <a:latin typeface="Tahoma"/>
                <a:cs typeface="Tahoma"/>
              </a:rPr>
              <a:t> </a:t>
            </a:r>
            <a:r>
              <a:rPr sz="1200" spc="-60" dirty="0">
                <a:latin typeface="Tahoma"/>
                <a:cs typeface="Tahoma"/>
              </a:rPr>
              <a:t>by</a:t>
            </a:r>
            <a:r>
              <a:rPr sz="1200" spc="-35" dirty="0">
                <a:latin typeface="Tahoma"/>
                <a:cs typeface="Tahoma"/>
              </a:rPr>
              <a:t> </a:t>
            </a:r>
            <a:r>
              <a:rPr sz="1200" spc="-40" dirty="0">
                <a:latin typeface="Tahoma"/>
                <a:cs typeface="Tahoma"/>
              </a:rPr>
              <a:t>the</a:t>
            </a:r>
            <a:r>
              <a:rPr sz="1200" spc="-35" dirty="0">
                <a:latin typeface="Tahoma"/>
                <a:cs typeface="Tahoma"/>
              </a:rPr>
              <a:t> </a:t>
            </a:r>
            <a:r>
              <a:rPr sz="1200" spc="-40" dirty="0">
                <a:latin typeface="Tahoma"/>
                <a:cs typeface="Tahoma"/>
              </a:rPr>
              <a:t>agent.</a:t>
            </a:r>
            <a:r>
              <a:rPr sz="1200" spc="80" dirty="0">
                <a:latin typeface="Tahoma"/>
                <a:cs typeface="Tahoma"/>
              </a:rPr>
              <a:t> </a:t>
            </a:r>
            <a:r>
              <a:rPr sz="1200" spc="-40" dirty="0">
                <a:latin typeface="Tahoma"/>
                <a:cs typeface="Tahoma"/>
              </a:rPr>
              <a:t>(If</a:t>
            </a:r>
            <a:r>
              <a:rPr sz="1200" spc="-35" dirty="0">
                <a:latin typeface="Tahoma"/>
                <a:cs typeface="Tahoma"/>
              </a:rPr>
              <a:t> </a:t>
            </a:r>
            <a:r>
              <a:rPr sz="1200" spc="-40" dirty="0">
                <a:latin typeface="Tahoma"/>
                <a:cs typeface="Tahoma"/>
              </a:rPr>
              <a:t>the</a:t>
            </a:r>
            <a:r>
              <a:rPr sz="1200" spc="-35" dirty="0">
                <a:latin typeface="Tahoma"/>
                <a:cs typeface="Tahoma"/>
              </a:rPr>
              <a:t> </a:t>
            </a:r>
            <a:r>
              <a:rPr sz="1200" spc="-65" dirty="0">
                <a:latin typeface="Tahoma"/>
                <a:cs typeface="Tahoma"/>
              </a:rPr>
              <a:t>environment</a:t>
            </a:r>
            <a:r>
              <a:rPr sz="1200" spc="-30" dirty="0">
                <a:latin typeface="Tahoma"/>
                <a:cs typeface="Tahoma"/>
              </a:rPr>
              <a:t> </a:t>
            </a:r>
            <a:r>
              <a:rPr sz="1200" spc="-25" dirty="0">
                <a:latin typeface="Tahoma"/>
                <a:cs typeface="Tahoma"/>
              </a:rPr>
              <a:t>is </a:t>
            </a:r>
            <a:r>
              <a:rPr sz="1200" spc="-45" dirty="0">
                <a:latin typeface="Tahoma"/>
                <a:cs typeface="Tahoma"/>
              </a:rPr>
              <a:t>deterministic </a:t>
            </a:r>
            <a:r>
              <a:rPr sz="1200" spc="-55" dirty="0">
                <a:latin typeface="Tahoma"/>
                <a:cs typeface="Tahoma"/>
              </a:rPr>
              <a:t>except</a:t>
            </a:r>
            <a:r>
              <a:rPr sz="1200" spc="-35" dirty="0">
                <a:latin typeface="Tahoma"/>
                <a:cs typeface="Tahoma"/>
              </a:rPr>
              <a:t> </a:t>
            </a:r>
            <a:r>
              <a:rPr sz="1200" spc="-40" dirty="0">
                <a:latin typeface="Tahoma"/>
                <a:cs typeface="Tahoma"/>
              </a:rPr>
              <a:t>for the</a:t>
            </a:r>
            <a:r>
              <a:rPr sz="1200" spc="-35" dirty="0">
                <a:latin typeface="Tahoma"/>
                <a:cs typeface="Tahoma"/>
              </a:rPr>
              <a:t> </a:t>
            </a:r>
            <a:r>
              <a:rPr sz="1200" spc="-40" dirty="0">
                <a:latin typeface="Tahoma"/>
                <a:cs typeface="Tahoma"/>
              </a:rPr>
              <a:t>actions</a:t>
            </a:r>
            <a:r>
              <a:rPr sz="1200" spc="-35" dirty="0">
                <a:latin typeface="Tahoma"/>
                <a:cs typeface="Tahoma"/>
              </a:rPr>
              <a:t> </a:t>
            </a:r>
            <a:r>
              <a:rPr sz="1200" dirty="0">
                <a:latin typeface="Tahoma"/>
                <a:cs typeface="Tahoma"/>
              </a:rPr>
              <a:t>of</a:t>
            </a:r>
            <a:r>
              <a:rPr sz="1200" spc="-40" dirty="0">
                <a:latin typeface="Tahoma"/>
                <a:cs typeface="Tahoma"/>
              </a:rPr>
              <a:t> </a:t>
            </a:r>
            <a:r>
              <a:rPr sz="1200" spc="-50" dirty="0">
                <a:latin typeface="Tahoma"/>
                <a:cs typeface="Tahoma"/>
              </a:rPr>
              <a:t>other</a:t>
            </a:r>
            <a:r>
              <a:rPr sz="1200" spc="-35" dirty="0">
                <a:latin typeface="Tahoma"/>
                <a:cs typeface="Tahoma"/>
              </a:rPr>
              <a:t> </a:t>
            </a:r>
            <a:r>
              <a:rPr sz="1200" spc="-60" dirty="0">
                <a:latin typeface="Tahoma"/>
                <a:cs typeface="Tahoma"/>
              </a:rPr>
              <a:t>agents,</a:t>
            </a:r>
            <a:r>
              <a:rPr sz="1200" spc="-35" dirty="0">
                <a:latin typeface="Tahoma"/>
                <a:cs typeface="Tahoma"/>
              </a:rPr>
              <a:t> </a:t>
            </a:r>
            <a:r>
              <a:rPr sz="1200" spc="-55" dirty="0">
                <a:latin typeface="Tahoma"/>
                <a:cs typeface="Tahoma"/>
              </a:rPr>
              <a:t>then</a:t>
            </a:r>
            <a:r>
              <a:rPr sz="1200" spc="-40" dirty="0">
                <a:latin typeface="Tahoma"/>
                <a:cs typeface="Tahoma"/>
              </a:rPr>
              <a:t> </a:t>
            </a:r>
            <a:r>
              <a:rPr sz="1200" spc="-25" dirty="0">
                <a:latin typeface="Tahoma"/>
                <a:cs typeface="Tahoma"/>
              </a:rPr>
              <a:t>the </a:t>
            </a:r>
            <a:r>
              <a:rPr sz="1200" spc="-65" dirty="0">
                <a:latin typeface="Tahoma"/>
                <a:cs typeface="Tahoma"/>
              </a:rPr>
              <a:t>environment</a:t>
            </a:r>
            <a:r>
              <a:rPr sz="1200" spc="-30" dirty="0">
                <a:latin typeface="Tahoma"/>
                <a:cs typeface="Tahoma"/>
              </a:rPr>
              <a:t> </a:t>
            </a:r>
            <a:r>
              <a:rPr sz="1200" dirty="0">
                <a:latin typeface="Tahoma"/>
                <a:cs typeface="Tahoma"/>
              </a:rPr>
              <a:t>is</a:t>
            </a:r>
            <a:r>
              <a:rPr sz="1200" spc="-50" dirty="0">
                <a:latin typeface="Tahoma"/>
                <a:cs typeface="Tahoma"/>
              </a:rPr>
              <a:t> </a:t>
            </a:r>
            <a:r>
              <a:rPr sz="1200" spc="-10" dirty="0">
                <a:latin typeface="Tahoma"/>
                <a:cs typeface="Tahoma"/>
              </a:rPr>
              <a:t>strategic)</a:t>
            </a:r>
            <a:endParaRPr sz="1200">
              <a:latin typeface="Tahoma"/>
              <a:cs typeface="Tahoma"/>
            </a:endParaRPr>
          </a:p>
          <a:p>
            <a:pPr marL="12700" marR="292735">
              <a:lnSpc>
                <a:spcPct val="100000"/>
              </a:lnSpc>
              <a:spcBef>
                <a:spcPts val="325"/>
              </a:spcBef>
            </a:pPr>
            <a:r>
              <a:rPr sz="1200" b="1" spc="-30" dirty="0">
                <a:solidFill>
                  <a:srgbClr val="FF0000"/>
                </a:solidFill>
                <a:latin typeface="Tahoma"/>
                <a:cs typeface="Tahoma"/>
              </a:rPr>
              <a:t>Episodic</a:t>
            </a:r>
            <a:r>
              <a:rPr sz="1200" b="1" spc="-60" dirty="0">
                <a:solidFill>
                  <a:srgbClr val="FF0000"/>
                </a:solidFill>
                <a:latin typeface="Tahoma"/>
                <a:cs typeface="Tahoma"/>
              </a:rPr>
              <a:t> </a:t>
            </a:r>
            <a:r>
              <a:rPr sz="1200" spc="-10" dirty="0">
                <a:latin typeface="Tahoma"/>
                <a:cs typeface="Tahoma"/>
              </a:rPr>
              <a:t>(</a:t>
            </a:r>
            <a:r>
              <a:rPr sz="1200" spc="-10" dirty="0">
                <a:solidFill>
                  <a:srgbClr val="0000FF"/>
                </a:solidFill>
                <a:latin typeface="Tahoma"/>
                <a:cs typeface="Tahoma"/>
              </a:rPr>
              <a:t>vs.</a:t>
            </a:r>
            <a:r>
              <a:rPr sz="1200" spc="60" dirty="0">
                <a:solidFill>
                  <a:srgbClr val="0000FF"/>
                </a:solidFill>
                <a:latin typeface="Tahoma"/>
                <a:cs typeface="Tahoma"/>
              </a:rPr>
              <a:t> </a:t>
            </a:r>
            <a:r>
              <a:rPr sz="1200" spc="-50" dirty="0">
                <a:solidFill>
                  <a:srgbClr val="0000FF"/>
                </a:solidFill>
                <a:latin typeface="Tahoma"/>
                <a:cs typeface="Tahoma"/>
              </a:rPr>
              <a:t>sequential</a:t>
            </a:r>
            <a:r>
              <a:rPr sz="1200" spc="-50" dirty="0">
                <a:latin typeface="Tahoma"/>
                <a:cs typeface="Tahoma"/>
              </a:rPr>
              <a:t>):</a:t>
            </a:r>
            <a:r>
              <a:rPr sz="1200" spc="60" dirty="0">
                <a:latin typeface="Tahoma"/>
                <a:cs typeface="Tahoma"/>
              </a:rPr>
              <a:t> </a:t>
            </a:r>
            <a:r>
              <a:rPr sz="1200" dirty="0">
                <a:latin typeface="Tahoma"/>
                <a:cs typeface="Tahoma"/>
              </a:rPr>
              <a:t>An</a:t>
            </a:r>
            <a:r>
              <a:rPr sz="1200" spc="-50" dirty="0">
                <a:latin typeface="Tahoma"/>
                <a:cs typeface="Tahoma"/>
              </a:rPr>
              <a:t> agent’s</a:t>
            </a:r>
            <a:r>
              <a:rPr sz="1200" spc="-45" dirty="0">
                <a:latin typeface="Tahoma"/>
                <a:cs typeface="Tahoma"/>
              </a:rPr>
              <a:t> </a:t>
            </a:r>
            <a:r>
              <a:rPr sz="1200" spc="-25" dirty="0">
                <a:latin typeface="Tahoma"/>
                <a:cs typeface="Tahoma"/>
              </a:rPr>
              <a:t>act</a:t>
            </a:r>
            <a:r>
              <a:rPr sz="1200" spc="-25" dirty="0">
                <a:solidFill>
                  <a:srgbClr val="FF0000"/>
                </a:solidFill>
                <a:latin typeface="Tahoma"/>
                <a:cs typeface="Tahoma"/>
              </a:rPr>
              <a:t>ion</a:t>
            </a:r>
            <a:r>
              <a:rPr sz="1200" spc="-50" dirty="0">
                <a:solidFill>
                  <a:srgbClr val="FF0000"/>
                </a:solidFill>
                <a:latin typeface="Tahoma"/>
                <a:cs typeface="Tahoma"/>
              </a:rPr>
              <a:t> </a:t>
            </a:r>
            <a:r>
              <a:rPr sz="1200" dirty="0">
                <a:solidFill>
                  <a:srgbClr val="FF0000"/>
                </a:solidFill>
                <a:latin typeface="Tahoma"/>
                <a:cs typeface="Tahoma"/>
              </a:rPr>
              <a:t>is</a:t>
            </a:r>
            <a:r>
              <a:rPr sz="1200" spc="-50" dirty="0">
                <a:solidFill>
                  <a:srgbClr val="FF0000"/>
                </a:solidFill>
                <a:latin typeface="Tahoma"/>
                <a:cs typeface="Tahoma"/>
              </a:rPr>
              <a:t> </a:t>
            </a:r>
            <a:r>
              <a:rPr sz="1200" spc="-45" dirty="0">
                <a:solidFill>
                  <a:srgbClr val="FF0000"/>
                </a:solidFill>
                <a:latin typeface="Tahoma"/>
                <a:cs typeface="Tahoma"/>
              </a:rPr>
              <a:t>divided </a:t>
            </a:r>
            <a:r>
              <a:rPr sz="1200" spc="-20" dirty="0">
                <a:solidFill>
                  <a:srgbClr val="FF0000"/>
                </a:solidFill>
                <a:latin typeface="Tahoma"/>
                <a:cs typeface="Tahoma"/>
              </a:rPr>
              <a:t>into </a:t>
            </a:r>
            <a:r>
              <a:rPr sz="1200" spc="-30" dirty="0">
                <a:solidFill>
                  <a:srgbClr val="FF0000"/>
                </a:solidFill>
                <a:latin typeface="Tahoma"/>
                <a:cs typeface="Tahoma"/>
              </a:rPr>
              <a:t>atomic</a:t>
            </a:r>
            <a:r>
              <a:rPr sz="1200" spc="-65" dirty="0">
                <a:solidFill>
                  <a:srgbClr val="FF0000"/>
                </a:solidFill>
                <a:latin typeface="Tahoma"/>
                <a:cs typeface="Tahoma"/>
              </a:rPr>
              <a:t> </a:t>
            </a:r>
            <a:r>
              <a:rPr sz="1200" spc="-60" dirty="0">
                <a:solidFill>
                  <a:srgbClr val="FF0000"/>
                </a:solidFill>
                <a:latin typeface="Tahoma"/>
                <a:cs typeface="Tahoma"/>
              </a:rPr>
              <a:t>episodes</a:t>
            </a:r>
            <a:r>
              <a:rPr sz="1200" spc="-60" dirty="0">
                <a:latin typeface="Tahoma"/>
                <a:cs typeface="Tahoma"/>
              </a:rPr>
              <a:t>.</a:t>
            </a:r>
            <a:r>
              <a:rPr sz="1200" spc="60" dirty="0">
                <a:latin typeface="Tahoma"/>
                <a:cs typeface="Tahoma"/>
              </a:rPr>
              <a:t> </a:t>
            </a:r>
            <a:r>
              <a:rPr sz="1200" spc="-45" dirty="0">
                <a:latin typeface="Tahoma"/>
                <a:cs typeface="Tahoma"/>
              </a:rPr>
              <a:t>Decisions </a:t>
            </a:r>
            <a:r>
              <a:rPr sz="1200" spc="-30" dirty="0">
                <a:latin typeface="Tahoma"/>
                <a:cs typeface="Tahoma"/>
              </a:rPr>
              <a:t>do</a:t>
            </a:r>
            <a:r>
              <a:rPr sz="1200" spc="-45" dirty="0">
                <a:latin typeface="Tahoma"/>
                <a:cs typeface="Tahoma"/>
              </a:rPr>
              <a:t> </a:t>
            </a:r>
            <a:r>
              <a:rPr sz="1200" spc="-10" dirty="0">
                <a:latin typeface="Tahoma"/>
                <a:cs typeface="Tahoma"/>
              </a:rPr>
              <a:t>not</a:t>
            </a:r>
            <a:r>
              <a:rPr sz="1200" spc="-40" dirty="0">
                <a:latin typeface="Tahoma"/>
                <a:cs typeface="Tahoma"/>
              </a:rPr>
              <a:t> </a:t>
            </a:r>
            <a:r>
              <a:rPr sz="1200" spc="-80" dirty="0">
                <a:latin typeface="Tahoma"/>
                <a:cs typeface="Tahoma"/>
              </a:rPr>
              <a:t>depend</a:t>
            </a:r>
            <a:r>
              <a:rPr sz="1200" spc="-15" dirty="0">
                <a:latin typeface="Tahoma"/>
                <a:cs typeface="Tahoma"/>
              </a:rPr>
              <a:t> </a:t>
            </a:r>
            <a:r>
              <a:rPr sz="1200" spc="-50" dirty="0">
                <a:latin typeface="Tahoma"/>
                <a:cs typeface="Tahoma"/>
              </a:rPr>
              <a:t>on</a:t>
            </a:r>
            <a:r>
              <a:rPr sz="1200" spc="-40" dirty="0">
                <a:latin typeface="Tahoma"/>
                <a:cs typeface="Tahoma"/>
              </a:rPr>
              <a:t> </a:t>
            </a:r>
            <a:r>
              <a:rPr sz="1200" spc="-10" dirty="0">
                <a:latin typeface="Tahoma"/>
                <a:cs typeface="Tahoma"/>
              </a:rPr>
              <a:t>previous decisions/actions.</a:t>
            </a:r>
            <a:endParaRPr sz="1200">
              <a:latin typeface="Tahoma"/>
              <a:cs typeface="Tahoma"/>
            </a:endParaRPr>
          </a:p>
        </p:txBody>
      </p:sp>
      <p:pic>
        <p:nvPicPr>
          <p:cNvPr id="6" name="object 6"/>
          <p:cNvPicPr/>
          <p:nvPr/>
        </p:nvPicPr>
        <p:blipFill>
          <a:blip r:embed="rId3" cstate="print"/>
          <a:stretch>
            <a:fillRect/>
          </a:stretch>
        </p:blipFill>
        <p:spPr>
          <a:xfrm>
            <a:off x="300139" y="1601533"/>
            <a:ext cx="71526" cy="71526"/>
          </a:xfrm>
          <a:prstGeom prst="rect">
            <a:avLst/>
          </a:prstGeom>
        </p:spPr>
      </p:pic>
      <p:pic>
        <p:nvPicPr>
          <p:cNvPr id="7" name="object 7"/>
          <p:cNvPicPr/>
          <p:nvPr/>
        </p:nvPicPr>
        <p:blipFill>
          <a:blip r:embed="rId4" cstate="print"/>
          <a:stretch>
            <a:fillRect/>
          </a:stretch>
        </p:blipFill>
        <p:spPr>
          <a:xfrm>
            <a:off x="300139" y="2556802"/>
            <a:ext cx="71526" cy="71526"/>
          </a:xfrm>
          <a:prstGeom prst="rect">
            <a:avLst/>
          </a:prstGeom>
        </p:spPr>
      </p:pic>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5" action="ppaction://hlinksldjump"/>
              </a:rPr>
              <a:t>AI</a:t>
            </a:r>
            <a:endParaRPr sz="600">
              <a:latin typeface="Arial MT"/>
              <a:cs typeface="Arial MT"/>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19</a:t>
            </a:fld>
            <a:r>
              <a:rPr spc="25" dirty="0"/>
              <a:t> </a:t>
            </a:r>
            <a:r>
              <a:rPr spc="150" dirty="0"/>
              <a:t>/</a:t>
            </a:r>
            <a:r>
              <a:rPr spc="25" dirty="0"/>
              <a:t> </a:t>
            </a:r>
            <a:r>
              <a:rPr spc="-25" dirty="0"/>
              <a:t>38</a:t>
            </a: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xfrm>
            <a:off x="95300" y="60904"/>
            <a:ext cx="2259965" cy="288290"/>
          </a:xfrm>
          <a:prstGeom prst="rect">
            <a:avLst/>
          </a:prstGeom>
        </p:spPr>
        <p:txBody>
          <a:bodyPr vert="horz" wrap="square" lIns="0" tIns="15240" rIns="0" bIns="0" rtlCol="0">
            <a:spAutoFit/>
          </a:bodyPr>
          <a:lstStyle/>
          <a:p>
            <a:pPr marL="12700">
              <a:lnSpc>
                <a:spcPct val="100000"/>
              </a:lnSpc>
              <a:spcBef>
                <a:spcPts val="120"/>
              </a:spcBef>
            </a:pPr>
            <a:r>
              <a:rPr spc="-90" dirty="0"/>
              <a:t>Environment</a:t>
            </a:r>
            <a:r>
              <a:rPr spc="-20" dirty="0"/>
              <a:t> </a:t>
            </a:r>
            <a:r>
              <a:rPr spc="-100" dirty="0"/>
              <a:t>types</a:t>
            </a:r>
            <a:r>
              <a:rPr spc="-10" dirty="0"/>
              <a:t> </a:t>
            </a:r>
            <a:r>
              <a:rPr dirty="0"/>
              <a:t>-</a:t>
            </a:r>
            <a:r>
              <a:rPr spc="-20" dirty="0"/>
              <a:t> </a:t>
            </a:r>
            <a:r>
              <a:rPr spc="-60" dirty="0"/>
              <a:t>cont.</a:t>
            </a:r>
          </a:p>
        </p:txBody>
      </p:sp>
      <p:pic>
        <p:nvPicPr>
          <p:cNvPr id="4" name="object 4"/>
          <p:cNvPicPr/>
          <p:nvPr/>
        </p:nvPicPr>
        <p:blipFill>
          <a:blip r:embed="rId2" cstate="print"/>
          <a:stretch>
            <a:fillRect/>
          </a:stretch>
        </p:blipFill>
        <p:spPr>
          <a:xfrm>
            <a:off x="300139" y="922934"/>
            <a:ext cx="71526" cy="71526"/>
          </a:xfrm>
          <a:prstGeom prst="rect">
            <a:avLst/>
          </a:prstGeom>
        </p:spPr>
      </p:pic>
      <p:sp>
        <p:nvSpPr>
          <p:cNvPr id="5" name="object 5"/>
          <p:cNvSpPr txBox="1"/>
          <p:nvPr/>
        </p:nvSpPr>
        <p:spPr>
          <a:xfrm>
            <a:off x="433298" y="832457"/>
            <a:ext cx="4018279" cy="1934845"/>
          </a:xfrm>
          <a:prstGeom prst="rect">
            <a:avLst/>
          </a:prstGeom>
        </p:spPr>
        <p:txBody>
          <a:bodyPr vert="horz" wrap="square" lIns="0" tIns="12065" rIns="0" bIns="0" rtlCol="0" anchor="t">
            <a:spAutoFit/>
          </a:bodyPr>
          <a:lstStyle/>
          <a:p>
            <a:pPr marL="12700" marR="5080">
              <a:lnSpc>
                <a:spcPct val="100000"/>
              </a:lnSpc>
              <a:spcBef>
                <a:spcPts val="95"/>
              </a:spcBef>
            </a:pPr>
            <a:r>
              <a:rPr sz="1200" b="1" dirty="0">
                <a:solidFill>
                  <a:srgbClr val="FF0000"/>
                </a:solidFill>
                <a:latin typeface="Tahoma"/>
                <a:cs typeface="Tahoma"/>
              </a:rPr>
              <a:t>Static</a:t>
            </a:r>
            <a:r>
              <a:rPr sz="1200" b="1" spc="-95" dirty="0">
                <a:solidFill>
                  <a:srgbClr val="FF0000"/>
                </a:solidFill>
                <a:latin typeface="Tahoma"/>
                <a:cs typeface="Tahoma"/>
              </a:rPr>
              <a:t> </a:t>
            </a:r>
            <a:r>
              <a:rPr sz="1200" spc="-10" dirty="0">
                <a:latin typeface="Tahoma"/>
                <a:cs typeface="Tahoma"/>
              </a:rPr>
              <a:t>(</a:t>
            </a:r>
            <a:r>
              <a:rPr sz="1200" spc="-10" dirty="0">
                <a:solidFill>
                  <a:srgbClr val="0000FF"/>
                </a:solidFill>
                <a:latin typeface="Tahoma"/>
                <a:cs typeface="Tahoma"/>
              </a:rPr>
              <a:t>vs.</a:t>
            </a:r>
            <a:r>
              <a:rPr sz="1200" dirty="0">
                <a:solidFill>
                  <a:srgbClr val="0000FF"/>
                </a:solidFill>
                <a:latin typeface="Tahoma"/>
                <a:cs typeface="Tahoma"/>
              </a:rPr>
              <a:t> </a:t>
            </a:r>
            <a:r>
              <a:rPr sz="1200" spc="-45" dirty="0">
                <a:solidFill>
                  <a:srgbClr val="0000FF"/>
                </a:solidFill>
                <a:latin typeface="Tahoma"/>
                <a:cs typeface="Tahoma"/>
              </a:rPr>
              <a:t>dynamic</a:t>
            </a:r>
            <a:r>
              <a:rPr sz="1200" spc="-45" dirty="0">
                <a:latin typeface="Tahoma"/>
                <a:cs typeface="Tahoma"/>
              </a:rPr>
              <a:t>):</a:t>
            </a:r>
            <a:r>
              <a:rPr sz="1200" spc="50" dirty="0">
                <a:latin typeface="Tahoma"/>
                <a:cs typeface="Tahoma"/>
              </a:rPr>
              <a:t> </a:t>
            </a:r>
            <a:r>
              <a:rPr sz="1200" dirty="0">
                <a:latin typeface="Tahoma"/>
                <a:cs typeface="Tahoma"/>
              </a:rPr>
              <a:t>The</a:t>
            </a:r>
            <a:r>
              <a:rPr sz="1200" spc="-55" dirty="0">
                <a:latin typeface="Tahoma"/>
                <a:cs typeface="Tahoma"/>
              </a:rPr>
              <a:t> </a:t>
            </a:r>
            <a:r>
              <a:rPr sz="1200" spc="-65" dirty="0">
                <a:latin typeface="Tahoma"/>
                <a:cs typeface="Tahoma"/>
              </a:rPr>
              <a:t>environment</a:t>
            </a:r>
            <a:r>
              <a:rPr sz="1200" spc="-30" dirty="0">
                <a:latin typeface="Tahoma"/>
                <a:cs typeface="Tahoma"/>
              </a:rPr>
              <a:t> </a:t>
            </a:r>
            <a:r>
              <a:rPr sz="1200" dirty="0">
                <a:latin typeface="Tahoma"/>
                <a:cs typeface="Tahoma"/>
              </a:rPr>
              <a:t>is</a:t>
            </a:r>
            <a:r>
              <a:rPr sz="1200" spc="-55" dirty="0">
                <a:latin typeface="Tahoma"/>
                <a:cs typeface="Tahoma"/>
              </a:rPr>
              <a:t> </a:t>
            </a:r>
            <a:r>
              <a:rPr sz="1200" b="1" spc="-75" dirty="0">
                <a:latin typeface="Tahoma"/>
                <a:cs typeface="Tahoma"/>
              </a:rPr>
              <a:t>unchanged</a:t>
            </a:r>
            <a:r>
              <a:rPr sz="1200" b="1" spc="-20" dirty="0">
                <a:latin typeface="Tahoma"/>
                <a:cs typeface="Tahoma"/>
              </a:rPr>
              <a:t> </a:t>
            </a:r>
            <a:r>
              <a:rPr sz="1200" spc="-55" dirty="0">
                <a:latin typeface="Tahoma"/>
                <a:cs typeface="Tahoma"/>
              </a:rPr>
              <a:t>while</a:t>
            </a:r>
            <a:r>
              <a:rPr sz="1200" spc="-40" dirty="0">
                <a:latin typeface="Tahoma"/>
                <a:cs typeface="Tahoma"/>
              </a:rPr>
              <a:t> </a:t>
            </a:r>
            <a:r>
              <a:rPr sz="1200" spc="-25" dirty="0">
                <a:latin typeface="Tahoma"/>
                <a:cs typeface="Tahoma"/>
              </a:rPr>
              <a:t>an </a:t>
            </a:r>
            <a:r>
              <a:rPr sz="1200" spc="-60" dirty="0">
                <a:latin typeface="Tahoma"/>
                <a:cs typeface="Tahoma"/>
              </a:rPr>
              <a:t>agent</a:t>
            </a:r>
            <a:r>
              <a:rPr sz="1200" spc="-35" dirty="0">
                <a:latin typeface="Tahoma"/>
                <a:cs typeface="Tahoma"/>
              </a:rPr>
              <a:t> </a:t>
            </a:r>
            <a:r>
              <a:rPr sz="1200" dirty="0">
                <a:latin typeface="Tahoma"/>
                <a:cs typeface="Tahoma"/>
              </a:rPr>
              <a:t>is</a:t>
            </a:r>
            <a:r>
              <a:rPr sz="1200" spc="-75" dirty="0">
                <a:latin typeface="Tahoma"/>
                <a:cs typeface="Tahoma"/>
              </a:rPr>
              <a:t> </a:t>
            </a:r>
            <a:r>
              <a:rPr sz="1200" spc="-40" dirty="0">
                <a:latin typeface="Tahoma"/>
                <a:cs typeface="Tahoma"/>
              </a:rPr>
              <a:t>deliberating.</a:t>
            </a:r>
            <a:r>
              <a:rPr sz="1200" spc="65" dirty="0">
                <a:latin typeface="Tahoma"/>
                <a:cs typeface="Tahoma"/>
              </a:rPr>
              <a:t> </a:t>
            </a:r>
            <a:r>
              <a:rPr sz="1200" spc="-10" dirty="0">
                <a:latin typeface="Tahoma"/>
                <a:cs typeface="Tahoma"/>
              </a:rPr>
              <a:t>(</a:t>
            </a:r>
            <a:r>
              <a:rPr sz="1200" i="1" spc="-10" dirty="0">
                <a:solidFill>
                  <a:srgbClr val="FF0000"/>
                </a:solidFill>
                <a:latin typeface="Tahoma"/>
                <a:cs typeface="Tahoma"/>
              </a:rPr>
              <a:t>The</a:t>
            </a:r>
            <a:r>
              <a:rPr sz="1200" i="1" spc="-45" dirty="0">
                <a:solidFill>
                  <a:srgbClr val="FF0000"/>
                </a:solidFill>
                <a:latin typeface="Tahoma"/>
                <a:cs typeface="Tahoma"/>
              </a:rPr>
              <a:t> </a:t>
            </a:r>
            <a:r>
              <a:rPr sz="1200" i="1" spc="-65" dirty="0">
                <a:solidFill>
                  <a:srgbClr val="FF0000"/>
                </a:solidFill>
                <a:latin typeface="Tahoma"/>
                <a:cs typeface="Tahoma"/>
              </a:rPr>
              <a:t>environment</a:t>
            </a:r>
            <a:r>
              <a:rPr sz="1200" i="1" spc="-25" dirty="0">
                <a:solidFill>
                  <a:srgbClr val="FF0000"/>
                </a:solidFill>
                <a:latin typeface="Tahoma"/>
                <a:cs typeface="Tahoma"/>
              </a:rPr>
              <a:t> </a:t>
            </a:r>
            <a:r>
              <a:rPr sz="1200" i="1" dirty="0">
                <a:solidFill>
                  <a:srgbClr val="FF0000"/>
                </a:solidFill>
                <a:latin typeface="Tahoma"/>
                <a:cs typeface="Tahoma"/>
              </a:rPr>
              <a:t>is</a:t>
            </a:r>
            <a:r>
              <a:rPr sz="1200" i="1" spc="-45" dirty="0">
                <a:solidFill>
                  <a:srgbClr val="FF0000"/>
                </a:solidFill>
                <a:latin typeface="Tahoma"/>
                <a:cs typeface="Tahoma"/>
              </a:rPr>
              <a:t> </a:t>
            </a:r>
            <a:r>
              <a:rPr sz="1200" b="1" i="1" spc="-60" dirty="0">
                <a:solidFill>
                  <a:srgbClr val="FF0000"/>
                </a:solidFill>
                <a:latin typeface="Tahoma"/>
                <a:cs typeface="Tahoma"/>
              </a:rPr>
              <a:t>semidynamic</a:t>
            </a:r>
            <a:r>
              <a:rPr sz="1200" b="1" i="1" spc="-35" dirty="0">
                <a:solidFill>
                  <a:srgbClr val="FF0000"/>
                </a:solidFill>
                <a:latin typeface="Tahoma"/>
                <a:cs typeface="Tahoma"/>
              </a:rPr>
              <a:t> </a:t>
            </a:r>
            <a:r>
              <a:rPr sz="1200" i="1" dirty="0">
                <a:solidFill>
                  <a:srgbClr val="FF0000"/>
                </a:solidFill>
                <a:latin typeface="Tahoma"/>
                <a:cs typeface="Tahoma"/>
              </a:rPr>
              <a:t>if</a:t>
            </a:r>
            <a:r>
              <a:rPr sz="1200" i="1" spc="-40" dirty="0">
                <a:solidFill>
                  <a:srgbClr val="FF0000"/>
                </a:solidFill>
                <a:latin typeface="Tahoma"/>
                <a:cs typeface="Tahoma"/>
              </a:rPr>
              <a:t> </a:t>
            </a:r>
            <a:r>
              <a:rPr sz="1200" i="1" spc="-25" dirty="0">
                <a:solidFill>
                  <a:srgbClr val="FF0000"/>
                </a:solidFill>
                <a:latin typeface="Tahoma"/>
                <a:cs typeface="Tahoma"/>
              </a:rPr>
              <a:t>the </a:t>
            </a:r>
            <a:r>
              <a:rPr sz="1200" i="1" spc="-65" dirty="0">
                <a:solidFill>
                  <a:srgbClr val="FF0000"/>
                </a:solidFill>
                <a:latin typeface="Tahoma"/>
                <a:cs typeface="Tahoma"/>
              </a:rPr>
              <a:t>environment</a:t>
            </a:r>
            <a:r>
              <a:rPr sz="1200" i="1" spc="-30" dirty="0">
                <a:solidFill>
                  <a:srgbClr val="FF0000"/>
                </a:solidFill>
                <a:latin typeface="Tahoma"/>
                <a:cs typeface="Tahoma"/>
              </a:rPr>
              <a:t> </a:t>
            </a:r>
            <a:r>
              <a:rPr sz="1200" i="1" spc="-25" dirty="0">
                <a:solidFill>
                  <a:srgbClr val="FF0000"/>
                </a:solidFill>
                <a:latin typeface="Tahoma"/>
                <a:cs typeface="Tahoma"/>
              </a:rPr>
              <a:t>itself</a:t>
            </a:r>
            <a:r>
              <a:rPr sz="1200" i="1" spc="-70" dirty="0">
                <a:solidFill>
                  <a:srgbClr val="FF0000"/>
                </a:solidFill>
                <a:latin typeface="Tahoma"/>
                <a:cs typeface="Tahoma"/>
              </a:rPr>
              <a:t> does</a:t>
            </a:r>
            <a:r>
              <a:rPr sz="1200" i="1" spc="-25" dirty="0">
                <a:solidFill>
                  <a:srgbClr val="FF0000"/>
                </a:solidFill>
                <a:latin typeface="Tahoma"/>
                <a:cs typeface="Tahoma"/>
              </a:rPr>
              <a:t> </a:t>
            </a:r>
            <a:r>
              <a:rPr sz="1200" i="1" spc="-10" dirty="0">
                <a:solidFill>
                  <a:srgbClr val="FF0000"/>
                </a:solidFill>
                <a:latin typeface="Tahoma"/>
                <a:cs typeface="Tahoma"/>
              </a:rPr>
              <a:t>not</a:t>
            </a:r>
            <a:r>
              <a:rPr sz="1200" i="1" spc="-50" dirty="0">
                <a:solidFill>
                  <a:srgbClr val="FF0000"/>
                </a:solidFill>
                <a:latin typeface="Tahoma"/>
                <a:cs typeface="Tahoma"/>
              </a:rPr>
              <a:t> </a:t>
            </a:r>
            <a:r>
              <a:rPr sz="1200" i="1" spc="-75" dirty="0">
                <a:solidFill>
                  <a:srgbClr val="FF0000"/>
                </a:solidFill>
                <a:latin typeface="Tahoma"/>
                <a:cs typeface="Tahoma"/>
              </a:rPr>
              <a:t>change</a:t>
            </a:r>
            <a:r>
              <a:rPr sz="1200" i="1" spc="-20" dirty="0">
                <a:solidFill>
                  <a:srgbClr val="FF0000"/>
                </a:solidFill>
                <a:latin typeface="Tahoma"/>
                <a:cs typeface="Tahoma"/>
              </a:rPr>
              <a:t> with</a:t>
            </a:r>
            <a:r>
              <a:rPr sz="1200" i="1" spc="-30" dirty="0">
                <a:solidFill>
                  <a:srgbClr val="FF0000"/>
                </a:solidFill>
                <a:latin typeface="Tahoma"/>
                <a:cs typeface="Tahoma"/>
              </a:rPr>
              <a:t> </a:t>
            </a:r>
            <a:r>
              <a:rPr sz="1200" i="1" spc="-40" dirty="0">
                <a:solidFill>
                  <a:srgbClr val="FF0000"/>
                </a:solidFill>
                <a:latin typeface="Tahoma"/>
                <a:cs typeface="Tahoma"/>
              </a:rPr>
              <a:t>the</a:t>
            </a:r>
            <a:r>
              <a:rPr sz="1200" i="1" spc="-35" dirty="0">
                <a:solidFill>
                  <a:srgbClr val="FF0000"/>
                </a:solidFill>
                <a:latin typeface="Tahoma"/>
                <a:cs typeface="Tahoma"/>
              </a:rPr>
              <a:t> </a:t>
            </a:r>
            <a:r>
              <a:rPr sz="1200" i="1" spc="-90" dirty="0">
                <a:solidFill>
                  <a:srgbClr val="FF0000"/>
                </a:solidFill>
                <a:latin typeface="Tahoma"/>
                <a:cs typeface="Tahoma"/>
              </a:rPr>
              <a:t>passage</a:t>
            </a:r>
            <a:r>
              <a:rPr sz="1200" i="1" spc="-5" dirty="0">
                <a:solidFill>
                  <a:srgbClr val="FF0000"/>
                </a:solidFill>
                <a:latin typeface="Tahoma"/>
                <a:cs typeface="Tahoma"/>
              </a:rPr>
              <a:t> </a:t>
            </a:r>
            <a:r>
              <a:rPr sz="1200" i="1" dirty="0">
                <a:solidFill>
                  <a:srgbClr val="FF0000"/>
                </a:solidFill>
                <a:latin typeface="Tahoma"/>
                <a:cs typeface="Tahoma"/>
              </a:rPr>
              <a:t>of</a:t>
            </a:r>
            <a:r>
              <a:rPr sz="1200" i="1" spc="-30" dirty="0">
                <a:solidFill>
                  <a:srgbClr val="FF0000"/>
                </a:solidFill>
                <a:latin typeface="Tahoma"/>
                <a:cs typeface="Tahoma"/>
              </a:rPr>
              <a:t> </a:t>
            </a:r>
            <a:r>
              <a:rPr sz="1200" i="1" spc="-35" dirty="0">
                <a:solidFill>
                  <a:srgbClr val="FF0000"/>
                </a:solidFill>
                <a:latin typeface="Tahoma"/>
                <a:cs typeface="Tahoma"/>
              </a:rPr>
              <a:t>time</a:t>
            </a:r>
            <a:r>
              <a:rPr sz="1200" spc="-35" dirty="0">
                <a:latin typeface="Tahoma"/>
                <a:cs typeface="Tahoma"/>
              </a:rPr>
              <a:t> </a:t>
            </a:r>
            <a:r>
              <a:rPr sz="1200" spc="-25" dirty="0">
                <a:latin typeface="Tahoma"/>
                <a:cs typeface="Tahoma"/>
              </a:rPr>
              <a:t>but </a:t>
            </a:r>
            <a:r>
              <a:rPr sz="1200" spc="-40" dirty="0">
                <a:latin typeface="Tahoma"/>
                <a:cs typeface="Tahoma"/>
              </a:rPr>
              <a:t>the</a:t>
            </a:r>
            <a:r>
              <a:rPr sz="1200" spc="-35" dirty="0">
                <a:latin typeface="Tahoma"/>
                <a:cs typeface="Tahoma"/>
              </a:rPr>
              <a:t> </a:t>
            </a:r>
            <a:r>
              <a:rPr sz="1200" spc="-40" dirty="0">
                <a:latin typeface="Tahoma"/>
                <a:cs typeface="Tahoma"/>
              </a:rPr>
              <a:t>agent’s</a:t>
            </a:r>
            <a:r>
              <a:rPr sz="1200" spc="-30" dirty="0">
                <a:latin typeface="Tahoma"/>
                <a:cs typeface="Tahoma"/>
              </a:rPr>
              <a:t> </a:t>
            </a:r>
            <a:r>
              <a:rPr sz="1200" spc="-65" dirty="0">
                <a:latin typeface="Tahoma"/>
                <a:cs typeface="Tahoma"/>
              </a:rPr>
              <a:t>performance</a:t>
            </a:r>
            <a:r>
              <a:rPr sz="1200" spc="-25" dirty="0">
                <a:latin typeface="Tahoma"/>
                <a:cs typeface="Tahoma"/>
              </a:rPr>
              <a:t> </a:t>
            </a:r>
            <a:r>
              <a:rPr sz="1200" spc="-75" dirty="0">
                <a:latin typeface="Tahoma"/>
                <a:cs typeface="Tahoma"/>
              </a:rPr>
              <a:t>score</a:t>
            </a:r>
            <a:r>
              <a:rPr sz="1200" spc="-20" dirty="0">
                <a:latin typeface="Tahoma"/>
                <a:cs typeface="Tahoma"/>
              </a:rPr>
              <a:t> </a:t>
            </a:r>
            <a:r>
              <a:rPr sz="1200" spc="-10" dirty="0">
                <a:latin typeface="Tahoma"/>
                <a:cs typeface="Tahoma"/>
              </a:rPr>
              <a:t>does)</a:t>
            </a:r>
            <a:endParaRPr sz="1200">
              <a:latin typeface="Tahoma"/>
              <a:cs typeface="Tahoma"/>
            </a:endParaRPr>
          </a:p>
          <a:p>
            <a:pPr marL="12700" marR="92075" algn="just">
              <a:lnSpc>
                <a:spcPct val="100000"/>
              </a:lnSpc>
              <a:spcBef>
                <a:spcPts val="315"/>
              </a:spcBef>
            </a:pPr>
            <a:r>
              <a:rPr sz="1200" b="1" spc="-40" dirty="0">
                <a:solidFill>
                  <a:srgbClr val="FF0000"/>
                </a:solidFill>
                <a:latin typeface="Tahoma"/>
                <a:cs typeface="Tahoma"/>
              </a:rPr>
              <a:t>Discrete</a:t>
            </a:r>
            <a:r>
              <a:rPr sz="1200" b="1" spc="-55" dirty="0">
                <a:solidFill>
                  <a:srgbClr val="FF0000"/>
                </a:solidFill>
                <a:latin typeface="Tahoma"/>
                <a:cs typeface="Tahoma"/>
              </a:rPr>
              <a:t> </a:t>
            </a:r>
            <a:r>
              <a:rPr sz="1200" dirty="0">
                <a:latin typeface="Tahoma"/>
                <a:cs typeface="Tahoma"/>
              </a:rPr>
              <a:t>(</a:t>
            </a:r>
            <a:r>
              <a:rPr sz="1200" dirty="0">
                <a:solidFill>
                  <a:srgbClr val="0000FF"/>
                </a:solidFill>
                <a:latin typeface="Tahoma"/>
                <a:cs typeface="Tahoma"/>
              </a:rPr>
              <a:t>vs.</a:t>
            </a:r>
            <a:r>
              <a:rPr sz="1200" spc="25" dirty="0">
                <a:solidFill>
                  <a:srgbClr val="0000FF"/>
                </a:solidFill>
                <a:latin typeface="Tahoma"/>
                <a:cs typeface="Tahoma"/>
              </a:rPr>
              <a:t> </a:t>
            </a:r>
            <a:r>
              <a:rPr sz="1200" spc="-45" dirty="0">
                <a:solidFill>
                  <a:srgbClr val="0000FF"/>
                </a:solidFill>
                <a:latin typeface="Tahoma"/>
                <a:cs typeface="Tahoma"/>
              </a:rPr>
              <a:t>continuous</a:t>
            </a:r>
            <a:r>
              <a:rPr sz="1200" spc="-45" dirty="0">
                <a:latin typeface="Tahoma"/>
                <a:cs typeface="Tahoma"/>
              </a:rPr>
              <a:t>):</a:t>
            </a:r>
            <a:r>
              <a:rPr sz="1200" spc="55" dirty="0">
                <a:latin typeface="Tahoma"/>
                <a:cs typeface="Tahoma"/>
              </a:rPr>
              <a:t> </a:t>
            </a:r>
            <a:r>
              <a:rPr sz="1200" dirty="0">
                <a:latin typeface="Tahoma"/>
                <a:cs typeface="Tahoma"/>
              </a:rPr>
              <a:t>A</a:t>
            </a:r>
            <a:r>
              <a:rPr sz="1200" spc="-60" dirty="0">
                <a:latin typeface="Tahoma"/>
                <a:cs typeface="Tahoma"/>
              </a:rPr>
              <a:t> </a:t>
            </a:r>
            <a:r>
              <a:rPr sz="1200" spc="-25" dirty="0">
                <a:latin typeface="Tahoma"/>
                <a:cs typeface="Tahoma"/>
              </a:rPr>
              <a:t>limited</a:t>
            </a:r>
            <a:r>
              <a:rPr sz="1200" spc="-50" dirty="0">
                <a:latin typeface="Tahoma"/>
                <a:cs typeface="Tahoma"/>
              </a:rPr>
              <a:t> </a:t>
            </a:r>
            <a:r>
              <a:rPr sz="1200" spc="-70" dirty="0">
                <a:latin typeface="Tahoma"/>
                <a:cs typeface="Tahoma"/>
              </a:rPr>
              <a:t>number</a:t>
            </a:r>
            <a:r>
              <a:rPr sz="1200" spc="-25" dirty="0">
                <a:latin typeface="Tahoma"/>
                <a:cs typeface="Tahoma"/>
              </a:rPr>
              <a:t> </a:t>
            </a:r>
            <a:r>
              <a:rPr sz="1200" dirty="0">
                <a:latin typeface="Tahoma"/>
                <a:cs typeface="Tahoma"/>
              </a:rPr>
              <a:t>of</a:t>
            </a:r>
            <a:r>
              <a:rPr sz="1200" spc="-55" dirty="0">
                <a:latin typeface="Tahoma"/>
                <a:cs typeface="Tahoma"/>
              </a:rPr>
              <a:t> </a:t>
            </a:r>
            <a:r>
              <a:rPr sz="1200" spc="-30" dirty="0">
                <a:latin typeface="Tahoma"/>
                <a:cs typeface="Tahoma"/>
              </a:rPr>
              <a:t>distinct,</a:t>
            </a:r>
            <a:r>
              <a:rPr sz="1200" spc="-50" dirty="0">
                <a:latin typeface="Tahoma"/>
                <a:cs typeface="Tahoma"/>
              </a:rPr>
              <a:t> </a:t>
            </a:r>
            <a:r>
              <a:rPr sz="1200" spc="-35" dirty="0">
                <a:latin typeface="Tahoma"/>
                <a:cs typeface="Tahoma"/>
              </a:rPr>
              <a:t>clearly </a:t>
            </a:r>
            <a:r>
              <a:rPr sz="1200" spc="-70" dirty="0">
                <a:latin typeface="Tahoma"/>
                <a:cs typeface="Tahoma"/>
              </a:rPr>
              <a:t>defined</a:t>
            </a:r>
            <a:r>
              <a:rPr sz="1200" spc="-25" dirty="0">
                <a:latin typeface="Tahoma"/>
                <a:cs typeface="Tahoma"/>
              </a:rPr>
              <a:t> </a:t>
            </a:r>
            <a:r>
              <a:rPr sz="1200" spc="-65" dirty="0">
                <a:latin typeface="Tahoma"/>
                <a:cs typeface="Tahoma"/>
              </a:rPr>
              <a:t>percepts</a:t>
            </a:r>
            <a:r>
              <a:rPr sz="1200" spc="-30" dirty="0">
                <a:latin typeface="Tahoma"/>
                <a:cs typeface="Tahoma"/>
              </a:rPr>
              <a:t> </a:t>
            </a:r>
            <a:r>
              <a:rPr sz="1200" spc="-55" dirty="0">
                <a:latin typeface="Tahoma"/>
                <a:cs typeface="Tahoma"/>
              </a:rPr>
              <a:t>and</a:t>
            </a:r>
            <a:r>
              <a:rPr sz="1200" spc="-40" dirty="0">
                <a:latin typeface="Tahoma"/>
                <a:cs typeface="Tahoma"/>
              </a:rPr>
              <a:t> </a:t>
            </a:r>
            <a:r>
              <a:rPr sz="1200" spc="-25" dirty="0">
                <a:latin typeface="Tahoma"/>
                <a:cs typeface="Tahoma"/>
              </a:rPr>
              <a:t>actions.</a:t>
            </a:r>
            <a:r>
              <a:rPr sz="1200" spc="75" dirty="0">
                <a:latin typeface="Tahoma"/>
                <a:cs typeface="Tahoma"/>
              </a:rPr>
              <a:t> </a:t>
            </a:r>
            <a:r>
              <a:rPr sz="1200" spc="-45" dirty="0">
                <a:latin typeface="Tahoma"/>
                <a:cs typeface="Tahoma"/>
              </a:rPr>
              <a:t>How</a:t>
            </a:r>
            <a:r>
              <a:rPr sz="1200" spc="-20" dirty="0">
                <a:latin typeface="Tahoma"/>
                <a:cs typeface="Tahoma"/>
              </a:rPr>
              <a:t> </a:t>
            </a:r>
            <a:r>
              <a:rPr sz="1200" spc="-30" dirty="0">
                <a:latin typeface="Tahoma"/>
                <a:cs typeface="Tahoma"/>
              </a:rPr>
              <a:t>do</a:t>
            </a:r>
            <a:r>
              <a:rPr sz="1200" spc="-15" dirty="0">
                <a:latin typeface="Tahoma"/>
                <a:cs typeface="Tahoma"/>
              </a:rPr>
              <a:t> </a:t>
            </a:r>
            <a:r>
              <a:rPr sz="1200" spc="-145" dirty="0">
                <a:latin typeface="Tahoma"/>
                <a:cs typeface="Tahoma"/>
              </a:rPr>
              <a:t>we</a:t>
            </a:r>
            <a:r>
              <a:rPr sz="1200" spc="50" dirty="0">
                <a:latin typeface="Tahoma"/>
                <a:cs typeface="Tahoma"/>
              </a:rPr>
              <a:t> </a:t>
            </a:r>
            <a:r>
              <a:rPr sz="1200" spc="-80" dirty="0">
                <a:latin typeface="Tahoma"/>
                <a:cs typeface="Tahoma"/>
              </a:rPr>
              <a:t>represent</a:t>
            </a:r>
            <a:r>
              <a:rPr sz="1200" spc="-10" dirty="0">
                <a:latin typeface="Tahoma"/>
                <a:cs typeface="Tahoma"/>
              </a:rPr>
              <a:t> </a:t>
            </a:r>
            <a:r>
              <a:rPr sz="1200" spc="-50" dirty="0">
                <a:latin typeface="Tahoma"/>
                <a:cs typeface="Tahoma"/>
              </a:rPr>
              <a:t>or</a:t>
            </a:r>
            <a:r>
              <a:rPr sz="1200" spc="-20" dirty="0">
                <a:latin typeface="Tahoma"/>
                <a:cs typeface="Tahoma"/>
              </a:rPr>
              <a:t> </a:t>
            </a:r>
            <a:r>
              <a:rPr sz="1200" spc="-10" dirty="0">
                <a:latin typeface="Tahoma"/>
                <a:cs typeface="Tahoma"/>
              </a:rPr>
              <a:t>abstract </a:t>
            </a:r>
            <a:r>
              <a:rPr sz="1200" spc="-50" dirty="0">
                <a:latin typeface="Tahoma"/>
                <a:cs typeface="Tahoma"/>
              </a:rPr>
              <a:t>or</a:t>
            </a:r>
            <a:r>
              <a:rPr sz="1200" spc="-30" dirty="0">
                <a:latin typeface="Tahoma"/>
                <a:cs typeface="Tahoma"/>
              </a:rPr>
              <a:t> </a:t>
            </a:r>
            <a:r>
              <a:rPr sz="1200" spc="-60" dirty="0">
                <a:latin typeface="Tahoma"/>
                <a:cs typeface="Tahoma"/>
              </a:rPr>
              <a:t>model</a:t>
            </a:r>
            <a:r>
              <a:rPr sz="1200" spc="-25" dirty="0">
                <a:latin typeface="Tahoma"/>
                <a:cs typeface="Tahoma"/>
              </a:rPr>
              <a:t> </a:t>
            </a:r>
            <a:r>
              <a:rPr sz="1200" spc="-40" dirty="0">
                <a:latin typeface="Tahoma"/>
                <a:cs typeface="Tahoma"/>
              </a:rPr>
              <a:t>the</a:t>
            </a:r>
            <a:r>
              <a:rPr sz="1200" spc="-30" dirty="0">
                <a:latin typeface="Tahoma"/>
                <a:cs typeface="Tahoma"/>
              </a:rPr>
              <a:t> </a:t>
            </a:r>
            <a:r>
              <a:rPr sz="1200" spc="-10" dirty="0">
                <a:latin typeface="Tahoma"/>
                <a:cs typeface="Tahoma"/>
              </a:rPr>
              <a:t>world?</a:t>
            </a:r>
            <a:endParaRPr sz="1200">
              <a:latin typeface="Tahoma"/>
              <a:cs typeface="Tahoma"/>
            </a:endParaRPr>
          </a:p>
          <a:p>
            <a:pPr marL="12700" marR="134620">
              <a:lnSpc>
                <a:spcPct val="100000"/>
              </a:lnSpc>
              <a:spcBef>
                <a:spcPts val="315"/>
              </a:spcBef>
            </a:pPr>
            <a:r>
              <a:rPr sz="1200" b="1" spc="-45" dirty="0">
                <a:solidFill>
                  <a:srgbClr val="FF0000"/>
                </a:solidFill>
                <a:latin typeface="Tahoma"/>
                <a:cs typeface="Tahoma"/>
              </a:rPr>
              <a:t>Single</a:t>
            </a:r>
            <a:r>
              <a:rPr sz="1200" b="1" spc="-50" dirty="0">
                <a:solidFill>
                  <a:srgbClr val="FF0000"/>
                </a:solidFill>
                <a:latin typeface="Tahoma"/>
                <a:cs typeface="Tahoma"/>
              </a:rPr>
              <a:t> </a:t>
            </a:r>
            <a:r>
              <a:rPr sz="1200" b="1" spc="-60" dirty="0">
                <a:solidFill>
                  <a:srgbClr val="FF0000"/>
                </a:solidFill>
                <a:latin typeface="Tahoma"/>
                <a:cs typeface="Tahoma"/>
              </a:rPr>
              <a:t>agent</a:t>
            </a:r>
            <a:r>
              <a:rPr sz="1200" b="1" spc="-35" dirty="0">
                <a:solidFill>
                  <a:srgbClr val="FF0000"/>
                </a:solidFill>
                <a:latin typeface="Tahoma"/>
                <a:cs typeface="Tahoma"/>
              </a:rPr>
              <a:t> </a:t>
            </a:r>
            <a:r>
              <a:rPr sz="1200" spc="-10" dirty="0">
                <a:latin typeface="Tahoma"/>
                <a:cs typeface="Tahoma"/>
              </a:rPr>
              <a:t>(</a:t>
            </a:r>
            <a:r>
              <a:rPr sz="1200" spc="-10" dirty="0">
                <a:solidFill>
                  <a:srgbClr val="0000FF"/>
                </a:solidFill>
                <a:latin typeface="Tahoma"/>
                <a:cs typeface="Tahoma"/>
              </a:rPr>
              <a:t>vs.</a:t>
            </a:r>
            <a:r>
              <a:rPr sz="1200" spc="80" dirty="0">
                <a:solidFill>
                  <a:srgbClr val="0000FF"/>
                </a:solidFill>
                <a:latin typeface="Tahoma"/>
                <a:cs typeface="Tahoma"/>
              </a:rPr>
              <a:t> </a:t>
            </a:r>
            <a:r>
              <a:rPr sz="1200" spc="-55" dirty="0">
                <a:solidFill>
                  <a:srgbClr val="0000FF"/>
                </a:solidFill>
                <a:latin typeface="Tahoma"/>
                <a:cs typeface="Tahoma"/>
              </a:rPr>
              <a:t>multi-</a:t>
            </a:r>
            <a:r>
              <a:rPr sz="1200" spc="-35" dirty="0">
                <a:solidFill>
                  <a:srgbClr val="0000FF"/>
                </a:solidFill>
                <a:latin typeface="Tahoma"/>
                <a:cs typeface="Tahoma"/>
              </a:rPr>
              <a:t>agent</a:t>
            </a:r>
            <a:r>
              <a:rPr sz="1200" spc="-35" dirty="0">
                <a:latin typeface="Tahoma"/>
                <a:cs typeface="Tahoma"/>
              </a:rPr>
              <a:t>):</a:t>
            </a:r>
            <a:r>
              <a:rPr sz="1200" spc="75" dirty="0">
                <a:latin typeface="Tahoma"/>
                <a:cs typeface="Tahoma"/>
              </a:rPr>
              <a:t> </a:t>
            </a:r>
            <a:r>
              <a:rPr sz="1200" dirty="0">
                <a:latin typeface="Tahoma"/>
                <a:cs typeface="Tahoma"/>
              </a:rPr>
              <a:t>An</a:t>
            </a:r>
            <a:r>
              <a:rPr sz="1200" spc="-40" dirty="0">
                <a:latin typeface="Tahoma"/>
                <a:cs typeface="Tahoma"/>
              </a:rPr>
              <a:t> </a:t>
            </a:r>
            <a:r>
              <a:rPr sz="1200" spc="-60" dirty="0">
                <a:latin typeface="Tahoma"/>
                <a:cs typeface="Tahoma"/>
              </a:rPr>
              <a:t>agent</a:t>
            </a:r>
            <a:r>
              <a:rPr sz="1200" spc="-30" dirty="0">
                <a:latin typeface="Tahoma"/>
                <a:cs typeface="Tahoma"/>
              </a:rPr>
              <a:t> </a:t>
            </a:r>
            <a:r>
              <a:rPr sz="1200" spc="-50" dirty="0">
                <a:latin typeface="Tahoma"/>
                <a:cs typeface="Tahoma"/>
              </a:rPr>
              <a:t>operating</a:t>
            </a:r>
            <a:r>
              <a:rPr sz="1200" spc="-40" dirty="0">
                <a:latin typeface="Tahoma"/>
                <a:cs typeface="Tahoma"/>
              </a:rPr>
              <a:t> </a:t>
            </a:r>
            <a:r>
              <a:rPr sz="1200" spc="-60" dirty="0">
                <a:latin typeface="Tahoma"/>
                <a:cs typeface="Tahoma"/>
              </a:rPr>
              <a:t>by</a:t>
            </a:r>
            <a:r>
              <a:rPr sz="1200" spc="-35" dirty="0">
                <a:latin typeface="Tahoma"/>
                <a:cs typeface="Tahoma"/>
              </a:rPr>
              <a:t> </a:t>
            </a:r>
            <a:r>
              <a:rPr sz="1200" b="1" spc="-25" dirty="0">
                <a:latin typeface="Tahoma"/>
                <a:cs typeface="Tahoma"/>
              </a:rPr>
              <a:t>itself</a:t>
            </a:r>
            <a:r>
              <a:rPr sz="1200" b="1" spc="-35" dirty="0">
                <a:latin typeface="Tahoma"/>
                <a:cs typeface="Tahoma"/>
              </a:rPr>
              <a:t> </a:t>
            </a:r>
            <a:r>
              <a:rPr sz="1200" spc="-25" dirty="0">
                <a:latin typeface="Tahoma"/>
                <a:cs typeface="Tahoma"/>
              </a:rPr>
              <a:t>in </a:t>
            </a:r>
            <a:r>
              <a:rPr sz="1200" spc="-35" dirty="0">
                <a:latin typeface="Tahoma"/>
                <a:cs typeface="Tahoma"/>
              </a:rPr>
              <a:t>an</a:t>
            </a:r>
            <a:r>
              <a:rPr sz="1200" spc="-50" dirty="0">
                <a:latin typeface="Tahoma"/>
                <a:cs typeface="Tahoma"/>
              </a:rPr>
              <a:t> </a:t>
            </a:r>
            <a:r>
              <a:rPr sz="1200" spc="-55" dirty="0">
                <a:latin typeface="Tahoma"/>
                <a:cs typeface="Tahoma"/>
              </a:rPr>
              <a:t>environment.</a:t>
            </a:r>
            <a:r>
              <a:rPr sz="1200" spc="75" dirty="0">
                <a:latin typeface="Tahoma"/>
                <a:cs typeface="Tahoma"/>
              </a:rPr>
              <a:t> </a:t>
            </a:r>
            <a:r>
              <a:rPr sz="1200" spc="-50" dirty="0">
                <a:latin typeface="Tahoma"/>
                <a:cs typeface="Tahoma"/>
              </a:rPr>
              <a:t>Does</a:t>
            </a:r>
            <a:r>
              <a:rPr sz="1200" spc="-40" dirty="0">
                <a:latin typeface="Tahoma"/>
                <a:cs typeface="Tahoma"/>
              </a:rPr>
              <a:t> the </a:t>
            </a:r>
            <a:r>
              <a:rPr sz="1200" spc="-50" dirty="0">
                <a:latin typeface="Tahoma"/>
                <a:cs typeface="Tahoma"/>
              </a:rPr>
              <a:t>other</a:t>
            </a:r>
            <a:r>
              <a:rPr sz="1200" spc="-40" dirty="0">
                <a:latin typeface="Tahoma"/>
                <a:cs typeface="Tahoma"/>
              </a:rPr>
              <a:t> </a:t>
            </a:r>
            <a:r>
              <a:rPr sz="1200" spc="-60" dirty="0">
                <a:latin typeface="Tahoma"/>
                <a:cs typeface="Tahoma"/>
              </a:rPr>
              <a:t>agent</a:t>
            </a:r>
            <a:r>
              <a:rPr sz="1200" spc="-35" dirty="0">
                <a:latin typeface="Tahoma"/>
                <a:cs typeface="Tahoma"/>
              </a:rPr>
              <a:t> </a:t>
            </a:r>
            <a:r>
              <a:rPr sz="1200" spc="-55" dirty="0">
                <a:latin typeface="Tahoma"/>
                <a:cs typeface="Tahoma"/>
              </a:rPr>
              <a:t>interfere</a:t>
            </a:r>
            <a:r>
              <a:rPr sz="1200" spc="-40" dirty="0">
                <a:latin typeface="Tahoma"/>
                <a:cs typeface="Tahoma"/>
              </a:rPr>
              <a:t> </a:t>
            </a:r>
            <a:r>
              <a:rPr sz="1200" spc="-20" dirty="0">
                <a:latin typeface="Tahoma"/>
                <a:cs typeface="Tahoma"/>
              </a:rPr>
              <a:t>with</a:t>
            </a:r>
            <a:r>
              <a:rPr sz="1200" spc="-40" dirty="0">
                <a:latin typeface="Tahoma"/>
                <a:cs typeface="Tahoma"/>
              </a:rPr>
              <a:t> </a:t>
            </a:r>
            <a:r>
              <a:rPr sz="1200" spc="-25" dirty="0">
                <a:latin typeface="Tahoma"/>
                <a:cs typeface="Tahoma"/>
              </a:rPr>
              <a:t>my </a:t>
            </a:r>
            <a:r>
              <a:rPr sz="1200" spc="-65" dirty="0">
                <a:latin typeface="Tahoma"/>
                <a:cs typeface="Tahoma"/>
              </a:rPr>
              <a:t>performance</a:t>
            </a:r>
            <a:r>
              <a:rPr sz="1200" spc="-30" dirty="0">
                <a:latin typeface="Tahoma"/>
                <a:cs typeface="Tahoma"/>
              </a:rPr>
              <a:t> </a:t>
            </a:r>
            <a:r>
              <a:rPr sz="1200" spc="-10" dirty="0">
                <a:latin typeface="Tahoma"/>
                <a:cs typeface="Tahoma"/>
              </a:rPr>
              <a:t>measure?</a:t>
            </a:r>
            <a:endParaRPr sz="1200">
              <a:latin typeface="Tahoma"/>
              <a:cs typeface="Tahoma"/>
            </a:endParaRPr>
          </a:p>
        </p:txBody>
      </p:sp>
      <p:pic>
        <p:nvPicPr>
          <p:cNvPr id="6" name="object 6"/>
          <p:cNvPicPr/>
          <p:nvPr/>
        </p:nvPicPr>
        <p:blipFill>
          <a:blip r:embed="rId3" cstate="print"/>
          <a:stretch>
            <a:fillRect/>
          </a:stretch>
        </p:blipFill>
        <p:spPr>
          <a:xfrm>
            <a:off x="300139" y="1694738"/>
            <a:ext cx="71526" cy="71526"/>
          </a:xfrm>
          <a:prstGeom prst="rect">
            <a:avLst/>
          </a:prstGeom>
        </p:spPr>
      </p:pic>
      <p:pic>
        <p:nvPicPr>
          <p:cNvPr id="7" name="object 7"/>
          <p:cNvPicPr/>
          <p:nvPr/>
        </p:nvPicPr>
        <p:blipFill>
          <a:blip r:embed="rId4" cstate="print"/>
          <a:stretch>
            <a:fillRect/>
          </a:stretch>
        </p:blipFill>
        <p:spPr>
          <a:xfrm>
            <a:off x="300139" y="2283079"/>
            <a:ext cx="71526" cy="71526"/>
          </a:xfrm>
          <a:prstGeom prst="rect">
            <a:avLst/>
          </a:prstGeom>
        </p:spPr>
      </p:pic>
      <p:grpSp>
        <p:nvGrpSpPr>
          <p:cNvPr id="8" name="object 8"/>
          <p:cNvGrpSpPr/>
          <p:nvPr/>
        </p:nvGrpSpPr>
        <p:grpSpPr>
          <a:xfrm>
            <a:off x="0" y="3346348"/>
            <a:ext cx="4608195" cy="109855"/>
            <a:chOff x="0" y="3346348"/>
            <a:chExt cx="4608195" cy="109855"/>
          </a:xfrm>
        </p:grpSpPr>
        <p:sp>
          <p:nvSpPr>
            <p:cNvPr id="9" name="object 9"/>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0" name="object 10"/>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1" name="object 11"/>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2" name="object 12"/>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3" name="object 13"/>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5" action="ppaction://hlinksldjump"/>
              </a:rPr>
              <a:t>AI</a:t>
            </a:r>
            <a:endParaRPr sz="600">
              <a:latin typeface="Arial MT"/>
              <a:cs typeface="Arial MT"/>
            </a:endParaRPr>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5" name="object 15"/>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20</a:t>
            </a:fld>
            <a:r>
              <a:rPr spc="25" dirty="0"/>
              <a:t> </a:t>
            </a:r>
            <a:r>
              <a:rPr spc="150" dirty="0"/>
              <a:t>/</a:t>
            </a:r>
            <a:r>
              <a:rPr spc="25" dirty="0"/>
              <a:t> </a:t>
            </a:r>
            <a:r>
              <a:rPr spc="-25" dirty="0"/>
              <a:t>38</a:t>
            </a: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4659C-2980-BC6F-A304-9A49DFAE32F1}"/>
              </a:ext>
            </a:extLst>
          </p:cNvPr>
          <p:cNvSpPr>
            <a:spLocks noGrp="1"/>
          </p:cNvSpPr>
          <p:nvPr>
            <p:ph type="title"/>
          </p:nvPr>
        </p:nvSpPr>
        <p:spPr>
          <a:xfrm>
            <a:off x="95300" y="60904"/>
            <a:ext cx="3468370" cy="261610"/>
          </a:xfrm>
        </p:spPr>
        <p:txBody>
          <a:bodyPr wrap="square" lIns="0" tIns="0" rIns="0" bIns="0" anchor="t">
            <a:spAutoFit/>
          </a:bodyPr>
          <a:lstStyle/>
          <a:p>
            <a:r>
              <a:rPr lang="en-US" dirty="0">
                <a:ea typeface="Tahoma"/>
              </a:rPr>
              <a:t>Examples</a:t>
            </a:r>
            <a:endParaRPr lang="en-US" dirty="0"/>
          </a:p>
        </p:txBody>
      </p:sp>
      <p:pic>
        <p:nvPicPr>
          <p:cNvPr id="6" name="Picture 5" descr="A white and black text on a white background&#10;&#10;AI-generated content may be incorrect.">
            <a:extLst>
              <a:ext uri="{FF2B5EF4-FFF2-40B4-BE49-F238E27FC236}">
                <a16:creationId xmlns:a16="http://schemas.microsoft.com/office/drawing/2014/main" id="{51FFC23C-15E8-60F0-7592-B20FAD3B5B5E}"/>
              </a:ext>
            </a:extLst>
          </p:cNvPr>
          <p:cNvPicPr>
            <a:picLocks noChangeAspect="1"/>
          </p:cNvPicPr>
          <p:nvPr/>
        </p:nvPicPr>
        <p:blipFill>
          <a:blip r:embed="rId2"/>
          <a:stretch>
            <a:fillRect/>
          </a:stretch>
        </p:blipFill>
        <p:spPr>
          <a:xfrm>
            <a:off x="0" y="641940"/>
            <a:ext cx="4602255" cy="2173694"/>
          </a:xfrm>
          <a:prstGeom prst="rect">
            <a:avLst/>
          </a:prstGeom>
        </p:spPr>
      </p:pic>
    </p:spTree>
    <p:extLst>
      <p:ext uri="{BB962C8B-B14F-4D97-AF65-F5344CB8AC3E}">
        <p14:creationId xmlns:p14="http://schemas.microsoft.com/office/powerpoint/2010/main" val="2242899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BCDD3-3707-AF98-CFC1-6C8F856D58F9}"/>
              </a:ext>
            </a:extLst>
          </p:cNvPr>
          <p:cNvSpPr>
            <a:spLocks noGrp="1"/>
          </p:cNvSpPr>
          <p:nvPr>
            <p:ph type="title"/>
          </p:nvPr>
        </p:nvSpPr>
        <p:spPr>
          <a:xfrm>
            <a:off x="95300" y="60904"/>
            <a:ext cx="3468370" cy="261610"/>
          </a:xfrm>
        </p:spPr>
        <p:txBody>
          <a:bodyPr wrap="square" lIns="0" tIns="0" rIns="0" bIns="0" anchor="t">
            <a:spAutoFit/>
          </a:bodyPr>
          <a:lstStyle/>
          <a:p>
            <a:r>
              <a:rPr lang="en-US" dirty="0">
                <a:ea typeface="Tahoma"/>
              </a:rPr>
              <a:t>Examples</a:t>
            </a:r>
            <a:endParaRPr lang="en-US" dirty="0"/>
          </a:p>
        </p:txBody>
      </p:sp>
      <p:pic>
        <p:nvPicPr>
          <p:cNvPr id="4" name="Picture 3" descr="A white rectangular box with black text&#10;&#10;AI-generated content may be incorrect.">
            <a:extLst>
              <a:ext uri="{FF2B5EF4-FFF2-40B4-BE49-F238E27FC236}">
                <a16:creationId xmlns:a16="http://schemas.microsoft.com/office/drawing/2014/main" id="{AC0E70FA-9EB0-1D82-5B60-1F9834584567}"/>
              </a:ext>
            </a:extLst>
          </p:cNvPr>
          <p:cNvPicPr>
            <a:picLocks noChangeAspect="1"/>
          </p:cNvPicPr>
          <p:nvPr/>
        </p:nvPicPr>
        <p:blipFill>
          <a:blip r:embed="rId2"/>
          <a:stretch>
            <a:fillRect/>
          </a:stretch>
        </p:blipFill>
        <p:spPr>
          <a:xfrm>
            <a:off x="0" y="632677"/>
            <a:ext cx="4602255" cy="2192220"/>
          </a:xfrm>
          <a:prstGeom prst="rect">
            <a:avLst/>
          </a:prstGeom>
        </p:spPr>
      </p:pic>
    </p:spTree>
    <p:extLst>
      <p:ext uri="{BB962C8B-B14F-4D97-AF65-F5344CB8AC3E}">
        <p14:creationId xmlns:p14="http://schemas.microsoft.com/office/powerpoint/2010/main" val="22936821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1957705" cy="288290"/>
          </a:xfrm>
          <a:prstGeom prst="rect">
            <a:avLst/>
          </a:prstGeom>
        </p:spPr>
        <p:txBody>
          <a:bodyPr vert="horz" wrap="square" lIns="0" tIns="15240" rIns="0" bIns="0" rtlCol="0">
            <a:spAutoFit/>
          </a:bodyPr>
          <a:lstStyle/>
          <a:p>
            <a:pPr marL="12700">
              <a:lnSpc>
                <a:spcPct val="100000"/>
              </a:lnSpc>
              <a:spcBef>
                <a:spcPts val="120"/>
              </a:spcBef>
            </a:pPr>
            <a:r>
              <a:rPr sz="1700" spc="-75" dirty="0">
                <a:solidFill>
                  <a:srgbClr val="CC0000"/>
                </a:solidFill>
                <a:latin typeface="Tahoma"/>
                <a:cs typeface="Tahoma"/>
              </a:rPr>
              <a:t>Task</a:t>
            </a:r>
            <a:r>
              <a:rPr sz="1700" spc="-40" dirty="0">
                <a:solidFill>
                  <a:srgbClr val="CC0000"/>
                </a:solidFill>
                <a:latin typeface="Tahoma"/>
                <a:cs typeface="Tahoma"/>
              </a:rPr>
              <a:t> </a:t>
            </a:r>
            <a:r>
              <a:rPr sz="1700" spc="-114" dirty="0">
                <a:solidFill>
                  <a:srgbClr val="CC0000"/>
                </a:solidFill>
                <a:latin typeface="Tahoma"/>
                <a:cs typeface="Tahoma"/>
              </a:rPr>
              <a:t>and</a:t>
            </a:r>
            <a:r>
              <a:rPr sz="1700" spc="-20" dirty="0">
                <a:solidFill>
                  <a:srgbClr val="CC0000"/>
                </a:solidFill>
                <a:latin typeface="Tahoma"/>
                <a:cs typeface="Tahoma"/>
              </a:rPr>
              <a:t> </a:t>
            </a:r>
            <a:r>
              <a:rPr sz="1700" spc="-85" dirty="0">
                <a:solidFill>
                  <a:srgbClr val="CC0000"/>
                </a:solidFill>
                <a:latin typeface="Tahoma"/>
                <a:cs typeface="Tahoma"/>
              </a:rPr>
              <a:t>Environment</a:t>
            </a:r>
            <a:endParaRPr sz="1700">
              <a:latin typeface="Tahoma"/>
              <a:cs typeface="Tahoma"/>
            </a:endParaRPr>
          </a:p>
        </p:txBody>
      </p:sp>
      <p:pic>
        <p:nvPicPr>
          <p:cNvPr id="3" name="object 3"/>
          <p:cNvPicPr/>
          <p:nvPr/>
        </p:nvPicPr>
        <p:blipFill>
          <a:blip r:embed="rId2" cstate="print"/>
          <a:stretch>
            <a:fillRect/>
          </a:stretch>
        </p:blipFill>
        <p:spPr>
          <a:xfrm>
            <a:off x="148666" y="501949"/>
            <a:ext cx="4320145" cy="2700038"/>
          </a:xfrm>
          <a:prstGeom prst="rect">
            <a:avLst/>
          </a:prstGeom>
        </p:spPr>
      </p:pic>
      <p:grpSp>
        <p:nvGrpSpPr>
          <p:cNvPr id="4" name="object 4"/>
          <p:cNvGrpSpPr/>
          <p:nvPr/>
        </p:nvGrpSpPr>
        <p:grpSpPr>
          <a:xfrm>
            <a:off x="0" y="3346348"/>
            <a:ext cx="4608195" cy="109855"/>
            <a:chOff x="0" y="3346348"/>
            <a:chExt cx="4608195" cy="109855"/>
          </a:xfrm>
        </p:grpSpPr>
        <p:sp>
          <p:nvSpPr>
            <p:cNvPr id="5" name="object 5"/>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6" name="object 6"/>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7" name="object 7"/>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9" name="object 9"/>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23</a:t>
            </a:fld>
            <a:r>
              <a:rPr spc="25" dirty="0"/>
              <a:t> </a:t>
            </a:r>
            <a:r>
              <a:rPr spc="150" dirty="0"/>
              <a:t>/</a:t>
            </a:r>
            <a:r>
              <a:rPr spc="25" dirty="0"/>
              <a:t> </a:t>
            </a:r>
            <a:r>
              <a:rPr spc="-25" dirty="0"/>
              <a:t>38</a:t>
            </a:r>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85" dirty="0"/>
              <a:t>kinds</a:t>
            </a:r>
            <a:r>
              <a:rPr spc="-50" dirty="0"/>
              <a:t> </a:t>
            </a:r>
            <a:r>
              <a:rPr spc="-30" dirty="0"/>
              <a:t>of</a:t>
            </a:r>
            <a:r>
              <a:rPr spc="-65" dirty="0"/>
              <a:t> </a:t>
            </a:r>
            <a:r>
              <a:rPr spc="-70" dirty="0"/>
              <a:t>Agent</a:t>
            </a:r>
            <a:r>
              <a:rPr spc="-60" dirty="0"/>
              <a:t> </a:t>
            </a:r>
            <a:r>
              <a:rPr spc="-75" dirty="0"/>
              <a:t>Programs</a:t>
            </a:r>
          </a:p>
        </p:txBody>
      </p:sp>
      <p:pic>
        <p:nvPicPr>
          <p:cNvPr id="4" name="object 4"/>
          <p:cNvPicPr/>
          <p:nvPr/>
        </p:nvPicPr>
        <p:blipFill>
          <a:blip r:embed="rId2" cstate="print"/>
          <a:stretch>
            <a:fillRect/>
          </a:stretch>
        </p:blipFill>
        <p:spPr>
          <a:xfrm>
            <a:off x="300139" y="1560626"/>
            <a:ext cx="71526" cy="71526"/>
          </a:xfrm>
          <a:prstGeom prst="rect">
            <a:avLst/>
          </a:prstGeom>
        </p:spPr>
      </p:pic>
      <p:pic>
        <p:nvPicPr>
          <p:cNvPr id="5" name="object 5"/>
          <p:cNvPicPr/>
          <p:nvPr/>
        </p:nvPicPr>
        <p:blipFill>
          <a:blip r:embed="rId3" cstate="print"/>
          <a:stretch>
            <a:fillRect/>
          </a:stretch>
        </p:blipFill>
        <p:spPr>
          <a:xfrm>
            <a:off x="300139" y="1782038"/>
            <a:ext cx="71526" cy="71526"/>
          </a:xfrm>
          <a:prstGeom prst="rect">
            <a:avLst/>
          </a:prstGeom>
        </p:spPr>
      </p:pic>
      <p:pic>
        <p:nvPicPr>
          <p:cNvPr id="6" name="object 6"/>
          <p:cNvPicPr/>
          <p:nvPr/>
        </p:nvPicPr>
        <p:blipFill>
          <a:blip r:embed="rId4" cstate="print"/>
          <a:stretch>
            <a:fillRect/>
          </a:stretch>
        </p:blipFill>
        <p:spPr>
          <a:xfrm>
            <a:off x="300139" y="2003463"/>
            <a:ext cx="71526" cy="71526"/>
          </a:xfrm>
          <a:prstGeom prst="rect">
            <a:avLst/>
          </a:prstGeom>
        </p:spPr>
      </p:pic>
      <p:pic>
        <p:nvPicPr>
          <p:cNvPr id="7" name="object 7"/>
          <p:cNvPicPr/>
          <p:nvPr/>
        </p:nvPicPr>
        <p:blipFill>
          <a:blip r:embed="rId5" cstate="print"/>
          <a:stretch>
            <a:fillRect/>
          </a:stretch>
        </p:blipFill>
        <p:spPr>
          <a:xfrm>
            <a:off x="300139" y="2224875"/>
            <a:ext cx="71526" cy="71526"/>
          </a:xfrm>
          <a:prstGeom prst="rect">
            <a:avLst/>
          </a:prstGeom>
        </p:spPr>
      </p:pic>
      <p:sp>
        <p:nvSpPr>
          <p:cNvPr id="8" name="object 8"/>
          <p:cNvSpPr txBox="1"/>
          <p:nvPr/>
        </p:nvSpPr>
        <p:spPr>
          <a:xfrm>
            <a:off x="135966" y="1065260"/>
            <a:ext cx="3910965" cy="1276985"/>
          </a:xfrm>
          <a:prstGeom prst="rect">
            <a:avLst/>
          </a:prstGeom>
        </p:spPr>
        <p:txBody>
          <a:bodyPr vert="horz" wrap="square" lIns="0" tIns="12065" rIns="0" bIns="0" rtlCol="0" anchor="t">
            <a:spAutoFit/>
          </a:bodyPr>
          <a:lstStyle/>
          <a:p>
            <a:pPr marL="12700" marR="5080">
              <a:lnSpc>
                <a:spcPct val="100000"/>
              </a:lnSpc>
              <a:spcBef>
                <a:spcPts val="95"/>
              </a:spcBef>
            </a:pPr>
            <a:r>
              <a:rPr sz="1200" b="1" spc="-30" dirty="0">
                <a:solidFill>
                  <a:srgbClr val="FF0000"/>
                </a:solidFill>
                <a:latin typeface="Tahoma"/>
                <a:cs typeface="Tahoma"/>
              </a:rPr>
              <a:t>Four</a:t>
            </a:r>
            <a:r>
              <a:rPr sz="1200" b="1" spc="-60" dirty="0">
                <a:solidFill>
                  <a:srgbClr val="FF0000"/>
                </a:solidFill>
                <a:latin typeface="Tahoma"/>
                <a:cs typeface="Tahoma"/>
              </a:rPr>
              <a:t> </a:t>
            </a:r>
            <a:r>
              <a:rPr sz="1200" b="1" spc="-40" dirty="0">
                <a:solidFill>
                  <a:srgbClr val="FF0000"/>
                </a:solidFill>
                <a:latin typeface="Tahoma"/>
                <a:cs typeface="Tahoma"/>
              </a:rPr>
              <a:t>basic</a:t>
            </a:r>
            <a:r>
              <a:rPr sz="1200" b="1" spc="-30" dirty="0">
                <a:solidFill>
                  <a:srgbClr val="FF0000"/>
                </a:solidFill>
                <a:latin typeface="Tahoma"/>
                <a:cs typeface="Tahoma"/>
              </a:rPr>
              <a:t> </a:t>
            </a:r>
            <a:r>
              <a:rPr sz="1200" b="1" spc="-50" dirty="0">
                <a:solidFill>
                  <a:srgbClr val="FF0000"/>
                </a:solidFill>
                <a:latin typeface="Tahoma"/>
                <a:cs typeface="Tahoma"/>
              </a:rPr>
              <a:t>kinds</a:t>
            </a:r>
            <a:r>
              <a:rPr sz="1200" b="1" spc="-35" dirty="0">
                <a:solidFill>
                  <a:srgbClr val="FF0000"/>
                </a:solidFill>
                <a:latin typeface="Tahoma"/>
                <a:cs typeface="Tahoma"/>
              </a:rPr>
              <a:t> </a:t>
            </a:r>
            <a:r>
              <a:rPr sz="1200" b="1" dirty="0">
                <a:solidFill>
                  <a:srgbClr val="FF0000"/>
                </a:solidFill>
                <a:latin typeface="Tahoma"/>
                <a:cs typeface="Tahoma"/>
              </a:rPr>
              <a:t>of</a:t>
            </a:r>
            <a:r>
              <a:rPr sz="1200" b="1" spc="-30" dirty="0">
                <a:solidFill>
                  <a:srgbClr val="FF0000"/>
                </a:solidFill>
                <a:latin typeface="Tahoma"/>
                <a:cs typeface="Tahoma"/>
              </a:rPr>
              <a:t> </a:t>
            </a:r>
            <a:r>
              <a:rPr sz="1200" b="1" spc="-60" dirty="0">
                <a:solidFill>
                  <a:srgbClr val="FF0000"/>
                </a:solidFill>
                <a:latin typeface="Tahoma"/>
                <a:cs typeface="Tahoma"/>
              </a:rPr>
              <a:t>agent</a:t>
            </a:r>
            <a:r>
              <a:rPr sz="1200" b="1" spc="-30" dirty="0">
                <a:solidFill>
                  <a:srgbClr val="FF0000"/>
                </a:solidFill>
                <a:latin typeface="Tahoma"/>
                <a:cs typeface="Tahoma"/>
              </a:rPr>
              <a:t> </a:t>
            </a:r>
            <a:r>
              <a:rPr sz="1200" b="1" spc="-80" dirty="0">
                <a:solidFill>
                  <a:srgbClr val="FF0000"/>
                </a:solidFill>
                <a:latin typeface="Tahoma"/>
                <a:cs typeface="Tahoma"/>
              </a:rPr>
              <a:t>programs</a:t>
            </a:r>
            <a:r>
              <a:rPr sz="1200" spc="-15" dirty="0">
                <a:latin typeface="Tahoma"/>
                <a:cs typeface="Tahoma"/>
              </a:rPr>
              <a:t> </a:t>
            </a:r>
            <a:r>
              <a:rPr sz="1200" dirty="0">
                <a:latin typeface="Tahoma"/>
                <a:cs typeface="Tahoma"/>
              </a:rPr>
              <a:t>that</a:t>
            </a:r>
            <a:r>
              <a:rPr sz="1200" spc="-35" dirty="0">
                <a:latin typeface="Tahoma"/>
                <a:cs typeface="Tahoma"/>
              </a:rPr>
              <a:t> </a:t>
            </a:r>
            <a:r>
              <a:rPr sz="1200" spc="-70" dirty="0">
                <a:latin typeface="Tahoma"/>
                <a:cs typeface="Tahoma"/>
              </a:rPr>
              <a:t>embody</a:t>
            </a:r>
            <a:r>
              <a:rPr sz="1200" spc="-20" dirty="0">
                <a:latin typeface="Tahoma"/>
                <a:cs typeface="Tahoma"/>
              </a:rPr>
              <a:t> </a:t>
            </a:r>
            <a:r>
              <a:rPr sz="1200" spc="-40" dirty="0">
                <a:latin typeface="Tahoma"/>
                <a:cs typeface="Tahoma"/>
              </a:rPr>
              <a:t>the</a:t>
            </a:r>
            <a:r>
              <a:rPr sz="1200" spc="-35" dirty="0">
                <a:latin typeface="Tahoma"/>
                <a:cs typeface="Tahoma"/>
              </a:rPr>
              <a:t> </a:t>
            </a:r>
            <a:r>
              <a:rPr sz="1200" spc="-45" dirty="0">
                <a:latin typeface="Tahoma"/>
                <a:cs typeface="Tahoma"/>
              </a:rPr>
              <a:t>principles </a:t>
            </a:r>
            <a:r>
              <a:rPr sz="1200" spc="-60" dirty="0">
                <a:latin typeface="Tahoma"/>
                <a:cs typeface="Tahoma"/>
              </a:rPr>
              <a:t>underlying</a:t>
            </a:r>
            <a:r>
              <a:rPr sz="1200" spc="-20" dirty="0">
                <a:latin typeface="Tahoma"/>
                <a:cs typeface="Tahoma"/>
              </a:rPr>
              <a:t> </a:t>
            </a:r>
            <a:r>
              <a:rPr sz="1200" spc="-50" dirty="0">
                <a:latin typeface="Tahoma"/>
                <a:cs typeface="Tahoma"/>
              </a:rPr>
              <a:t>almost</a:t>
            </a:r>
            <a:r>
              <a:rPr sz="1200" spc="-15" dirty="0">
                <a:latin typeface="Tahoma"/>
                <a:cs typeface="Tahoma"/>
              </a:rPr>
              <a:t> </a:t>
            </a:r>
            <a:r>
              <a:rPr sz="1200" dirty="0">
                <a:latin typeface="Tahoma"/>
                <a:cs typeface="Tahoma"/>
              </a:rPr>
              <a:t>all</a:t>
            </a:r>
            <a:r>
              <a:rPr sz="1200" spc="-15" dirty="0">
                <a:latin typeface="Tahoma"/>
                <a:cs typeface="Tahoma"/>
              </a:rPr>
              <a:t> </a:t>
            </a:r>
            <a:r>
              <a:rPr sz="1200" spc="-40" dirty="0">
                <a:latin typeface="Tahoma"/>
                <a:cs typeface="Tahoma"/>
              </a:rPr>
              <a:t>intelligent</a:t>
            </a:r>
            <a:r>
              <a:rPr sz="1200" spc="-20" dirty="0">
                <a:latin typeface="Tahoma"/>
                <a:cs typeface="Tahoma"/>
              </a:rPr>
              <a:t> </a:t>
            </a:r>
            <a:r>
              <a:rPr sz="1200" spc="-10" dirty="0">
                <a:latin typeface="Tahoma"/>
                <a:cs typeface="Tahoma"/>
              </a:rPr>
              <a:t>systems:</a:t>
            </a:r>
            <a:endParaRPr sz="1200">
              <a:latin typeface="Tahoma"/>
              <a:cs typeface="Tahoma"/>
            </a:endParaRPr>
          </a:p>
          <a:p>
            <a:pPr marL="309880" marR="1941830">
              <a:lnSpc>
                <a:spcPct val="121100"/>
              </a:lnSpc>
              <a:spcBef>
                <a:spcPts val="5"/>
              </a:spcBef>
            </a:pPr>
            <a:r>
              <a:rPr sz="1200" spc="-35" dirty="0">
                <a:latin typeface="Tahoma"/>
                <a:cs typeface="Tahoma"/>
              </a:rPr>
              <a:t>Simple</a:t>
            </a:r>
            <a:r>
              <a:rPr sz="1200" spc="-20" dirty="0">
                <a:latin typeface="Tahoma"/>
                <a:cs typeface="Tahoma"/>
              </a:rPr>
              <a:t> </a:t>
            </a:r>
            <a:r>
              <a:rPr sz="1200" spc="-65" dirty="0">
                <a:latin typeface="Tahoma"/>
                <a:cs typeface="Tahoma"/>
              </a:rPr>
              <a:t>reflex</a:t>
            </a:r>
            <a:r>
              <a:rPr sz="1200" spc="-20" dirty="0">
                <a:latin typeface="Tahoma"/>
                <a:cs typeface="Tahoma"/>
              </a:rPr>
              <a:t> </a:t>
            </a:r>
            <a:r>
              <a:rPr sz="1200" spc="-10" dirty="0">
                <a:latin typeface="Tahoma"/>
                <a:cs typeface="Tahoma"/>
              </a:rPr>
              <a:t>agents; </a:t>
            </a:r>
            <a:endParaRPr lang="en-US" sz="1200">
              <a:latin typeface="Tahoma"/>
              <a:cs typeface="Tahoma"/>
            </a:endParaRPr>
          </a:p>
          <a:p>
            <a:pPr marL="309880" marR="1941830">
              <a:lnSpc>
                <a:spcPct val="121100"/>
              </a:lnSpc>
              <a:spcBef>
                <a:spcPts val="5"/>
              </a:spcBef>
            </a:pPr>
            <a:r>
              <a:rPr sz="1200" spc="-45" dirty="0">
                <a:latin typeface="Tahoma"/>
                <a:cs typeface="Tahoma"/>
              </a:rPr>
              <a:t>Model-</a:t>
            </a:r>
            <a:r>
              <a:rPr sz="1200" spc="-80" dirty="0">
                <a:latin typeface="Tahoma"/>
                <a:cs typeface="Tahoma"/>
              </a:rPr>
              <a:t>based</a:t>
            </a:r>
            <a:r>
              <a:rPr sz="1200" spc="40" dirty="0">
                <a:latin typeface="Tahoma"/>
                <a:cs typeface="Tahoma"/>
              </a:rPr>
              <a:t> </a:t>
            </a:r>
            <a:r>
              <a:rPr sz="1200" spc="-65" dirty="0">
                <a:latin typeface="Tahoma"/>
                <a:cs typeface="Tahoma"/>
              </a:rPr>
              <a:t>reflex</a:t>
            </a:r>
            <a:r>
              <a:rPr sz="1200" spc="40" dirty="0">
                <a:latin typeface="Tahoma"/>
                <a:cs typeface="Tahoma"/>
              </a:rPr>
              <a:t> </a:t>
            </a:r>
            <a:r>
              <a:rPr sz="1200" spc="-75" dirty="0">
                <a:latin typeface="Tahoma"/>
                <a:cs typeface="Tahoma"/>
              </a:rPr>
              <a:t>agents; </a:t>
            </a:r>
            <a:endParaRPr lang="en-US" sz="1200">
              <a:latin typeface="Tahoma"/>
              <a:cs typeface="Tahoma"/>
            </a:endParaRPr>
          </a:p>
          <a:p>
            <a:pPr marL="309880" marR="1941830">
              <a:lnSpc>
                <a:spcPct val="121100"/>
              </a:lnSpc>
              <a:spcBef>
                <a:spcPts val="5"/>
              </a:spcBef>
            </a:pPr>
            <a:r>
              <a:rPr sz="1200" spc="-70" dirty="0">
                <a:latin typeface="Tahoma"/>
                <a:cs typeface="Tahoma"/>
              </a:rPr>
              <a:t>Goal-</a:t>
            </a:r>
            <a:r>
              <a:rPr sz="1200" spc="-65" dirty="0">
                <a:latin typeface="Tahoma"/>
                <a:cs typeface="Tahoma"/>
              </a:rPr>
              <a:t>based</a:t>
            </a:r>
            <a:r>
              <a:rPr sz="1200" spc="35" dirty="0">
                <a:latin typeface="Tahoma"/>
                <a:cs typeface="Tahoma"/>
              </a:rPr>
              <a:t> </a:t>
            </a:r>
            <a:r>
              <a:rPr sz="1200" spc="-10" dirty="0">
                <a:latin typeface="Tahoma"/>
                <a:cs typeface="Tahoma"/>
              </a:rPr>
              <a:t>agents;</a:t>
            </a:r>
            <a:endParaRPr sz="1200">
              <a:latin typeface="Tahoma"/>
              <a:cs typeface="Tahoma"/>
            </a:endParaRPr>
          </a:p>
          <a:p>
            <a:pPr marL="309880">
              <a:lnSpc>
                <a:spcPct val="100000"/>
              </a:lnSpc>
              <a:spcBef>
                <a:spcPts val="300"/>
              </a:spcBef>
            </a:pPr>
            <a:r>
              <a:rPr sz="1200" spc="-25" dirty="0">
                <a:latin typeface="Tahoma"/>
                <a:cs typeface="Tahoma"/>
              </a:rPr>
              <a:t>Utility-</a:t>
            </a:r>
            <a:r>
              <a:rPr sz="1200" spc="-80" dirty="0">
                <a:latin typeface="Tahoma"/>
                <a:cs typeface="Tahoma"/>
              </a:rPr>
              <a:t>based</a:t>
            </a:r>
            <a:r>
              <a:rPr sz="1200" spc="85" dirty="0">
                <a:latin typeface="Tahoma"/>
                <a:cs typeface="Tahoma"/>
              </a:rPr>
              <a:t> </a:t>
            </a:r>
            <a:r>
              <a:rPr sz="1200" spc="-10" dirty="0">
                <a:latin typeface="Tahoma"/>
                <a:cs typeface="Tahoma"/>
              </a:rPr>
              <a:t>agents.</a:t>
            </a:r>
            <a:endParaRPr sz="1200">
              <a:latin typeface="Tahoma"/>
              <a:cs typeface="Tahoma"/>
            </a:endParaRPr>
          </a:p>
        </p:txBody>
      </p:sp>
      <p:grpSp>
        <p:nvGrpSpPr>
          <p:cNvPr id="9" name="object 9"/>
          <p:cNvGrpSpPr/>
          <p:nvPr/>
        </p:nvGrpSpPr>
        <p:grpSpPr>
          <a:xfrm>
            <a:off x="0" y="3346348"/>
            <a:ext cx="4608195" cy="109855"/>
            <a:chOff x="0" y="3346348"/>
            <a:chExt cx="4608195" cy="109855"/>
          </a:xfrm>
        </p:grpSpPr>
        <p:sp>
          <p:nvSpPr>
            <p:cNvPr id="10" name="object 10"/>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11" name="object 11"/>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2" name="object 12"/>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4" name="object 14"/>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6" action="ppaction://hlinksldjump"/>
              </a:rPr>
              <a:t>AI</a:t>
            </a:r>
            <a:endParaRPr sz="600">
              <a:latin typeface="Arial MT"/>
              <a:cs typeface="Arial MT"/>
            </a:endParaRPr>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24</a:t>
            </a:fld>
            <a:r>
              <a:rPr spc="25" dirty="0"/>
              <a:t> </a:t>
            </a:r>
            <a:r>
              <a:rPr spc="150" dirty="0"/>
              <a:t>/</a:t>
            </a:r>
            <a:r>
              <a:rPr spc="25" dirty="0"/>
              <a:t> </a:t>
            </a:r>
            <a:r>
              <a:rPr spc="-25" dirty="0"/>
              <a:t>38</a:t>
            </a: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1743710" cy="288290"/>
          </a:xfrm>
          <a:prstGeom prst="rect">
            <a:avLst/>
          </a:prstGeom>
        </p:spPr>
        <p:txBody>
          <a:bodyPr vert="horz" wrap="square" lIns="0" tIns="15240" rIns="0" bIns="0" rtlCol="0">
            <a:spAutoFit/>
          </a:bodyPr>
          <a:lstStyle/>
          <a:p>
            <a:pPr marL="12700">
              <a:lnSpc>
                <a:spcPct val="100000"/>
              </a:lnSpc>
              <a:spcBef>
                <a:spcPts val="120"/>
              </a:spcBef>
            </a:pPr>
            <a:r>
              <a:rPr sz="1700" spc="-75" dirty="0">
                <a:solidFill>
                  <a:srgbClr val="CC0000"/>
                </a:solidFill>
                <a:latin typeface="Tahoma"/>
                <a:cs typeface="Tahoma"/>
              </a:rPr>
              <a:t>Simple</a:t>
            </a:r>
            <a:r>
              <a:rPr sz="1700" spc="-35" dirty="0">
                <a:solidFill>
                  <a:srgbClr val="CC0000"/>
                </a:solidFill>
                <a:latin typeface="Tahoma"/>
                <a:cs typeface="Tahoma"/>
              </a:rPr>
              <a:t> </a:t>
            </a:r>
            <a:r>
              <a:rPr sz="1700" spc="-95" dirty="0">
                <a:solidFill>
                  <a:srgbClr val="CC0000"/>
                </a:solidFill>
                <a:latin typeface="Tahoma"/>
                <a:cs typeface="Tahoma"/>
              </a:rPr>
              <a:t>reflex</a:t>
            </a:r>
            <a:r>
              <a:rPr sz="1700" spc="-30" dirty="0">
                <a:solidFill>
                  <a:srgbClr val="CC0000"/>
                </a:solidFill>
                <a:latin typeface="Tahoma"/>
                <a:cs typeface="Tahoma"/>
              </a:rPr>
              <a:t> </a:t>
            </a:r>
            <a:r>
              <a:rPr sz="1700" spc="-105" dirty="0">
                <a:solidFill>
                  <a:srgbClr val="CC0000"/>
                </a:solidFill>
                <a:latin typeface="Tahoma"/>
                <a:cs typeface="Tahoma"/>
              </a:rPr>
              <a:t>agents</a:t>
            </a:r>
            <a:endParaRPr sz="1700">
              <a:latin typeface="Tahoma"/>
              <a:cs typeface="Tahoma"/>
            </a:endParaRPr>
          </a:p>
        </p:txBody>
      </p:sp>
      <p:pic>
        <p:nvPicPr>
          <p:cNvPr id="3" name="object 3"/>
          <p:cNvPicPr/>
          <p:nvPr/>
        </p:nvPicPr>
        <p:blipFill>
          <a:blip r:embed="rId2" cstate="print"/>
          <a:stretch>
            <a:fillRect/>
          </a:stretch>
        </p:blipFill>
        <p:spPr>
          <a:xfrm>
            <a:off x="678330" y="1209988"/>
            <a:ext cx="3594524" cy="1852055"/>
          </a:xfrm>
          <a:prstGeom prst="rect">
            <a:avLst/>
          </a:prstGeom>
        </p:spPr>
      </p:pic>
      <p:grpSp>
        <p:nvGrpSpPr>
          <p:cNvPr id="4" name="object 4"/>
          <p:cNvGrpSpPr/>
          <p:nvPr/>
        </p:nvGrpSpPr>
        <p:grpSpPr>
          <a:xfrm>
            <a:off x="0" y="3346348"/>
            <a:ext cx="4608195" cy="109855"/>
            <a:chOff x="0" y="3346348"/>
            <a:chExt cx="4608195" cy="109855"/>
          </a:xfrm>
        </p:grpSpPr>
        <p:sp>
          <p:nvSpPr>
            <p:cNvPr id="5" name="object 5"/>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6" name="object 6"/>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7" name="object 7"/>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9" name="object 9"/>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25</a:t>
            </a:fld>
            <a:r>
              <a:rPr spc="25" dirty="0"/>
              <a:t> </a:t>
            </a:r>
            <a:r>
              <a:rPr spc="150" dirty="0"/>
              <a:t>/</a:t>
            </a:r>
            <a:r>
              <a:rPr spc="25" dirty="0"/>
              <a:t> </a:t>
            </a:r>
            <a:r>
              <a:rPr spc="-25" dirty="0"/>
              <a:t>38</a:t>
            </a:r>
          </a:p>
        </p:txBody>
      </p:sp>
      <p:sp>
        <p:nvSpPr>
          <p:cNvPr id="14" name="TextBox 13">
            <a:extLst>
              <a:ext uri="{FF2B5EF4-FFF2-40B4-BE49-F238E27FC236}">
                <a16:creationId xmlns:a16="http://schemas.microsoft.com/office/drawing/2014/main" id="{5762469B-3013-6D8F-E307-515D0BF58BFB}"/>
              </a:ext>
            </a:extLst>
          </p:cNvPr>
          <p:cNvSpPr txBox="1"/>
          <p:nvPr/>
        </p:nvSpPr>
        <p:spPr>
          <a:xfrm>
            <a:off x="98941" y="491287"/>
            <a:ext cx="4442298"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100" dirty="0">
                <a:solidFill>
                  <a:srgbClr val="000000"/>
                </a:solidFill>
                <a:latin typeface="Calibri"/>
                <a:cs typeface="Segoe UI"/>
              </a:rPr>
              <a:t>​</a:t>
            </a:r>
          </a:p>
          <a:p>
            <a:pPr algn="l" rtl="0"/>
            <a:r>
              <a:rPr lang="en-US" sz="1100" dirty="0">
                <a:solidFill>
                  <a:srgbClr val="000000"/>
                </a:solidFill>
                <a:latin typeface="Calibri"/>
                <a:cs typeface="Segoe UI"/>
              </a:rPr>
              <a:t>select actions on the basis of the </a:t>
            </a:r>
            <a:r>
              <a:rPr lang="en-US" sz="1100" b="1" i="1" dirty="0">
                <a:solidFill>
                  <a:srgbClr val="FF0000"/>
                </a:solidFill>
                <a:latin typeface="Calibri"/>
                <a:cs typeface="Segoe UI"/>
              </a:rPr>
              <a:t>current percept, </a:t>
            </a:r>
            <a:r>
              <a:rPr lang="en-US" sz="1100" b="1" i="1" dirty="0">
                <a:solidFill>
                  <a:schemeClr val="tx1"/>
                </a:solidFill>
                <a:latin typeface="Calibri"/>
                <a:cs typeface="Segoe UI"/>
              </a:rPr>
              <a:t>i</a:t>
            </a:r>
            <a:r>
              <a:rPr lang="en-US" sz="1100" i="1" dirty="0">
                <a:solidFill>
                  <a:schemeClr val="tx1"/>
                </a:solidFill>
                <a:latin typeface="Calibri"/>
                <a:cs typeface="Segoe UI"/>
              </a:rPr>
              <a:t>gnoring </a:t>
            </a:r>
            <a:r>
              <a:rPr lang="en-US" sz="1100" i="1" dirty="0">
                <a:solidFill>
                  <a:srgbClr val="000000"/>
                </a:solidFill>
                <a:latin typeface="Calibri"/>
                <a:cs typeface="Segoe UI"/>
              </a:rPr>
              <a:t>the rest of the percept history. </a:t>
            </a:r>
            <a:r>
              <a:rPr lang="en-US" sz="1100" b="1" dirty="0">
                <a:solidFill>
                  <a:srgbClr val="C00000"/>
                </a:solidFill>
                <a:highlight>
                  <a:srgbClr val="FFFF00"/>
                </a:highlight>
                <a:latin typeface="Calibri"/>
                <a:cs typeface="Segoe UI"/>
              </a:rPr>
              <a:t>​</a:t>
            </a:r>
            <a:r>
              <a:rPr lang="en-US" sz="1100" b="1" dirty="0">
                <a:solidFill>
                  <a:srgbClr val="C00000"/>
                </a:solidFill>
                <a:highlight>
                  <a:srgbClr val="FFFF00"/>
                </a:highlight>
              </a:rPr>
              <a:t>Automatic door (opens when motion is detected)</a:t>
            </a:r>
            <a:endParaRPr lang="en-US" sz="1100" b="1">
              <a:solidFill>
                <a:srgbClr val="C00000"/>
              </a:solidFill>
              <a:highlight>
                <a:srgbClr val="FFFF00"/>
              </a:highlight>
              <a:latin typeface="Calibri"/>
              <a:ea typeface="Calibri"/>
              <a:cs typeface="Segoe UI"/>
            </a:endParaRPr>
          </a:p>
        </p:txBody>
      </p:sp>
      <p:sp>
        <p:nvSpPr>
          <p:cNvPr id="15" name="TextBox 8">
            <a:extLst>
              <a:ext uri="{FF2B5EF4-FFF2-40B4-BE49-F238E27FC236}">
                <a16:creationId xmlns:a16="http://schemas.microsoft.com/office/drawing/2014/main" id="{2F67C564-E5D1-45C6-B417-1320CAED789D}"/>
              </a:ext>
            </a:extLst>
          </p:cNvPr>
          <p:cNvSpPr txBox="1"/>
          <p:nvPr/>
        </p:nvSpPr>
        <p:spPr>
          <a:xfrm>
            <a:off x="-76569" y="1875845"/>
            <a:ext cx="808986" cy="92333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 b="1" dirty="0"/>
              <a:t>Works only if the Environment is </a:t>
            </a:r>
          </a:p>
          <a:p>
            <a:pPr algn="ctr"/>
            <a:r>
              <a:rPr lang="en-US" sz="900" b="1" dirty="0"/>
              <a:t>Fully Observable</a:t>
            </a:r>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2658110" cy="288290"/>
          </a:xfrm>
          <a:prstGeom prst="rect">
            <a:avLst/>
          </a:prstGeom>
        </p:spPr>
        <p:txBody>
          <a:bodyPr vert="horz" wrap="square" lIns="0" tIns="15240" rIns="0" bIns="0" rtlCol="0">
            <a:spAutoFit/>
          </a:bodyPr>
          <a:lstStyle/>
          <a:p>
            <a:pPr marL="12700">
              <a:lnSpc>
                <a:spcPct val="100000"/>
              </a:lnSpc>
              <a:spcBef>
                <a:spcPts val="120"/>
              </a:spcBef>
            </a:pPr>
            <a:r>
              <a:rPr sz="1700" spc="-75" dirty="0">
                <a:solidFill>
                  <a:srgbClr val="CC0000"/>
                </a:solidFill>
                <a:latin typeface="Tahoma"/>
                <a:cs typeface="Tahoma"/>
              </a:rPr>
              <a:t>Simple</a:t>
            </a:r>
            <a:r>
              <a:rPr sz="1700" spc="-30" dirty="0">
                <a:solidFill>
                  <a:srgbClr val="CC0000"/>
                </a:solidFill>
                <a:latin typeface="Tahoma"/>
                <a:cs typeface="Tahoma"/>
              </a:rPr>
              <a:t> </a:t>
            </a:r>
            <a:r>
              <a:rPr sz="1700" spc="-95" dirty="0">
                <a:solidFill>
                  <a:srgbClr val="CC0000"/>
                </a:solidFill>
                <a:latin typeface="Tahoma"/>
                <a:cs typeface="Tahoma"/>
              </a:rPr>
              <a:t>reflex</a:t>
            </a:r>
            <a:r>
              <a:rPr sz="1700" spc="-20" dirty="0">
                <a:solidFill>
                  <a:srgbClr val="CC0000"/>
                </a:solidFill>
                <a:latin typeface="Tahoma"/>
                <a:cs typeface="Tahoma"/>
              </a:rPr>
              <a:t> </a:t>
            </a:r>
            <a:r>
              <a:rPr sz="1700" spc="-114" dirty="0">
                <a:solidFill>
                  <a:srgbClr val="CC0000"/>
                </a:solidFill>
                <a:latin typeface="Tahoma"/>
                <a:cs typeface="Tahoma"/>
              </a:rPr>
              <a:t>agents</a:t>
            </a:r>
            <a:r>
              <a:rPr sz="1700" spc="-20" dirty="0">
                <a:solidFill>
                  <a:srgbClr val="CC0000"/>
                </a:solidFill>
                <a:latin typeface="Tahoma"/>
                <a:cs typeface="Tahoma"/>
              </a:rPr>
              <a:t> </a:t>
            </a:r>
            <a:r>
              <a:rPr sz="1700" spc="-55" dirty="0">
                <a:solidFill>
                  <a:srgbClr val="CC0000"/>
                </a:solidFill>
                <a:latin typeface="Tahoma"/>
                <a:cs typeface="Tahoma"/>
              </a:rPr>
              <a:t>Algorithm</a:t>
            </a:r>
            <a:endParaRPr sz="1700">
              <a:latin typeface="Tahoma"/>
              <a:cs typeface="Tahoma"/>
            </a:endParaRPr>
          </a:p>
        </p:txBody>
      </p:sp>
      <p:pic>
        <p:nvPicPr>
          <p:cNvPr id="3" name="object 3"/>
          <p:cNvPicPr/>
          <p:nvPr/>
        </p:nvPicPr>
        <p:blipFill>
          <a:blip r:embed="rId2" cstate="print"/>
          <a:stretch>
            <a:fillRect/>
          </a:stretch>
        </p:blipFill>
        <p:spPr>
          <a:xfrm>
            <a:off x="300139" y="1210056"/>
            <a:ext cx="71526" cy="71526"/>
          </a:xfrm>
          <a:prstGeom prst="rect">
            <a:avLst/>
          </a:prstGeom>
        </p:spPr>
      </p:pic>
      <p:sp>
        <p:nvSpPr>
          <p:cNvPr id="4" name="object 4"/>
          <p:cNvSpPr txBox="1"/>
          <p:nvPr/>
        </p:nvSpPr>
        <p:spPr>
          <a:xfrm>
            <a:off x="433298" y="1119578"/>
            <a:ext cx="1601470" cy="207645"/>
          </a:xfrm>
          <a:prstGeom prst="rect">
            <a:avLst/>
          </a:prstGeom>
        </p:spPr>
        <p:txBody>
          <a:bodyPr vert="horz" wrap="square" lIns="0" tIns="12065" rIns="0" bIns="0" rtlCol="0">
            <a:spAutoFit/>
          </a:bodyPr>
          <a:lstStyle/>
          <a:p>
            <a:pPr marL="12700">
              <a:lnSpc>
                <a:spcPct val="100000"/>
              </a:lnSpc>
              <a:spcBef>
                <a:spcPts val="95"/>
              </a:spcBef>
            </a:pPr>
            <a:r>
              <a:rPr sz="1200" spc="-10" dirty="0">
                <a:latin typeface="Tahoma"/>
                <a:cs typeface="Tahoma"/>
              </a:rPr>
              <a:t>If</a:t>
            </a:r>
            <a:r>
              <a:rPr sz="1200" spc="25" dirty="0">
                <a:latin typeface="Tahoma"/>
                <a:cs typeface="Tahoma"/>
              </a:rPr>
              <a:t> </a:t>
            </a:r>
            <a:r>
              <a:rPr sz="1200" b="1" spc="-70" dirty="0">
                <a:latin typeface="Tahoma"/>
                <a:cs typeface="Tahoma"/>
              </a:rPr>
              <a:t>condition</a:t>
            </a:r>
            <a:r>
              <a:rPr sz="1200" b="1" spc="-15" dirty="0">
                <a:latin typeface="Tahoma"/>
                <a:cs typeface="Tahoma"/>
              </a:rPr>
              <a:t> </a:t>
            </a:r>
            <a:r>
              <a:rPr sz="1200" spc="-55" dirty="0">
                <a:latin typeface="Tahoma"/>
                <a:cs typeface="Tahoma"/>
              </a:rPr>
              <a:t>then</a:t>
            </a:r>
            <a:r>
              <a:rPr sz="1200" spc="-40" dirty="0">
                <a:latin typeface="Tahoma"/>
                <a:cs typeface="Tahoma"/>
              </a:rPr>
              <a:t> </a:t>
            </a:r>
            <a:r>
              <a:rPr sz="1200" b="1" spc="-55" dirty="0">
                <a:latin typeface="Tahoma"/>
                <a:cs typeface="Tahoma"/>
              </a:rPr>
              <a:t>action</a:t>
            </a:r>
            <a:endParaRPr sz="1200">
              <a:latin typeface="Tahoma"/>
              <a:cs typeface="Tahoma"/>
            </a:endParaRPr>
          </a:p>
        </p:txBody>
      </p:sp>
      <p:pic>
        <p:nvPicPr>
          <p:cNvPr id="5" name="object 5"/>
          <p:cNvPicPr/>
          <p:nvPr/>
        </p:nvPicPr>
        <p:blipFill>
          <a:blip r:embed="rId3" cstate="print"/>
          <a:stretch>
            <a:fillRect/>
          </a:stretch>
        </p:blipFill>
        <p:spPr>
          <a:xfrm>
            <a:off x="158826" y="1353794"/>
            <a:ext cx="4692720" cy="1477429"/>
          </a:xfrm>
          <a:prstGeom prst="rect">
            <a:avLst/>
          </a:prstGeom>
        </p:spPr>
      </p:pic>
      <p:grpSp>
        <p:nvGrpSpPr>
          <p:cNvPr id="6" name="object 6"/>
          <p:cNvGrpSpPr/>
          <p:nvPr/>
        </p:nvGrpSpPr>
        <p:grpSpPr>
          <a:xfrm>
            <a:off x="0" y="3346348"/>
            <a:ext cx="4608195" cy="109855"/>
            <a:chOff x="0" y="3346348"/>
            <a:chExt cx="4608195" cy="109855"/>
          </a:xfrm>
        </p:grpSpPr>
        <p:sp>
          <p:nvSpPr>
            <p:cNvPr id="7" name="object 7"/>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8" name="object 8"/>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9" name="object 9"/>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1" name="object 11"/>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4" action="ppaction://hlinksldjump"/>
              </a:rPr>
              <a:t>AI</a:t>
            </a:r>
            <a:endParaRPr sz="600">
              <a:latin typeface="Arial MT"/>
              <a:cs typeface="Arial MT"/>
            </a:endParaRP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26</a:t>
            </a:fld>
            <a:r>
              <a:rPr spc="25" dirty="0"/>
              <a:t> </a:t>
            </a:r>
            <a:r>
              <a:rPr spc="150" dirty="0"/>
              <a:t>/</a:t>
            </a:r>
            <a:r>
              <a:rPr spc="25" dirty="0"/>
              <a:t> </a:t>
            </a:r>
            <a:r>
              <a:rPr spc="-25" dirty="0"/>
              <a:t>38</a:t>
            </a: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2254250" cy="288290"/>
          </a:xfrm>
          <a:prstGeom prst="rect">
            <a:avLst/>
          </a:prstGeom>
        </p:spPr>
        <p:txBody>
          <a:bodyPr vert="horz" wrap="square" lIns="0" tIns="15240" rIns="0" bIns="0" rtlCol="0">
            <a:spAutoFit/>
          </a:bodyPr>
          <a:lstStyle/>
          <a:p>
            <a:pPr marL="12700">
              <a:lnSpc>
                <a:spcPct val="100000"/>
              </a:lnSpc>
              <a:spcBef>
                <a:spcPts val="120"/>
              </a:spcBef>
            </a:pPr>
            <a:r>
              <a:rPr sz="1700" spc="-70" dirty="0">
                <a:solidFill>
                  <a:srgbClr val="CC0000"/>
                </a:solidFill>
                <a:latin typeface="Tahoma"/>
                <a:cs typeface="Tahoma"/>
              </a:rPr>
              <a:t>Model-</a:t>
            </a:r>
            <a:r>
              <a:rPr sz="1700" spc="-125" dirty="0">
                <a:solidFill>
                  <a:srgbClr val="CC0000"/>
                </a:solidFill>
                <a:latin typeface="Tahoma"/>
                <a:cs typeface="Tahoma"/>
              </a:rPr>
              <a:t>based</a:t>
            </a:r>
            <a:r>
              <a:rPr sz="1700" spc="15" dirty="0">
                <a:solidFill>
                  <a:srgbClr val="CC0000"/>
                </a:solidFill>
                <a:latin typeface="Tahoma"/>
                <a:cs typeface="Tahoma"/>
              </a:rPr>
              <a:t> </a:t>
            </a:r>
            <a:r>
              <a:rPr sz="1700" spc="-95" dirty="0">
                <a:solidFill>
                  <a:srgbClr val="CC0000"/>
                </a:solidFill>
                <a:latin typeface="Tahoma"/>
                <a:cs typeface="Tahoma"/>
              </a:rPr>
              <a:t>reflex</a:t>
            </a:r>
            <a:r>
              <a:rPr sz="1700" spc="20" dirty="0">
                <a:solidFill>
                  <a:srgbClr val="CC0000"/>
                </a:solidFill>
                <a:latin typeface="Tahoma"/>
                <a:cs typeface="Tahoma"/>
              </a:rPr>
              <a:t> </a:t>
            </a:r>
            <a:r>
              <a:rPr sz="1700" spc="-105" dirty="0">
                <a:solidFill>
                  <a:srgbClr val="CC0000"/>
                </a:solidFill>
                <a:latin typeface="Tahoma"/>
                <a:cs typeface="Tahoma"/>
              </a:rPr>
              <a:t>agents</a:t>
            </a:r>
            <a:endParaRPr sz="1700">
              <a:latin typeface="Tahoma"/>
              <a:cs typeface="Tahoma"/>
            </a:endParaRPr>
          </a:p>
        </p:txBody>
      </p:sp>
      <p:sp>
        <p:nvSpPr>
          <p:cNvPr id="4" name="object 4"/>
          <p:cNvSpPr txBox="1"/>
          <p:nvPr/>
        </p:nvSpPr>
        <p:spPr>
          <a:xfrm>
            <a:off x="267747" y="577265"/>
            <a:ext cx="4004716" cy="381515"/>
          </a:xfrm>
          <a:prstGeom prst="rect">
            <a:avLst/>
          </a:prstGeom>
        </p:spPr>
        <p:txBody>
          <a:bodyPr vert="horz" wrap="square" lIns="0" tIns="12065" rIns="0" bIns="0" rtlCol="0" anchor="t">
            <a:spAutoFit/>
          </a:bodyPr>
          <a:lstStyle/>
          <a:p>
            <a:pPr marL="12700">
              <a:spcBef>
                <a:spcPts val="95"/>
              </a:spcBef>
            </a:pPr>
            <a:r>
              <a:rPr sz="1200" spc="-40" dirty="0">
                <a:latin typeface="Tahoma"/>
                <a:cs typeface="Tahoma"/>
              </a:rPr>
              <a:t>Agents</a:t>
            </a:r>
            <a:r>
              <a:rPr sz="1200" spc="-55" dirty="0">
                <a:latin typeface="Tahoma"/>
                <a:cs typeface="Tahoma"/>
              </a:rPr>
              <a:t> </a:t>
            </a:r>
            <a:r>
              <a:rPr sz="1200" dirty="0">
                <a:latin typeface="Tahoma"/>
                <a:cs typeface="Tahoma"/>
              </a:rPr>
              <a:t>that</a:t>
            </a:r>
            <a:r>
              <a:rPr sz="1200" spc="-85" dirty="0">
                <a:latin typeface="Tahoma"/>
                <a:cs typeface="Tahoma"/>
              </a:rPr>
              <a:t> </a:t>
            </a:r>
            <a:r>
              <a:rPr sz="1200" spc="-100" dirty="0">
                <a:latin typeface="Tahoma"/>
                <a:cs typeface="Tahoma"/>
              </a:rPr>
              <a:t>keep</a:t>
            </a:r>
            <a:r>
              <a:rPr sz="1200" spc="10" dirty="0">
                <a:latin typeface="Tahoma"/>
                <a:cs typeface="Tahoma"/>
              </a:rPr>
              <a:t> </a:t>
            </a:r>
            <a:r>
              <a:rPr sz="1200" spc="-20" dirty="0">
                <a:latin typeface="Tahoma"/>
                <a:cs typeface="Tahoma"/>
              </a:rPr>
              <a:t>track</a:t>
            </a:r>
            <a:r>
              <a:rPr sz="1200" spc="-50" dirty="0">
                <a:latin typeface="Tahoma"/>
                <a:cs typeface="Tahoma"/>
              </a:rPr>
              <a:t> </a:t>
            </a:r>
            <a:r>
              <a:rPr sz="1200" dirty="0">
                <a:latin typeface="Tahoma"/>
                <a:cs typeface="Tahoma"/>
              </a:rPr>
              <a:t>of</a:t>
            </a:r>
            <a:r>
              <a:rPr sz="1200" spc="-45" dirty="0">
                <a:latin typeface="Tahoma"/>
                <a:cs typeface="Tahoma"/>
              </a:rPr>
              <a:t> </a:t>
            </a:r>
            <a:r>
              <a:rPr sz="1200" spc="-40" dirty="0">
                <a:latin typeface="Tahoma"/>
                <a:cs typeface="Tahoma"/>
              </a:rPr>
              <a:t>the </a:t>
            </a:r>
            <a:r>
              <a:rPr sz="1200" spc="-45" dirty="0">
                <a:latin typeface="Tahoma"/>
                <a:cs typeface="Tahoma"/>
              </a:rPr>
              <a:t>world(state).</a:t>
            </a:r>
            <a:r>
              <a:rPr lang="en-US" sz="1200" spc="-45" dirty="0">
                <a:latin typeface="Tahoma"/>
                <a:cs typeface="Tahoma"/>
              </a:rPr>
              <a:t> </a:t>
            </a:r>
            <a:r>
              <a:rPr lang="en-US" sz="1200" b="1" spc="-45" dirty="0">
                <a:solidFill>
                  <a:srgbClr val="C00000"/>
                </a:solidFill>
                <a:highlight>
                  <a:srgbClr val="FFFF00"/>
                </a:highlight>
              </a:rPr>
              <a:t>Vacuum cleaner that remembers where it has cleaned</a:t>
            </a:r>
            <a:endParaRPr lang="en-US" sz="1200" b="1">
              <a:solidFill>
                <a:srgbClr val="C00000"/>
              </a:solidFill>
              <a:highlight>
                <a:srgbClr val="FFFF00"/>
              </a:highlight>
              <a:latin typeface="Tahoma"/>
              <a:ea typeface="Tahoma"/>
              <a:cs typeface="Tahoma"/>
            </a:endParaRPr>
          </a:p>
        </p:txBody>
      </p:sp>
      <p:pic>
        <p:nvPicPr>
          <p:cNvPr id="5" name="object 5"/>
          <p:cNvPicPr/>
          <p:nvPr/>
        </p:nvPicPr>
        <p:blipFill>
          <a:blip r:embed="rId2" cstate="print"/>
          <a:stretch>
            <a:fillRect/>
          </a:stretch>
        </p:blipFill>
        <p:spPr>
          <a:xfrm>
            <a:off x="162016" y="1164223"/>
            <a:ext cx="4096032" cy="2007370"/>
          </a:xfrm>
          <a:prstGeom prst="rect">
            <a:avLst/>
          </a:prstGeom>
        </p:spPr>
      </p:pic>
      <p:grpSp>
        <p:nvGrpSpPr>
          <p:cNvPr id="6" name="object 6"/>
          <p:cNvGrpSpPr/>
          <p:nvPr/>
        </p:nvGrpSpPr>
        <p:grpSpPr>
          <a:xfrm>
            <a:off x="0" y="3346348"/>
            <a:ext cx="4608195" cy="109855"/>
            <a:chOff x="0" y="3346348"/>
            <a:chExt cx="4608195" cy="109855"/>
          </a:xfrm>
        </p:grpSpPr>
        <p:sp>
          <p:nvSpPr>
            <p:cNvPr id="7" name="object 7"/>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8" name="object 8"/>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9" name="object 9"/>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1" name="object 11"/>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27</a:t>
            </a:fld>
            <a:r>
              <a:rPr spc="25" dirty="0"/>
              <a:t> </a:t>
            </a:r>
            <a:r>
              <a:rPr spc="150" dirty="0"/>
              <a:t>/</a:t>
            </a:r>
            <a:r>
              <a:rPr spc="25" dirty="0"/>
              <a:t> </a:t>
            </a:r>
            <a:r>
              <a:rPr spc="-25" dirty="0"/>
              <a:t>38</a:t>
            </a: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60904"/>
            <a:ext cx="3168650" cy="288290"/>
          </a:xfrm>
          <a:prstGeom prst="rect">
            <a:avLst/>
          </a:prstGeom>
        </p:spPr>
        <p:txBody>
          <a:bodyPr vert="horz" wrap="square" lIns="0" tIns="15240" rIns="0" bIns="0" rtlCol="0">
            <a:spAutoFit/>
          </a:bodyPr>
          <a:lstStyle/>
          <a:p>
            <a:pPr marL="12700">
              <a:lnSpc>
                <a:spcPct val="100000"/>
              </a:lnSpc>
              <a:spcBef>
                <a:spcPts val="120"/>
              </a:spcBef>
            </a:pPr>
            <a:r>
              <a:rPr sz="1700" spc="-70" dirty="0">
                <a:solidFill>
                  <a:srgbClr val="CC0000"/>
                </a:solidFill>
                <a:latin typeface="Tahoma"/>
                <a:cs typeface="Tahoma"/>
              </a:rPr>
              <a:t>Model-</a:t>
            </a:r>
            <a:r>
              <a:rPr sz="1700" spc="-125" dirty="0">
                <a:solidFill>
                  <a:srgbClr val="CC0000"/>
                </a:solidFill>
                <a:latin typeface="Tahoma"/>
                <a:cs typeface="Tahoma"/>
              </a:rPr>
              <a:t>based</a:t>
            </a:r>
            <a:r>
              <a:rPr sz="1700" spc="5" dirty="0">
                <a:solidFill>
                  <a:srgbClr val="CC0000"/>
                </a:solidFill>
                <a:latin typeface="Tahoma"/>
                <a:cs typeface="Tahoma"/>
              </a:rPr>
              <a:t> </a:t>
            </a:r>
            <a:r>
              <a:rPr sz="1700" spc="-95" dirty="0">
                <a:solidFill>
                  <a:srgbClr val="CC0000"/>
                </a:solidFill>
                <a:latin typeface="Tahoma"/>
                <a:cs typeface="Tahoma"/>
              </a:rPr>
              <a:t>reflex</a:t>
            </a:r>
            <a:r>
              <a:rPr sz="1700" spc="15" dirty="0">
                <a:solidFill>
                  <a:srgbClr val="CC0000"/>
                </a:solidFill>
                <a:latin typeface="Tahoma"/>
                <a:cs typeface="Tahoma"/>
              </a:rPr>
              <a:t> </a:t>
            </a:r>
            <a:r>
              <a:rPr sz="1700" spc="-114" dirty="0">
                <a:solidFill>
                  <a:srgbClr val="CC0000"/>
                </a:solidFill>
                <a:latin typeface="Tahoma"/>
                <a:cs typeface="Tahoma"/>
              </a:rPr>
              <a:t>agents</a:t>
            </a:r>
            <a:r>
              <a:rPr sz="1700" spc="10" dirty="0">
                <a:solidFill>
                  <a:srgbClr val="CC0000"/>
                </a:solidFill>
                <a:latin typeface="Tahoma"/>
                <a:cs typeface="Tahoma"/>
              </a:rPr>
              <a:t> </a:t>
            </a:r>
            <a:r>
              <a:rPr sz="1700" spc="-55" dirty="0">
                <a:solidFill>
                  <a:srgbClr val="CC0000"/>
                </a:solidFill>
                <a:latin typeface="Tahoma"/>
                <a:cs typeface="Tahoma"/>
              </a:rPr>
              <a:t>Algorithm</a:t>
            </a:r>
            <a:endParaRPr sz="1700">
              <a:latin typeface="Tahoma"/>
              <a:cs typeface="Tahoma"/>
            </a:endParaRPr>
          </a:p>
        </p:txBody>
      </p:sp>
      <p:pic>
        <p:nvPicPr>
          <p:cNvPr id="3" name="object 3"/>
          <p:cNvPicPr/>
          <p:nvPr/>
        </p:nvPicPr>
        <p:blipFill>
          <a:blip r:embed="rId2" cstate="print"/>
          <a:stretch>
            <a:fillRect/>
          </a:stretch>
        </p:blipFill>
        <p:spPr>
          <a:xfrm>
            <a:off x="158826" y="1088174"/>
            <a:ext cx="4707240" cy="1928766"/>
          </a:xfrm>
          <a:prstGeom prst="rect">
            <a:avLst/>
          </a:prstGeom>
        </p:spPr>
      </p:pic>
      <p:grpSp>
        <p:nvGrpSpPr>
          <p:cNvPr id="4" name="object 4"/>
          <p:cNvGrpSpPr/>
          <p:nvPr/>
        </p:nvGrpSpPr>
        <p:grpSpPr>
          <a:xfrm>
            <a:off x="0" y="3346348"/>
            <a:ext cx="4608195" cy="109855"/>
            <a:chOff x="0" y="3346348"/>
            <a:chExt cx="4608195" cy="109855"/>
          </a:xfrm>
        </p:grpSpPr>
        <p:sp>
          <p:nvSpPr>
            <p:cNvPr id="5" name="object 5"/>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6" name="object 6"/>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7" name="object 7"/>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9" name="object 9"/>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28</a:t>
            </a:fld>
            <a:r>
              <a:rPr spc="25" dirty="0"/>
              <a:t> </a:t>
            </a:r>
            <a:r>
              <a:rPr spc="150" dirty="0"/>
              <a:t>/</a:t>
            </a:r>
            <a:r>
              <a:rPr spc="25" dirty="0"/>
              <a:t> </a:t>
            </a:r>
            <a:r>
              <a:rPr spc="-25" dirty="0"/>
              <a:t>38</a:t>
            </a: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110" dirty="0"/>
              <a:t>Goal-based</a:t>
            </a:r>
            <a:r>
              <a:rPr spc="15" dirty="0"/>
              <a:t> </a:t>
            </a:r>
            <a:r>
              <a:rPr spc="-95" dirty="0"/>
              <a:t>agents</a:t>
            </a:r>
          </a:p>
        </p:txBody>
      </p:sp>
      <p:pic>
        <p:nvPicPr>
          <p:cNvPr id="4" name="object 4"/>
          <p:cNvPicPr/>
          <p:nvPr/>
        </p:nvPicPr>
        <p:blipFill>
          <a:blip r:embed="rId2" cstate="print"/>
          <a:stretch>
            <a:fillRect/>
          </a:stretch>
        </p:blipFill>
        <p:spPr>
          <a:xfrm>
            <a:off x="300139" y="887336"/>
            <a:ext cx="71526" cy="71526"/>
          </a:xfrm>
          <a:prstGeom prst="rect">
            <a:avLst/>
          </a:prstGeom>
        </p:spPr>
      </p:pic>
      <p:sp>
        <p:nvSpPr>
          <p:cNvPr id="5" name="object 5"/>
          <p:cNvSpPr txBox="1"/>
          <p:nvPr/>
        </p:nvSpPr>
        <p:spPr>
          <a:xfrm>
            <a:off x="167175" y="471788"/>
            <a:ext cx="4376557" cy="566181"/>
          </a:xfrm>
          <a:prstGeom prst="rect">
            <a:avLst/>
          </a:prstGeom>
        </p:spPr>
        <p:txBody>
          <a:bodyPr vert="horz" wrap="square" lIns="0" tIns="12065" rIns="0" bIns="0" rtlCol="0" anchor="t">
            <a:spAutoFit/>
          </a:bodyPr>
          <a:lstStyle/>
          <a:p>
            <a:pPr marL="12700" marR="5080">
              <a:spcBef>
                <a:spcPts val="95"/>
              </a:spcBef>
            </a:pPr>
            <a:r>
              <a:rPr sz="1200" b="1" spc="-80" dirty="0">
                <a:latin typeface="Tahoma"/>
                <a:cs typeface="Tahoma"/>
              </a:rPr>
              <a:t>Search</a:t>
            </a:r>
            <a:r>
              <a:rPr sz="1200" b="1" spc="-10" dirty="0">
                <a:latin typeface="Tahoma"/>
                <a:cs typeface="Tahoma"/>
              </a:rPr>
              <a:t> </a:t>
            </a:r>
            <a:r>
              <a:rPr sz="1200" spc="-60" dirty="0">
                <a:latin typeface="Tahoma"/>
                <a:cs typeface="Tahoma"/>
              </a:rPr>
              <a:t>and</a:t>
            </a:r>
            <a:r>
              <a:rPr sz="1200" spc="-35" dirty="0">
                <a:latin typeface="Tahoma"/>
                <a:cs typeface="Tahoma"/>
              </a:rPr>
              <a:t> </a:t>
            </a:r>
            <a:r>
              <a:rPr sz="1200" b="1" spc="-65" dirty="0">
                <a:latin typeface="Tahoma"/>
                <a:cs typeface="Tahoma"/>
              </a:rPr>
              <a:t>Planning</a:t>
            </a:r>
            <a:r>
              <a:rPr sz="1200" b="1" spc="5" dirty="0">
                <a:latin typeface="Tahoma"/>
                <a:cs typeface="Tahoma"/>
              </a:rPr>
              <a:t> </a:t>
            </a:r>
            <a:r>
              <a:rPr sz="1200" spc="-90" dirty="0">
                <a:latin typeface="Tahoma"/>
                <a:cs typeface="Tahoma"/>
              </a:rPr>
              <a:t>are</a:t>
            </a:r>
            <a:r>
              <a:rPr sz="1200" spc="-5" dirty="0">
                <a:latin typeface="Tahoma"/>
                <a:cs typeface="Tahoma"/>
              </a:rPr>
              <a:t> </a:t>
            </a:r>
            <a:r>
              <a:rPr sz="1200" spc="-40" dirty="0">
                <a:latin typeface="Tahoma"/>
                <a:cs typeface="Tahoma"/>
              </a:rPr>
              <a:t>the</a:t>
            </a:r>
            <a:r>
              <a:rPr sz="1200" spc="-25" dirty="0">
                <a:latin typeface="Tahoma"/>
                <a:cs typeface="Tahoma"/>
              </a:rPr>
              <a:t> </a:t>
            </a:r>
            <a:r>
              <a:rPr sz="1200" spc="-80" dirty="0">
                <a:latin typeface="Tahoma"/>
                <a:cs typeface="Tahoma"/>
              </a:rPr>
              <a:t>sub</a:t>
            </a:r>
            <a:r>
              <a:rPr sz="1200" spc="-15" dirty="0">
                <a:latin typeface="Tahoma"/>
                <a:cs typeface="Tahoma"/>
              </a:rPr>
              <a:t> </a:t>
            </a:r>
            <a:r>
              <a:rPr sz="1200" spc="-55" dirty="0">
                <a:latin typeface="Tahoma"/>
                <a:cs typeface="Tahoma"/>
              </a:rPr>
              <a:t>fields</a:t>
            </a:r>
            <a:r>
              <a:rPr sz="1200" spc="-20" dirty="0">
                <a:latin typeface="Tahoma"/>
                <a:cs typeface="Tahoma"/>
              </a:rPr>
              <a:t> </a:t>
            </a:r>
            <a:r>
              <a:rPr sz="1200" spc="-10" dirty="0">
                <a:latin typeface="Tahoma"/>
                <a:cs typeface="Tahoma"/>
              </a:rPr>
              <a:t>of</a:t>
            </a:r>
            <a:r>
              <a:rPr sz="1200" spc="-25" dirty="0">
                <a:latin typeface="Tahoma"/>
                <a:cs typeface="Tahoma"/>
              </a:rPr>
              <a:t> </a:t>
            </a:r>
            <a:r>
              <a:rPr sz="1200" dirty="0">
                <a:latin typeface="Tahoma"/>
                <a:cs typeface="Tahoma"/>
              </a:rPr>
              <a:t>AI</a:t>
            </a:r>
            <a:r>
              <a:rPr sz="1200" spc="-25" dirty="0">
                <a:latin typeface="Tahoma"/>
                <a:cs typeface="Tahoma"/>
              </a:rPr>
              <a:t> </a:t>
            </a:r>
            <a:r>
              <a:rPr sz="1200" spc="-75" dirty="0">
                <a:latin typeface="Tahoma"/>
                <a:cs typeface="Tahoma"/>
              </a:rPr>
              <a:t>devoted</a:t>
            </a:r>
            <a:r>
              <a:rPr sz="1200" spc="-20" dirty="0">
                <a:latin typeface="Tahoma"/>
                <a:cs typeface="Tahoma"/>
              </a:rPr>
              <a:t> </a:t>
            </a:r>
            <a:r>
              <a:rPr sz="1200" dirty="0">
                <a:latin typeface="Tahoma"/>
                <a:cs typeface="Tahoma"/>
              </a:rPr>
              <a:t>to</a:t>
            </a:r>
            <a:r>
              <a:rPr sz="1200" spc="-25" dirty="0">
                <a:latin typeface="Tahoma"/>
                <a:cs typeface="Tahoma"/>
              </a:rPr>
              <a:t> </a:t>
            </a:r>
            <a:r>
              <a:rPr sz="1200" spc="-30" dirty="0">
                <a:latin typeface="Tahoma"/>
                <a:cs typeface="Tahoma"/>
              </a:rPr>
              <a:t>finding </a:t>
            </a:r>
            <a:r>
              <a:rPr sz="1200" spc="-25" dirty="0">
                <a:latin typeface="Tahoma"/>
                <a:cs typeface="Tahoma"/>
              </a:rPr>
              <a:t>action</a:t>
            </a:r>
            <a:r>
              <a:rPr sz="1200" spc="-35" dirty="0">
                <a:latin typeface="Tahoma"/>
                <a:cs typeface="Tahoma"/>
              </a:rPr>
              <a:t> </a:t>
            </a:r>
            <a:r>
              <a:rPr sz="1200" spc="-90" dirty="0">
                <a:latin typeface="Tahoma"/>
                <a:cs typeface="Tahoma"/>
              </a:rPr>
              <a:t>sequences</a:t>
            </a:r>
            <a:r>
              <a:rPr sz="1200" spc="-5" dirty="0">
                <a:latin typeface="Tahoma"/>
                <a:cs typeface="Tahoma"/>
              </a:rPr>
              <a:t> </a:t>
            </a:r>
            <a:r>
              <a:rPr sz="1200" dirty="0">
                <a:latin typeface="Tahoma"/>
                <a:cs typeface="Tahoma"/>
              </a:rPr>
              <a:t>that</a:t>
            </a:r>
            <a:r>
              <a:rPr sz="1200" spc="-20" dirty="0">
                <a:latin typeface="Tahoma"/>
                <a:cs typeface="Tahoma"/>
              </a:rPr>
              <a:t> </a:t>
            </a:r>
            <a:r>
              <a:rPr sz="1200" spc="-70" dirty="0">
                <a:latin typeface="Tahoma"/>
                <a:cs typeface="Tahoma"/>
              </a:rPr>
              <a:t>achieve</a:t>
            </a:r>
            <a:r>
              <a:rPr sz="1200" spc="-15" dirty="0">
                <a:latin typeface="Tahoma"/>
                <a:cs typeface="Tahoma"/>
              </a:rPr>
              <a:t> </a:t>
            </a:r>
            <a:r>
              <a:rPr sz="1200" spc="-10" dirty="0">
                <a:latin typeface="Tahoma"/>
                <a:cs typeface="Tahoma"/>
              </a:rPr>
              <a:t>goals.</a:t>
            </a:r>
            <a:r>
              <a:rPr lang="en-US" sz="1200" spc="-10" dirty="0">
                <a:solidFill>
                  <a:srgbClr val="000000"/>
                </a:solidFill>
                <a:latin typeface="Tahoma"/>
                <a:ea typeface="Tahoma"/>
                <a:cs typeface="Tahoma"/>
              </a:rPr>
              <a:t> </a:t>
            </a:r>
            <a:r>
              <a:rPr lang="en-US" sz="1200" spc="-10" dirty="0">
                <a:solidFill>
                  <a:srgbClr val="C00000"/>
                </a:solidFill>
                <a:highlight>
                  <a:srgbClr val="FFFF00"/>
                </a:highlight>
              </a:rPr>
              <a:t>Pathfinding robot that plans to reach a destination</a:t>
            </a:r>
            <a:endParaRPr lang="en-US" sz="1200" b="1">
              <a:solidFill>
                <a:srgbClr val="C00000"/>
              </a:solidFill>
              <a:highlight>
                <a:srgbClr val="FFFF00"/>
              </a:highlight>
              <a:latin typeface="Tahoma"/>
              <a:ea typeface="Tahoma"/>
              <a:cs typeface="Tahoma"/>
            </a:endParaRPr>
          </a:p>
        </p:txBody>
      </p:sp>
      <p:pic>
        <p:nvPicPr>
          <p:cNvPr id="6" name="object 6"/>
          <p:cNvPicPr/>
          <p:nvPr/>
        </p:nvPicPr>
        <p:blipFill>
          <a:blip r:embed="rId3" cstate="print"/>
          <a:stretch>
            <a:fillRect/>
          </a:stretch>
        </p:blipFill>
        <p:spPr>
          <a:xfrm>
            <a:off x="89664" y="1127261"/>
            <a:ext cx="4458640" cy="2080257"/>
          </a:xfrm>
          <a:prstGeom prst="rect">
            <a:avLst/>
          </a:prstGeom>
        </p:spPr>
      </p:pic>
      <p:grpSp>
        <p:nvGrpSpPr>
          <p:cNvPr id="7" name="object 7"/>
          <p:cNvGrpSpPr/>
          <p:nvPr/>
        </p:nvGrpSpPr>
        <p:grpSpPr>
          <a:xfrm>
            <a:off x="0" y="3346348"/>
            <a:ext cx="4608195" cy="109855"/>
            <a:chOff x="0" y="3346348"/>
            <a:chExt cx="4608195" cy="109855"/>
          </a:xfrm>
        </p:grpSpPr>
        <p:sp>
          <p:nvSpPr>
            <p:cNvPr id="8" name="object 8"/>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9" name="object 9"/>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0" name="object 10"/>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2" name="object 12"/>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4" action="ppaction://hlinksldjump"/>
              </a:rPr>
              <a:t>AI</a:t>
            </a:r>
            <a:endParaRPr sz="600">
              <a:latin typeface="Arial MT"/>
              <a:cs typeface="Arial MT"/>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29</a:t>
            </a:fld>
            <a:r>
              <a:rPr spc="25" dirty="0"/>
              <a:t> </a:t>
            </a:r>
            <a:r>
              <a:rPr spc="150" dirty="0"/>
              <a:t>/</a:t>
            </a:r>
            <a:r>
              <a:rPr spc="25" dirty="0"/>
              <a:t> </a:t>
            </a:r>
            <a:r>
              <a:rPr spc="-25" dirty="0"/>
              <a:t>38</a:t>
            </a: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40" dirty="0"/>
              <a:t>Utility-</a:t>
            </a:r>
            <a:r>
              <a:rPr spc="-140" dirty="0"/>
              <a:t>based</a:t>
            </a:r>
            <a:r>
              <a:rPr spc="95" dirty="0"/>
              <a:t> </a:t>
            </a:r>
            <a:r>
              <a:rPr spc="-95" dirty="0"/>
              <a:t>agents</a:t>
            </a:r>
          </a:p>
        </p:txBody>
      </p:sp>
      <p:sp>
        <p:nvSpPr>
          <p:cNvPr id="5" name="object 5"/>
          <p:cNvSpPr txBox="1">
            <a:spLocks noGrp="1"/>
          </p:cNvSpPr>
          <p:nvPr>
            <p:ph type="body" idx="1"/>
          </p:nvPr>
        </p:nvSpPr>
        <p:spPr>
          <a:xfrm>
            <a:off x="-40842" y="351051"/>
            <a:ext cx="4589437" cy="839024"/>
          </a:xfrm>
          <a:prstGeom prst="rect">
            <a:avLst/>
          </a:prstGeom>
        </p:spPr>
        <p:txBody>
          <a:bodyPr vert="horz" wrap="square" lIns="0" tIns="99390" rIns="0" bIns="0" rtlCol="0" anchor="t">
            <a:spAutoFit/>
          </a:bodyPr>
          <a:lstStyle/>
          <a:p>
            <a:pPr marL="320675" marR="5080">
              <a:spcBef>
                <a:spcPts val="95"/>
              </a:spcBef>
            </a:pPr>
            <a:r>
              <a:rPr spc="-40" dirty="0"/>
              <a:t>Goals</a:t>
            </a:r>
            <a:r>
              <a:rPr spc="-25" dirty="0"/>
              <a:t> </a:t>
            </a:r>
            <a:r>
              <a:rPr spc="-65" dirty="0"/>
              <a:t>alone</a:t>
            </a:r>
            <a:r>
              <a:rPr spc="-15" dirty="0"/>
              <a:t> </a:t>
            </a:r>
            <a:r>
              <a:rPr spc="-85" dirty="0"/>
              <a:t>are</a:t>
            </a:r>
            <a:r>
              <a:rPr spc="-10" dirty="0"/>
              <a:t> not </a:t>
            </a:r>
            <a:r>
              <a:rPr spc="-85" dirty="0"/>
              <a:t>enough</a:t>
            </a:r>
            <a:r>
              <a:rPr spc="-10" dirty="0"/>
              <a:t> </a:t>
            </a:r>
            <a:r>
              <a:rPr dirty="0"/>
              <a:t>to</a:t>
            </a:r>
            <a:r>
              <a:rPr spc="-15" dirty="0"/>
              <a:t> </a:t>
            </a:r>
            <a:r>
              <a:rPr spc="-80" dirty="0"/>
              <a:t>generate</a:t>
            </a:r>
            <a:r>
              <a:rPr spc="-15" dirty="0"/>
              <a:t> </a:t>
            </a:r>
            <a:r>
              <a:rPr spc="-55" dirty="0"/>
              <a:t>high-</a:t>
            </a:r>
            <a:r>
              <a:rPr spc="-45" dirty="0"/>
              <a:t>quality</a:t>
            </a:r>
            <a:r>
              <a:rPr spc="-10" dirty="0"/>
              <a:t> behaviour. </a:t>
            </a:r>
            <a:r>
              <a:rPr spc="-20" dirty="0"/>
              <a:t>For</a:t>
            </a:r>
            <a:r>
              <a:rPr spc="-75" dirty="0"/>
              <a:t> example,</a:t>
            </a:r>
            <a:r>
              <a:rPr spc="-20" dirty="0"/>
              <a:t> </a:t>
            </a:r>
            <a:r>
              <a:rPr spc="-65" dirty="0"/>
              <a:t>there</a:t>
            </a:r>
            <a:r>
              <a:rPr spc="-30" dirty="0"/>
              <a:t> </a:t>
            </a:r>
            <a:r>
              <a:rPr spc="-85" dirty="0"/>
              <a:t>are</a:t>
            </a:r>
            <a:r>
              <a:rPr spc="-5" dirty="0"/>
              <a:t> </a:t>
            </a:r>
            <a:r>
              <a:rPr spc="-75" dirty="0"/>
              <a:t>many</a:t>
            </a:r>
            <a:r>
              <a:rPr spc="-20" dirty="0"/>
              <a:t> </a:t>
            </a:r>
            <a:r>
              <a:rPr spc="-25" dirty="0"/>
              <a:t>action </a:t>
            </a:r>
            <a:r>
              <a:rPr spc="-90" dirty="0"/>
              <a:t>sequences</a:t>
            </a:r>
            <a:r>
              <a:rPr spc="-5" dirty="0"/>
              <a:t> </a:t>
            </a:r>
            <a:r>
              <a:rPr dirty="0"/>
              <a:t>that</a:t>
            </a:r>
            <a:r>
              <a:rPr spc="-25" dirty="0"/>
              <a:t> </a:t>
            </a:r>
            <a:r>
              <a:rPr dirty="0"/>
              <a:t>will</a:t>
            </a:r>
            <a:r>
              <a:rPr spc="-25" dirty="0"/>
              <a:t> </a:t>
            </a:r>
            <a:r>
              <a:rPr spc="-45" dirty="0"/>
              <a:t>get</a:t>
            </a:r>
            <a:r>
              <a:rPr spc="-25" dirty="0"/>
              <a:t> the </a:t>
            </a:r>
            <a:r>
              <a:rPr spc="-10" dirty="0"/>
              <a:t>taxi</a:t>
            </a:r>
            <a:r>
              <a:rPr spc="-85" dirty="0"/>
              <a:t> </a:t>
            </a:r>
            <a:r>
              <a:rPr dirty="0"/>
              <a:t>to</a:t>
            </a:r>
            <a:r>
              <a:rPr spc="-25" dirty="0"/>
              <a:t> </a:t>
            </a:r>
            <a:r>
              <a:rPr dirty="0"/>
              <a:t>its</a:t>
            </a:r>
            <a:r>
              <a:rPr spc="-25" dirty="0"/>
              <a:t> </a:t>
            </a:r>
            <a:r>
              <a:rPr spc="-45" dirty="0"/>
              <a:t>destination,</a:t>
            </a:r>
            <a:r>
              <a:rPr spc="-25" dirty="0"/>
              <a:t> </a:t>
            </a:r>
            <a:r>
              <a:rPr spc="-10" dirty="0"/>
              <a:t>but</a:t>
            </a:r>
            <a:r>
              <a:rPr spc="-25" dirty="0"/>
              <a:t> </a:t>
            </a:r>
            <a:r>
              <a:rPr spc="-90" dirty="0"/>
              <a:t>some</a:t>
            </a:r>
            <a:r>
              <a:rPr spc="-5" dirty="0"/>
              <a:t> </a:t>
            </a:r>
            <a:r>
              <a:rPr spc="-85" dirty="0"/>
              <a:t>are</a:t>
            </a:r>
            <a:r>
              <a:rPr spc="-5" dirty="0"/>
              <a:t> </a:t>
            </a:r>
            <a:r>
              <a:rPr spc="-50" dirty="0"/>
              <a:t>quicker,</a:t>
            </a:r>
            <a:r>
              <a:rPr spc="-25" dirty="0"/>
              <a:t> </a:t>
            </a:r>
            <a:r>
              <a:rPr spc="-65" dirty="0"/>
              <a:t>safer,</a:t>
            </a:r>
            <a:r>
              <a:rPr spc="-25" dirty="0"/>
              <a:t> </a:t>
            </a:r>
            <a:r>
              <a:rPr spc="-85" dirty="0"/>
              <a:t>more</a:t>
            </a:r>
            <a:r>
              <a:rPr spc="-10" dirty="0"/>
              <a:t> </a:t>
            </a:r>
            <a:r>
              <a:rPr spc="-45" dirty="0"/>
              <a:t>reliable, </a:t>
            </a:r>
            <a:r>
              <a:rPr spc="-65" dirty="0"/>
              <a:t>cheaper,</a:t>
            </a:r>
            <a:r>
              <a:rPr spc="-15" dirty="0"/>
              <a:t> </a:t>
            </a:r>
            <a:r>
              <a:rPr spc="-20" dirty="0"/>
              <a:t>etc.</a:t>
            </a:r>
            <a:r>
              <a:rPr lang="en-US" spc="-20" dirty="0"/>
              <a:t> </a:t>
            </a:r>
            <a:r>
              <a:rPr lang="en-US" b="1" spc="-20" dirty="0">
                <a:solidFill>
                  <a:srgbClr val="C00000"/>
                </a:solidFill>
                <a:highlight>
                  <a:srgbClr val="FFFF00"/>
                </a:highlight>
              </a:rPr>
              <a:t>Self-driving car choosing the fastest and safest route</a:t>
            </a:r>
            <a:r>
              <a:rPr lang="en-US" spc="-20" dirty="0"/>
              <a:t> </a:t>
            </a:r>
            <a:endParaRPr spc="-20" dirty="0"/>
          </a:p>
        </p:txBody>
      </p:sp>
      <p:grpSp>
        <p:nvGrpSpPr>
          <p:cNvPr id="7" name="object 7"/>
          <p:cNvGrpSpPr/>
          <p:nvPr/>
        </p:nvGrpSpPr>
        <p:grpSpPr>
          <a:xfrm>
            <a:off x="0" y="3346348"/>
            <a:ext cx="4608195" cy="109855"/>
            <a:chOff x="0" y="3346348"/>
            <a:chExt cx="4608195" cy="109855"/>
          </a:xfrm>
        </p:grpSpPr>
        <p:sp>
          <p:nvSpPr>
            <p:cNvPr id="8" name="object 8"/>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9" name="object 9"/>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0" name="object 10"/>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pic>
        <p:nvPicPr>
          <p:cNvPr id="6" name="object 6"/>
          <p:cNvPicPr/>
          <p:nvPr/>
        </p:nvPicPr>
        <p:blipFill>
          <a:blip r:embed="rId2" cstate="print"/>
          <a:stretch>
            <a:fillRect/>
          </a:stretch>
        </p:blipFill>
        <p:spPr>
          <a:xfrm>
            <a:off x="83746" y="1318181"/>
            <a:ext cx="4476392" cy="2091601"/>
          </a:xfrm>
          <a:prstGeom prst="rect">
            <a:avLst/>
          </a:prstGeom>
        </p:spPr>
      </p:pic>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2" name="object 12"/>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30</a:t>
            </a:fld>
            <a:r>
              <a:rPr spc="25" dirty="0"/>
              <a:t> </a:t>
            </a:r>
            <a:r>
              <a:rPr spc="150" dirty="0"/>
              <a:t>/</a:t>
            </a:r>
            <a:r>
              <a:rPr spc="25" dirty="0"/>
              <a:t> </a:t>
            </a:r>
            <a:r>
              <a:rPr spc="-25" dirty="0"/>
              <a:t>38</a:t>
            </a:r>
          </a:p>
        </p:txBody>
      </p:sp>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defPPr>
              <a:defRPr lang="en-US"/>
            </a:defPPr>
            <a:lvl1pPr marL="0" algn="l" defTabSz="461132" rtl="0" eaLnBrk="1" latinLnBrk="0" hangingPunct="1">
              <a:defRPr sz="908" kern="1200">
                <a:solidFill>
                  <a:schemeClr val="tx1"/>
                </a:solidFill>
                <a:latin typeface="+mn-lt"/>
                <a:ea typeface="+mn-ea"/>
                <a:cs typeface="+mn-cs"/>
              </a:defRPr>
            </a:lvl1pPr>
            <a:lvl2pPr marL="230566" algn="l" defTabSz="461132" rtl="0" eaLnBrk="1" latinLnBrk="0" hangingPunct="1">
              <a:defRPr sz="908" kern="1200">
                <a:solidFill>
                  <a:schemeClr val="tx1"/>
                </a:solidFill>
                <a:latin typeface="+mn-lt"/>
                <a:ea typeface="+mn-ea"/>
                <a:cs typeface="+mn-cs"/>
              </a:defRPr>
            </a:lvl2pPr>
            <a:lvl3pPr marL="461132" algn="l" defTabSz="461132" rtl="0" eaLnBrk="1" latinLnBrk="0" hangingPunct="1">
              <a:defRPr sz="908" kern="1200">
                <a:solidFill>
                  <a:schemeClr val="tx1"/>
                </a:solidFill>
                <a:latin typeface="+mn-lt"/>
                <a:ea typeface="+mn-ea"/>
                <a:cs typeface="+mn-cs"/>
              </a:defRPr>
            </a:lvl3pPr>
            <a:lvl4pPr marL="691698" algn="l" defTabSz="461132" rtl="0" eaLnBrk="1" latinLnBrk="0" hangingPunct="1">
              <a:defRPr sz="908" kern="1200">
                <a:solidFill>
                  <a:schemeClr val="tx1"/>
                </a:solidFill>
                <a:latin typeface="+mn-lt"/>
                <a:ea typeface="+mn-ea"/>
                <a:cs typeface="+mn-cs"/>
              </a:defRPr>
            </a:lvl4pPr>
            <a:lvl5pPr marL="922264" algn="l" defTabSz="461132" rtl="0" eaLnBrk="1" latinLnBrk="0" hangingPunct="1">
              <a:defRPr sz="908" kern="1200">
                <a:solidFill>
                  <a:schemeClr val="tx1"/>
                </a:solidFill>
                <a:latin typeface="+mn-lt"/>
                <a:ea typeface="+mn-ea"/>
                <a:cs typeface="+mn-cs"/>
              </a:defRPr>
            </a:lvl5pPr>
            <a:lvl6pPr marL="1152830" algn="l" defTabSz="461132" rtl="0" eaLnBrk="1" latinLnBrk="0" hangingPunct="1">
              <a:defRPr sz="908" kern="1200">
                <a:solidFill>
                  <a:schemeClr val="tx1"/>
                </a:solidFill>
                <a:latin typeface="+mn-lt"/>
                <a:ea typeface="+mn-ea"/>
                <a:cs typeface="+mn-cs"/>
              </a:defRPr>
            </a:lvl6pPr>
            <a:lvl7pPr marL="1383396" algn="l" defTabSz="461132" rtl="0" eaLnBrk="1" latinLnBrk="0" hangingPunct="1">
              <a:defRPr sz="908" kern="1200">
                <a:solidFill>
                  <a:schemeClr val="tx1"/>
                </a:solidFill>
                <a:latin typeface="+mn-lt"/>
                <a:ea typeface="+mn-ea"/>
                <a:cs typeface="+mn-cs"/>
              </a:defRPr>
            </a:lvl7pPr>
            <a:lvl8pPr marL="1613962" algn="l" defTabSz="461132" rtl="0" eaLnBrk="1" latinLnBrk="0" hangingPunct="1">
              <a:defRPr sz="908" kern="1200">
                <a:solidFill>
                  <a:schemeClr val="tx1"/>
                </a:solidFill>
                <a:latin typeface="+mn-lt"/>
                <a:ea typeface="+mn-ea"/>
                <a:cs typeface="+mn-cs"/>
              </a:defRPr>
            </a:lvl8pPr>
            <a:lvl9pPr marL="1844528" algn="l" defTabSz="461132" rtl="0" eaLnBrk="1" latinLnBrk="0" hangingPunct="1">
              <a:defRPr sz="908" kern="1200">
                <a:solidFill>
                  <a:schemeClr val="tx1"/>
                </a:solidFill>
                <a:latin typeface="+mn-lt"/>
                <a:ea typeface="+mn-ea"/>
                <a:cs typeface="+mn-cs"/>
              </a:defRPr>
            </a:lvl9pPr>
          </a:lstStyle>
          <a:p>
            <a:br>
              <a:rPr lang="en-US" sz="2218" dirty="0">
                <a:solidFill>
                  <a:srgbClr val="FFFFFF"/>
                </a:solidFill>
              </a:rPr>
            </a:br>
            <a:r>
              <a:rPr lang="en-US" sz="2218" b="1" dirty="0">
                <a:solidFill>
                  <a:srgbClr val="FFFFFF"/>
                </a:solidFill>
              </a:rPr>
              <a:t>UTILITY-BASED AGENTS 	</a:t>
            </a:r>
            <a:endParaRPr lang="en-US" dirty="0">
              <a:solidFill>
                <a:srgbClr val="FFFFFF"/>
              </a:solidFill>
            </a:endParaRPr>
          </a:p>
        </p:txBody>
      </p:sp>
      <p:sp>
        <p:nvSpPr>
          <p:cNvPr id="8" name="Rectangle 7">
            <a:extLst>
              <a:ext uri="{FF2B5EF4-FFF2-40B4-BE49-F238E27FC236}">
                <a16:creationId xmlns:a16="http://schemas.microsoft.com/office/drawing/2014/main" id="{4113FD98-D069-4334-92FD-8853E7A7D9A9}"/>
              </a:ext>
            </a:extLst>
          </p:cNvPr>
          <p:cNvSpPr/>
          <p:nvPr/>
        </p:nvSpPr>
        <p:spPr>
          <a:xfrm>
            <a:off x="118745" y="1109116"/>
            <a:ext cx="4469741" cy="2263825"/>
          </a:xfrm>
          <a:prstGeom prst="rect">
            <a:avLst/>
          </a:prstGeom>
          <a:solidFill>
            <a:schemeClr val="bg1"/>
          </a:solidFill>
        </p:spPr>
        <p:txBody>
          <a:bodyPr wrap="square" lIns="91440" tIns="45720" rIns="91440" bIns="45720" anchor="t">
            <a:spAutoFit/>
          </a:bodyPr>
          <a:lstStyle>
            <a:defPPr>
              <a:defRPr lang="en-US"/>
            </a:defPPr>
            <a:lvl1pPr marL="0" algn="l" defTabSz="461132" rtl="0" eaLnBrk="1" latinLnBrk="0" hangingPunct="1">
              <a:defRPr sz="908" kern="1200">
                <a:solidFill>
                  <a:schemeClr val="tx1"/>
                </a:solidFill>
                <a:latin typeface="+mn-lt"/>
                <a:ea typeface="+mn-ea"/>
                <a:cs typeface="+mn-cs"/>
              </a:defRPr>
            </a:lvl1pPr>
            <a:lvl2pPr marL="230566" algn="l" defTabSz="461132" rtl="0" eaLnBrk="1" latinLnBrk="0" hangingPunct="1">
              <a:defRPr sz="908" kern="1200">
                <a:solidFill>
                  <a:schemeClr val="tx1"/>
                </a:solidFill>
                <a:latin typeface="+mn-lt"/>
                <a:ea typeface="+mn-ea"/>
                <a:cs typeface="+mn-cs"/>
              </a:defRPr>
            </a:lvl2pPr>
            <a:lvl3pPr marL="461132" algn="l" defTabSz="461132" rtl="0" eaLnBrk="1" latinLnBrk="0" hangingPunct="1">
              <a:defRPr sz="908" kern="1200">
                <a:solidFill>
                  <a:schemeClr val="tx1"/>
                </a:solidFill>
                <a:latin typeface="+mn-lt"/>
                <a:ea typeface="+mn-ea"/>
                <a:cs typeface="+mn-cs"/>
              </a:defRPr>
            </a:lvl3pPr>
            <a:lvl4pPr marL="691698" algn="l" defTabSz="461132" rtl="0" eaLnBrk="1" latinLnBrk="0" hangingPunct="1">
              <a:defRPr sz="908" kern="1200">
                <a:solidFill>
                  <a:schemeClr val="tx1"/>
                </a:solidFill>
                <a:latin typeface="+mn-lt"/>
                <a:ea typeface="+mn-ea"/>
                <a:cs typeface="+mn-cs"/>
              </a:defRPr>
            </a:lvl4pPr>
            <a:lvl5pPr marL="922264" algn="l" defTabSz="461132" rtl="0" eaLnBrk="1" latinLnBrk="0" hangingPunct="1">
              <a:defRPr sz="908" kern="1200">
                <a:solidFill>
                  <a:schemeClr val="tx1"/>
                </a:solidFill>
                <a:latin typeface="+mn-lt"/>
                <a:ea typeface="+mn-ea"/>
                <a:cs typeface="+mn-cs"/>
              </a:defRPr>
            </a:lvl5pPr>
            <a:lvl6pPr marL="1152830" algn="l" defTabSz="461132" rtl="0" eaLnBrk="1" latinLnBrk="0" hangingPunct="1">
              <a:defRPr sz="908" kern="1200">
                <a:solidFill>
                  <a:schemeClr val="tx1"/>
                </a:solidFill>
                <a:latin typeface="+mn-lt"/>
                <a:ea typeface="+mn-ea"/>
                <a:cs typeface="+mn-cs"/>
              </a:defRPr>
            </a:lvl6pPr>
            <a:lvl7pPr marL="1383396" algn="l" defTabSz="461132" rtl="0" eaLnBrk="1" latinLnBrk="0" hangingPunct="1">
              <a:defRPr sz="908" kern="1200">
                <a:solidFill>
                  <a:schemeClr val="tx1"/>
                </a:solidFill>
                <a:latin typeface="+mn-lt"/>
                <a:ea typeface="+mn-ea"/>
                <a:cs typeface="+mn-cs"/>
              </a:defRPr>
            </a:lvl7pPr>
            <a:lvl8pPr marL="1613962" algn="l" defTabSz="461132" rtl="0" eaLnBrk="1" latinLnBrk="0" hangingPunct="1">
              <a:defRPr sz="908" kern="1200">
                <a:solidFill>
                  <a:schemeClr val="tx1"/>
                </a:solidFill>
                <a:latin typeface="+mn-lt"/>
                <a:ea typeface="+mn-ea"/>
                <a:cs typeface="+mn-cs"/>
              </a:defRPr>
            </a:lvl8pPr>
            <a:lvl9pPr marL="1844528" algn="l" defTabSz="461132" rtl="0" eaLnBrk="1" latinLnBrk="0" hangingPunct="1">
              <a:defRPr sz="908" kern="1200">
                <a:solidFill>
                  <a:schemeClr val="tx1"/>
                </a:solidFill>
                <a:latin typeface="+mn-lt"/>
                <a:ea typeface="+mn-ea"/>
                <a:cs typeface="+mn-cs"/>
              </a:defRPr>
            </a:lvl9pPr>
          </a:lstStyle>
          <a:p>
            <a:pPr algn="just"/>
            <a:r>
              <a:rPr lang="en-US" sz="1000" dirty="0"/>
              <a:t>An agent’s </a:t>
            </a:r>
            <a:r>
              <a:rPr lang="en-US" sz="1000" b="1" dirty="0"/>
              <a:t>utility function </a:t>
            </a:r>
            <a:r>
              <a:rPr lang="en-US" sz="1000" dirty="0"/>
              <a:t>is essentially an internalization of the performance measure. If the internal utility function and the external performance measure are in agreement, then an agent that chooses actions to maximize its utility will be rational according to the external performance measure.</a:t>
            </a:r>
          </a:p>
          <a:p>
            <a:pPr algn="just"/>
            <a:endParaRPr lang="en-US" sz="1008" dirty="0"/>
          </a:p>
          <a:p>
            <a:pPr algn="just"/>
            <a:r>
              <a:rPr lang="en-US" sz="1000" dirty="0"/>
              <a:t>In</a:t>
            </a:r>
            <a:r>
              <a:rPr lang="en-US" sz="1000" b="1" dirty="0">
                <a:solidFill>
                  <a:srgbClr val="C00000"/>
                </a:solidFill>
              </a:rPr>
              <a:t> two kinds of cases, goals are inadequate</a:t>
            </a:r>
            <a:r>
              <a:rPr lang="en-US" sz="1000" dirty="0"/>
              <a:t>, but a utility-based agent can still make rational decisions.</a:t>
            </a:r>
            <a:endParaRPr lang="en-US" sz="1000" dirty="0">
              <a:ea typeface="Calibri"/>
              <a:cs typeface="Calibri"/>
            </a:endParaRPr>
          </a:p>
          <a:p>
            <a:pPr marL="230505" indent="-230505" algn="just">
              <a:buAutoNum type="arabicPeriod"/>
            </a:pPr>
            <a:r>
              <a:rPr lang="en-US" sz="1000" b="1" dirty="0">
                <a:solidFill>
                  <a:srgbClr val="C00000"/>
                </a:solidFill>
              </a:rPr>
              <a:t>when there are conflicting goals,</a:t>
            </a:r>
            <a:r>
              <a:rPr lang="en-US" sz="1000" dirty="0"/>
              <a:t> only some of which can </a:t>
            </a:r>
            <a:r>
              <a:rPr lang="en-US" sz="1000" i="1" dirty="0"/>
              <a:t>be achieved (for example, speed and safety), the utility function specifies the appropriate tradeoff.</a:t>
            </a:r>
            <a:endParaRPr lang="en-US" sz="1000" i="1" dirty="0">
              <a:ea typeface="Calibri"/>
              <a:cs typeface="Calibri"/>
            </a:endParaRPr>
          </a:p>
          <a:p>
            <a:pPr marL="230505" indent="-230505" algn="just">
              <a:buAutoNum type="arabicPeriod"/>
            </a:pPr>
            <a:r>
              <a:rPr lang="en-US" sz="1000" dirty="0"/>
              <a:t>when</a:t>
            </a:r>
            <a:r>
              <a:rPr lang="en-US" sz="1000" b="1" dirty="0">
                <a:solidFill>
                  <a:srgbClr val="C00000"/>
                </a:solidFill>
              </a:rPr>
              <a:t> there are several goals</a:t>
            </a:r>
            <a:r>
              <a:rPr lang="en-US" sz="1000" dirty="0"/>
              <a:t> that the agent can aim for, none of which can be achieved with certainty, utility provides a way in which the likelihood of success can be weighed against the importance of the goals.</a:t>
            </a:r>
            <a:endParaRPr lang="en-US" sz="1000" i="1" dirty="0">
              <a:ea typeface="Calibri"/>
              <a:cs typeface="Calibri"/>
            </a:endParaRPr>
          </a:p>
          <a:p>
            <a:pPr algn="just"/>
            <a:endParaRPr lang="en-US" sz="1008" dirty="0"/>
          </a:p>
        </p:txBody>
      </p:sp>
    </p:spTree>
    <p:extLst>
      <p:ext uri="{BB962C8B-B14F-4D97-AF65-F5344CB8AC3E}">
        <p14:creationId xmlns:p14="http://schemas.microsoft.com/office/powerpoint/2010/main" val="2779561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4608195" cy="389890"/>
          </a:xfrm>
          <a:custGeom>
            <a:avLst/>
            <a:gdLst/>
            <a:ahLst/>
            <a:cxnLst/>
            <a:rect l="l" t="t" r="r" b="b"/>
            <a:pathLst>
              <a:path w="4608195" h="389890">
                <a:moveTo>
                  <a:pt x="4608004" y="0"/>
                </a:moveTo>
                <a:lnTo>
                  <a:pt x="0" y="0"/>
                </a:lnTo>
                <a:lnTo>
                  <a:pt x="0" y="389623"/>
                </a:lnTo>
                <a:lnTo>
                  <a:pt x="4608004" y="389623"/>
                </a:lnTo>
                <a:lnTo>
                  <a:pt x="4608004" y="0"/>
                </a:lnTo>
                <a:close/>
              </a:path>
            </a:pathLst>
          </a:custGeom>
          <a:solidFill>
            <a:srgbClr val="F2F2F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90" dirty="0"/>
              <a:t>Exercise</a:t>
            </a:r>
            <a:r>
              <a:rPr spc="-15" dirty="0"/>
              <a:t> </a:t>
            </a:r>
            <a:r>
              <a:rPr spc="-90" dirty="0"/>
              <a:t>Questions</a:t>
            </a:r>
          </a:p>
        </p:txBody>
      </p:sp>
      <p:pic>
        <p:nvPicPr>
          <p:cNvPr id="4" name="object 4"/>
          <p:cNvPicPr/>
          <p:nvPr/>
        </p:nvPicPr>
        <p:blipFill>
          <a:blip r:embed="rId2" cstate="print"/>
          <a:stretch>
            <a:fillRect/>
          </a:stretch>
        </p:blipFill>
        <p:spPr>
          <a:xfrm>
            <a:off x="300139" y="1243469"/>
            <a:ext cx="71526" cy="71526"/>
          </a:xfrm>
          <a:prstGeom prst="rect">
            <a:avLst/>
          </a:prstGeom>
        </p:spPr>
      </p:pic>
      <p:sp>
        <p:nvSpPr>
          <p:cNvPr id="5" name="object 5"/>
          <p:cNvSpPr txBox="1"/>
          <p:nvPr/>
        </p:nvSpPr>
        <p:spPr>
          <a:xfrm>
            <a:off x="433298" y="1152992"/>
            <a:ext cx="3923665" cy="973985"/>
          </a:xfrm>
          <a:prstGeom prst="rect">
            <a:avLst/>
          </a:prstGeom>
        </p:spPr>
        <p:txBody>
          <a:bodyPr vert="horz" wrap="square" lIns="0" tIns="12065" rIns="0" bIns="0" rtlCol="0" anchor="t">
            <a:spAutoFit/>
          </a:bodyPr>
          <a:lstStyle/>
          <a:p>
            <a:pPr marL="12700">
              <a:lnSpc>
                <a:spcPct val="100000"/>
              </a:lnSpc>
              <a:spcBef>
                <a:spcPts val="95"/>
              </a:spcBef>
            </a:pPr>
            <a:r>
              <a:rPr sz="1200" spc="-55" dirty="0">
                <a:latin typeface="Tahoma"/>
                <a:cs typeface="Tahoma"/>
              </a:rPr>
              <a:t>Reading</a:t>
            </a:r>
            <a:r>
              <a:rPr sz="1200" spc="-30" dirty="0">
                <a:latin typeface="Tahoma"/>
                <a:cs typeface="Tahoma"/>
              </a:rPr>
              <a:t> </a:t>
            </a:r>
            <a:r>
              <a:rPr sz="1200" spc="-10" dirty="0">
                <a:latin typeface="Tahoma"/>
                <a:cs typeface="Tahoma"/>
              </a:rPr>
              <a:t>Assignment</a:t>
            </a:r>
            <a:endParaRPr sz="1200">
              <a:latin typeface="Tahoma"/>
              <a:cs typeface="Tahoma"/>
            </a:endParaRPr>
          </a:p>
          <a:p>
            <a:pPr marL="12700" marR="74295">
              <a:lnSpc>
                <a:spcPct val="100000"/>
              </a:lnSpc>
              <a:spcBef>
                <a:spcPts val="5"/>
              </a:spcBef>
            </a:pPr>
            <a:r>
              <a:rPr sz="1200" spc="-10" dirty="0">
                <a:latin typeface="Tahoma"/>
                <a:cs typeface="Tahoma"/>
              </a:rPr>
              <a:t>Artificial</a:t>
            </a:r>
            <a:r>
              <a:rPr sz="1200" spc="-20" dirty="0">
                <a:latin typeface="Tahoma"/>
                <a:cs typeface="Tahoma"/>
              </a:rPr>
              <a:t> </a:t>
            </a:r>
            <a:r>
              <a:rPr sz="1200" spc="-60" dirty="0">
                <a:latin typeface="Tahoma"/>
                <a:cs typeface="Tahoma"/>
              </a:rPr>
              <a:t>Intelligence:</a:t>
            </a:r>
            <a:r>
              <a:rPr sz="1200" spc="100" dirty="0">
                <a:latin typeface="Tahoma"/>
                <a:cs typeface="Tahoma"/>
              </a:rPr>
              <a:t> </a:t>
            </a:r>
            <a:r>
              <a:rPr sz="1200" dirty="0">
                <a:latin typeface="Tahoma"/>
                <a:cs typeface="Tahoma"/>
              </a:rPr>
              <a:t>A</a:t>
            </a:r>
            <a:r>
              <a:rPr sz="1200" spc="-25" dirty="0">
                <a:latin typeface="Tahoma"/>
                <a:cs typeface="Tahoma"/>
              </a:rPr>
              <a:t> </a:t>
            </a:r>
            <a:r>
              <a:rPr sz="1200" spc="-35" dirty="0">
                <a:latin typeface="Tahoma"/>
                <a:cs typeface="Tahoma"/>
              </a:rPr>
              <a:t>Modern</a:t>
            </a:r>
            <a:r>
              <a:rPr sz="1200" spc="-15" dirty="0">
                <a:latin typeface="Tahoma"/>
                <a:cs typeface="Tahoma"/>
              </a:rPr>
              <a:t> </a:t>
            </a:r>
            <a:r>
              <a:rPr sz="1200" spc="-45" dirty="0">
                <a:latin typeface="Tahoma"/>
                <a:cs typeface="Tahoma"/>
              </a:rPr>
              <a:t>Approach</a:t>
            </a:r>
            <a:r>
              <a:rPr sz="1200" spc="-20" dirty="0">
                <a:latin typeface="Tahoma"/>
                <a:cs typeface="Tahoma"/>
              </a:rPr>
              <a:t> </a:t>
            </a:r>
            <a:r>
              <a:rPr sz="1200" spc="-40" dirty="0">
                <a:latin typeface="Tahoma"/>
                <a:cs typeface="Tahoma"/>
              </a:rPr>
              <a:t>Textbook</a:t>
            </a:r>
            <a:r>
              <a:rPr sz="1200" spc="-20" dirty="0">
                <a:latin typeface="Tahoma"/>
                <a:cs typeface="Tahoma"/>
              </a:rPr>
              <a:t> </a:t>
            </a:r>
            <a:r>
              <a:rPr sz="1200" spc="-60" dirty="0">
                <a:latin typeface="Tahoma"/>
                <a:cs typeface="Tahoma"/>
              </a:rPr>
              <a:t>by</a:t>
            </a:r>
            <a:r>
              <a:rPr sz="1200" spc="-15" dirty="0">
                <a:latin typeface="Tahoma"/>
                <a:cs typeface="Tahoma"/>
              </a:rPr>
              <a:t> </a:t>
            </a:r>
            <a:r>
              <a:rPr sz="1200" spc="-10" dirty="0">
                <a:latin typeface="Tahoma"/>
                <a:cs typeface="Tahoma"/>
              </a:rPr>
              <a:t>Peter </a:t>
            </a:r>
            <a:r>
              <a:rPr sz="1200" spc="-40" dirty="0">
                <a:latin typeface="Tahoma"/>
                <a:cs typeface="Tahoma"/>
              </a:rPr>
              <a:t>Norvig</a:t>
            </a:r>
            <a:r>
              <a:rPr sz="1200" spc="-25" dirty="0">
                <a:latin typeface="Tahoma"/>
                <a:cs typeface="Tahoma"/>
              </a:rPr>
              <a:t> </a:t>
            </a:r>
            <a:r>
              <a:rPr sz="1200" spc="-55" dirty="0">
                <a:latin typeface="Tahoma"/>
                <a:cs typeface="Tahoma"/>
              </a:rPr>
              <a:t>and</a:t>
            </a:r>
            <a:r>
              <a:rPr sz="1200" spc="-20" dirty="0">
                <a:latin typeface="Tahoma"/>
                <a:cs typeface="Tahoma"/>
              </a:rPr>
              <a:t> </a:t>
            </a:r>
            <a:r>
              <a:rPr sz="1200" spc="-25" dirty="0">
                <a:latin typeface="Tahoma"/>
                <a:cs typeface="Tahoma"/>
              </a:rPr>
              <a:t>Stuart</a:t>
            </a:r>
            <a:r>
              <a:rPr sz="1200" spc="-20" dirty="0">
                <a:latin typeface="Tahoma"/>
                <a:cs typeface="Tahoma"/>
              </a:rPr>
              <a:t> </a:t>
            </a:r>
            <a:r>
              <a:rPr sz="1200" dirty="0">
                <a:latin typeface="Tahoma"/>
                <a:cs typeface="Tahoma"/>
              </a:rPr>
              <a:t>J.</a:t>
            </a:r>
            <a:r>
              <a:rPr sz="1200" spc="-20" dirty="0">
                <a:latin typeface="Tahoma"/>
                <a:cs typeface="Tahoma"/>
              </a:rPr>
              <a:t> </a:t>
            </a:r>
            <a:r>
              <a:rPr sz="1200" spc="-10" dirty="0">
                <a:latin typeface="Tahoma"/>
                <a:cs typeface="Tahoma"/>
              </a:rPr>
              <a:t>Russell</a:t>
            </a:r>
            <a:endParaRPr sz="1200">
              <a:latin typeface="Tahoma"/>
              <a:cs typeface="Tahoma"/>
            </a:endParaRPr>
          </a:p>
          <a:p>
            <a:pPr marL="12700">
              <a:lnSpc>
                <a:spcPct val="100000"/>
              </a:lnSpc>
              <a:spcBef>
                <a:spcPts val="10"/>
              </a:spcBef>
            </a:pPr>
            <a:r>
              <a:rPr sz="1200" spc="-40" dirty="0">
                <a:latin typeface="Tahoma"/>
                <a:cs typeface="Tahoma"/>
              </a:rPr>
              <a:t>Chapter</a:t>
            </a:r>
            <a:r>
              <a:rPr sz="1200" spc="-55" dirty="0">
                <a:latin typeface="Tahoma"/>
                <a:cs typeface="Tahoma"/>
              </a:rPr>
              <a:t> </a:t>
            </a:r>
            <a:r>
              <a:rPr sz="1200" spc="-10" dirty="0">
                <a:latin typeface="Tahoma"/>
                <a:cs typeface="Tahoma"/>
              </a:rPr>
              <a:t>1,</a:t>
            </a:r>
            <a:r>
              <a:rPr sz="1200" spc="-50" dirty="0">
                <a:latin typeface="Tahoma"/>
                <a:cs typeface="Tahoma"/>
              </a:rPr>
              <a:t> </a:t>
            </a:r>
            <a:r>
              <a:rPr sz="1200" spc="-40" dirty="0">
                <a:latin typeface="Tahoma"/>
                <a:cs typeface="Tahoma"/>
              </a:rPr>
              <a:t>Chapter</a:t>
            </a:r>
            <a:r>
              <a:rPr sz="1200" spc="-50" dirty="0">
                <a:latin typeface="Tahoma"/>
                <a:cs typeface="Tahoma"/>
              </a:rPr>
              <a:t> 2</a:t>
            </a:r>
            <a:endParaRPr sz="1200">
              <a:latin typeface="Tahoma"/>
              <a:cs typeface="Tahoma"/>
            </a:endParaRPr>
          </a:p>
          <a:p>
            <a:pPr marL="12700" marR="5080">
              <a:lnSpc>
                <a:spcPct val="100000"/>
              </a:lnSpc>
              <a:spcBef>
                <a:spcPts val="300"/>
              </a:spcBef>
            </a:pPr>
            <a:endParaRPr sz="1200" spc="-10" dirty="0">
              <a:latin typeface="Tahoma"/>
              <a:cs typeface="Tahoma"/>
            </a:endParaRPr>
          </a:p>
        </p:txBody>
      </p:sp>
      <p:grpSp>
        <p:nvGrpSpPr>
          <p:cNvPr id="7" name="object 7"/>
          <p:cNvGrpSpPr/>
          <p:nvPr/>
        </p:nvGrpSpPr>
        <p:grpSpPr>
          <a:xfrm>
            <a:off x="0" y="3346348"/>
            <a:ext cx="4608195" cy="109855"/>
            <a:chOff x="0" y="3346348"/>
            <a:chExt cx="4608195" cy="109855"/>
          </a:xfrm>
        </p:grpSpPr>
        <p:sp>
          <p:nvSpPr>
            <p:cNvPr id="8" name="object 8"/>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9" name="object 9"/>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10" name="object 10"/>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11" name="object 11"/>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12" name="object 12"/>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3" action="ppaction://hlinksldjump"/>
              </a:rPr>
              <a:t>AI</a:t>
            </a:r>
            <a:endParaRPr sz="600">
              <a:latin typeface="Arial MT"/>
              <a:cs typeface="Arial MT"/>
            </a:endParaRPr>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32</a:t>
            </a:fld>
            <a:r>
              <a:rPr spc="25" dirty="0"/>
              <a:t> </a:t>
            </a:r>
            <a:r>
              <a:rPr spc="150" dirty="0"/>
              <a:t>/</a:t>
            </a:r>
            <a:r>
              <a:rPr spc="25" dirty="0"/>
              <a:t> </a:t>
            </a:r>
            <a:r>
              <a:rPr spc="-25" dirty="0"/>
              <a:t>38</a:t>
            </a:r>
          </a:p>
        </p:txBody>
      </p:sp>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5240" rIns="0" bIns="0" rtlCol="0">
            <a:spAutoFit/>
          </a:bodyPr>
          <a:lstStyle/>
          <a:p>
            <a:pPr marL="12700">
              <a:lnSpc>
                <a:spcPct val="100000"/>
              </a:lnSpc>
              <a:spcBef>
                <a:spcPts val="120"/>
              </a:spcBef>
            </a:pPr>
            <a:r>
              <a:rPr spc="-120" dirty="0"/>
              <a:t>References</a:t>
            </a:r>
          </a:p>
        </p:txBody>
      </p:sp>
      <p:grpSp>
        <p:nvGrpSpPr>
          <p:cNvPr id="3" name="object 3"/>
          <p:cNvGrpSpPr/>
          <p:nvPr/>
        </p:nvGrpSpPr>
        <p:grpSpPr>
          <a:xfrm>
            <a:off x="184086" y="1214709"/>
            <a:ext cx="106680" cy="144780"/>
            <a:chOff x="184086" y="1214709"/>
            <a:chExt cx="106680" cy="144780"/>
          </a:xfrm>
        </p:grpSpPr>
        <p:pic>
          <p:nvPicPr>
            <p:cNvPr id="4" name="object 4"/>
            <p:cNvPicPr/>
            <p:nvPr/>
          </p:nvPicPr>
          <p:blipFill>
            <a:blip r:embed="rId2" cstate="print"/>
            <a:stretch>
              <a:fillRect/>
            </a:stretch>
          </p:blipFill>
          <p:spPr>
            <a:xfrm>
              <a:off x="186626" y="1217249"/>
              <a:ext cx="101219" cy="139174"/>
            </a:xfrm>
            <a:prstGeom prst="rect">
              <a:avLst/>
            </a:prstGeom>
          </p:spPr>
        </p:pic>
        <p:sp>
          <p:nvSpPr>
            <p:cNvPr id="5" name="object 5"/>
            <p:cNvSpPr/>
            <p:nvPr/>
          </p:nvSpPr>
          <p:spPr>
            <a:xfrm>
              <a:off x="186626" y="1217249"/>
              <a:ext cx="101600" cy="139700"/>
            </a:xfrm>
            <a:custGeom>
              <a:avLst/>
              <a:gdLst/>
              <a:ahLst/>
              <a:cxnLst/>
              <a:rect l="l" t="t" r="r" b="b"/>
              <a:pathLst>
                <a:path w="101600" h="139700">
                  <a:moveTo>
                    <a:pt x="0" y="139174"/>
                  </a:moveTo>
                  <a:lnTo>
                    <a:pt x="101219" y="139174"/>
                  </a:lnTo>
                  <a:lnTo>
                    <a:pt x="101219" y="25304"/>
                  </a:lnTo>
                  <a:lnTo>
                    <a:pt x="75914" y="0"/>
                  </a:lnTo>
                  <a:lnTo>
                    <a:pt x="0" y="0"/>
                  </a:lnTo>
                  <a:lnTo>
                    <a:pt x="0" y="139174"/>
                  </a:lnTo>
                  <a:close/>
                </a:path>
              </a:pathLst>
            </a:custGeom>
            <a:ln w="5079">
              <a:solidFill>
                <a:srgbClr val="000000"/>
              </a:solidFill>
            </a:ln>
          </p:spPr>
          <p:txBody>
            <a:bodyPr wrap="square" lIns="0" tIns="0" rIns="0" bIns="0" rtlCol="0"/>
            <a:lstStyle/>
            <a:p>
              <a:endParaRPr/>
            </a:p>
          </p:txBody>
        </p:sp>
        <p:sp>
          <p:nvSpPr>
            <p:cNvPr id="6" name="object 6"/>
            <p:cNvSpPr/>
            <p:nvPr/>
          </p:nvSpPr>
          <p:spPr>
            <a:xfrm>
              <a:off x="199278" y="1236227"/>
              <a:ext cx="63500" cy="0"/>
            </a:xfrm>
            <a:custGeom>
              <a:avLst/>
              <a:gdLst/>
              <a:ahLst/>
              <a:cxnLst/>
              <a:rect l="l" t="t" r="r" b="b"/>
              <a:pathLst>
                <a:path w="63500">
                  <a:moveTo>
                    <a:pt x="0" y="0"/>
                  </a:moveTo>
                  <a:lnTo>
                    <a:pt x="63262" y="0"/>
                  </a:lnTo>
                </a:path>
              </a:pathLst>
            </a:custGeom>
            <a:ln w="5079">
              <a:solidFill>
                <a:srgbClr val="7F7F7F"/>
              </a:solidFill>
            </a:ln>
          </p:spPr>
          <p:txBody>
            <a:bodyPr wrap="square" lIns="0" tIns="0" rIns="0" bIns="0" rtlCol="0"/>
            <a:lstStyle/>
            <a:p>
              <a:endParaRPr/>
            </a:p>
          </p:txBody>
        </p:sp>
        <p:sp>
          <p:nvSpPr>
            <p:cNvPr id="7" name="object 7"/>
            <p:cNvSpPr/>
            <p:nvPr/>
          </p:nvSpPr>
          <p:spPr>
            <a:xfrm>
              <a:off x="211931" y="1255206"/>
              <a:ext cx="50800" cy="12700"/>
            </a:xfrm>
            <a:custGeom>
              <a:avLst/>
              <a:gdLst/>
              <a:ahLst/>
              <a:cxnLst/>
              <a:rect l="l" t="t" r="r" b="b"/>
              <a:pathLst>
                <a:path w="50800" h="12700">
                  <a:moveTo>
                    <a:pt x="0" y="0"/>
                  </a:moveTo>
                  <a:lnTo>
                    <a:pt x="50609" y="0"/>
                  </a:lnTo>
                </a:path>
                <a:path w="50800" h="12700">
                  <a:moveTo>
                    <a:pt x="0" y="12652"/>
                  </a:moveTo>
                  <a:lnTo>
                    <a:pt x="50609" y="12652"/>
                  </a:lnTo>
                </a:path>
              </a:pathLst>
            </a:custGeom>
            <a:ln w="5079">
              <a:solidFill>
                <a:srgbClr val="999999"/>
              </a:solidFill>
            </a:ln>
          </p:spPr>
          <p:txBody>
            <a:bodyPr wrap="square" lIns="0" tIns="0" rIns="0" bIns="0" rtlCol="0"/>
            <a:lstStyle/>
            <a:p>
              <a:endParaRPr/>
            </a:p>
          </p:txBody>
        </p:sp>
        <p:sp>
          <p:nvSpPr>
            <p:cNvPr id="8" name="object 8"/>
            <p:cNvSpPr/>
            <p:nvPr/>
          </p:nvSpPr>
          <p:spPr>
            <a:xfrm>
              <a:off x="199278" y="1286836"/>
              <a:ext cx="31750" cy="50800"/>
            </a:xfrm>
            <a:custGeom>
              <a:avLst/>
              <a:gdLst/>
              <a:ahLst/>
              <a:cxnLst/>
              <a:rect l="l" t="t" r="r" b="b"/>
              <a:pathLst>
                <a:path w="31750" h="50800">
                  <a:moveTo>
                    <a:pt x="0" y="0"/>
                  </a:moveTo>
                  <a:lnTo>
                    <a:pt x="31631" y="0"/>
                  </a:lnTo>
                </a:path>
                <a:path w="31750" h="50800">
                  <a:moveTo>
                    <a:pt x="0" y="12652"/>
                  </a:moveTo>
                  <a:lnTo>
                    <a:pt x="31631" y="12652"/>
                  </a:lnTo>
                </a:path>
                <a:path w="31750" h="50800">
                  <a:moveTo>
                    <a:pt x="0" y="25304"/>
                  </a:moveTo>
                  <a:lnTo>
                    <a:pt x="31631" y="25304"/>
                  </a:lnTo>
                </a:path>
                <a:path w="31750" h="50800">
                  <a:moveTo>
                    <a:pt x="0" y="37956"/>
                  </a:moveTo>
                  <a:lnTo>
                    <a:pt x="31631" y="37956"/>
                  </a:lnTo>
                </a:path>
                <a:path w="31750" h="50800">
                  <a:moveTo>
                    <a:pt x="0" y="50609"/>
                  </a:moveTo>
                  <a:lnTo>
                    <a:pt x="31631" y="50609"/>
                  </a:lnTo>
                </a:path>
              </a:pathLst>
            </a:custGeom>
            <a:ln w="5079">
              <a:solidFill>
                <a:srgbClr val="B2B2B2"/>
              </a:solidFill>
            </a:ln>
          </p:spPr>
          <p:txBody>
            <a:bodyPr wrap="square" lIns="0" tIns="0" rIns="0" bIns="0" rtlCol="0"/>
            <a:lstStyle/>
            <a:p>
              <a:endParaRPr/>
            </a:p>
          </p:txBody>
        </p:sp>
        <p:pic>
          <p:nvPicPr>
            <p:cNvPr id="9" name="object 9"/>
            <p:cNvPicPr/>
            <p:nvPr/>
          </p:nvPicPr>
          <p:blipFill>
            <a:blip r:embed="rId3" cstate="print"/>
            <a:stretch>
              <a:fillRect/>
            </a:stretch>
          </p:blipFill>
          <p:spPr>
            <a:xfrm>
              <a:off x="243562" y="1283672"/>
              <a:ext cx="31635" cy="44283"/>
            </a:xfrm>
            <a:prstGeom prst="rect">
              <a:avLst/>
            </a:prstGeom>
          </p:spPr>
        </p:pic>
        <p:sp>
          <p:nvSpPr>
            <p:cNvPr id="10" name="object 10"/>
            <p:cNvSpPr/>
            <p:nvPr/>
          </p:nvSpPr>
          <p:spPr>
            <a:xfrm>
              <a:off x="243562" y="1337445"/>
              <a:ext cx="31750" cy="0"/>
            </a:xfrm>
            <a:custGeom>
              <a:avLst/>
              <a:gdLst/>
              <a:ahLst/>
              <a:cxnLst/>
              <a:rect l="l" t="t" r="r" b="b"/>
              <a:pathLst>
                <a:path w="31750">
                  <a:moveTo>
                    <a:pt x="0" y="0"/>
                  </a:moveTo>
                  <a:lnTo>
                    <a:pt x="31631" y="0"/>
                  </a:lnTo>
                </a:path>
              </a:pathLst>
            </a:custGeom>
            <a:ln w="5079">
              <a:solidFill>
                <a:srgbClr val="B2B2B2"/>
              </a:solidFill>
            </a:ln>
          </p:spPr>
          <p:txBody>
            <a:bodyPr wrap="square" lIns="0" tIns="0" rIns="0" bIns="0" rtlCol="0"/>
            <a:lstStyle/>
            <a:p>
              <a:endParaRPr/>
            </a:p>
          </p:txBody>
        </p:sp>
        <p:sp>
          <p:nvSpPr>
            <p:cNvPr id="11" name="object 11"/>
            <p:cNvSpPr/>
            <p:nvPr/>
          </p:nvSpPr>
          <p:spPr>
            <a:xfrm>
              <a:off x="262540" y="1217249"/>
              <a:ext cx="25400" cy="25400"/>
            </a:xfrm>
            <a:custGeom>
              <a:avLst/>
              <a:gdLst/>
              <a:ahLst/>
              <a:cxnLst/>
              <a:rect l="l" t="t" r="r" b="b"/>
              <a:pathLst>
                <a:path w="25400" h="25400">
                  <a:moveTo>
                    <a:pt x="25304" y="25304"/>
                  </a:moveTo>
                  <a:lnTo>
                    <a:pt x="0" y="25304"/>
                  </a:lnTo>
                  <a:lnTo>
                    <a:pt x="0" y="0"/>
                  </a:lnTo>
                </a:path>
              </a:pathLst>
            </a:custGeom>
            <a:ln w="5079">
              <a:solidFill>
                <a:srgbClr val="000000"/>
              </a:solidFill>
            </a:ln>
          </p:spPr>
          <p:txBody>
            <a:bodyPr wrap="square" lIns="0" tIns="0" rIns="0" bIns="0" rtlCol="0"/>
            <a:lstStyle/>
            <a:p>
              <a:endParaRPr/>
            </a:p>
          </p:txBody>
        </p:sp>
      </p:grpSp>
      <p:sp>
        <p:nvSpPr>
          <p:cNvPr id="12" name="object 12"/>
          <p:cNvSpPr txBox="1"/>
          <p:nvPr/>
        </p:nvSpPr>
        <p:spPr>
          <a:xfrm>
            <a:off x="387438" y="1172918"/>
            <a:ext cx="3933190" cy="1109345"/>
          </a:xfrm>
          <a:prstGeom prst="rect">
            <a:avLst/>
          </a:prstGeom>
        </p:spPr>
        <p:txBody>
          <a:bodyPr vert="horz" wrap="square" lIns="0" tIns="12065" rIns="0" bIns="0" rtlCol="0">
            <a:spAutoFit/>
          </a:bodyPr>
          <a:lstStyle/>
          <a:p>
            <a:pPr marL="12700" marR="5080" algn="just">
              <a:lnSpc>
                <a:spcPct val="100000"/>
              </a:lnSpc>
              <a:spcBef>
                <a:spcPts val="95"/>
              </a:spcBef>
            </a:pPr>
            <a:r>
              <a:rPr sz="1200" spc="-25" dirty="0">
                <a:solidFill>
                  <a:srgbClr val="3333B2"/>
                </a:solidFill>
                <a:latin typeface="Tahoma"/>
                <a:cs typeface="Tahoma"/>
              </a:rPr>
              <a:t>Stuart</a:t>
            </a:r>
            <a:r>
              <a:rPr sz="1200" spc="-50" dirty="0">
                <a:solidFill>
                  <a:srgbClr val="3333B2"/>
                </a:solidFill>
                <a:latin typeface="Tahoma"/>
                <a:cs typeface="Tahoma"/>
              </a:rPr>
              <a:t> </a:t>
            </a:r>
            <a:r>
              <a:rPr sz="1200" spc="-45" dirty="0">
                <a:solidFill>
                  <a:srgbClr val="3333B2"/>
                </a:solidFill>
                <a:latin typeface="Tahoma"/>
                <a:cs typeface="Tahoma"/>
              </a:rPr>
              <a:t>Russell</a:t>
            </a:r>
            <a:r>
              <a:rPr sz="1200" spc="-40" dirty="0">
                <a:solidFill>
                  <a:srgbClr val="3333B2"/>
                </a:solidFill>
                <a:latin typeface="Tahoma"/>
                <a:cs typeface="Tahoma"/>
              </a:rPr>
              <a:t> </a:t>
            </a:r>
            <a:r>
              <a:rPr sz="1200" spc="-55" dirty="0">
                <a:solidFill>
                  <a:srgbClr val="3333B2"/>
                </a:solidFill>
                <a:latin typeface="Tahoma"/>
                <a:cs typeface="Tahoma"/>
              </a:rPr>
              <a:t>and</a:t>
            </a:r>
            <a:r>
              <a:rPr sz="1200" spc="-35" dirty="0">
                <a:solidFill>
                  <a:srgbClr val="3333B2"/>
                </a:solidFill>
                <a:latin typeface="Tahoma"/>
                <a:cs typeface="Tahoma"/>
              </a:rPr>
              <a:t> </a:t>
            </a:r>
            <a:r>
              <a:rPr sz="1200" spc="-30" dirty="0">
                <a:solidFill>
                  <a:srgbClr val="3333B2"/>
                </a:solidFill>
                <a:latin typeface="Tahoma"/>
                <a:cs typeface="Tahoma"/>
              </a:rPr>
              <a:t>Peter</a:t>
            </a:r>
            <a:r>
              <a:rPr sz="1200" spc="-40" dirty="0">
                <a:solidFill>
                  <a:srgbClr val="3333B2"/>
                </a:solidFill>
                <a:latin typeface="Tahoma"/>
                <a:cs typeface="Tahoma"/>
              </a:rPr>
              <a:t> Norvig. </a:t>
            </a:r>
            <a:r>
              <a:rPr sz="1200" spc="-60" dirty="0">
                <a:solidFill>
                  <a:srgbClr val="3333B2"/>
                </a:solidFill>
                <a:latin typeface="Tahoma"/>
                <a:cs typeface="Tahoma"/>
              </a:rPr>
              <a:t>2009.</a:t>
            </a:r>
            <a:r>
              <a:rPr sz="1200" spc="-35" dirty="0">
                <a:solidFill>
                  <a:srgbClr val="3333B2"/>
                </a:solidFill>
                <a:latin typeface="Tahoma"/>
                <a:cs typeface="Tahoma"/>
              </a:rPr>
              <a:t> </a:t>
            </a:r>
            <a:r>
              <a:rPr sz="1200" spc="-10" dirty="0">
                <a:solidFill>
                  <a:srgbClr val="3333B2"/>
                </a:solidFill>
                <a:latin typeface="Tahoma"/>
                <a:cs typeface="Tahoma"/>
              </a:rPr>
              <a:t>Artificial</a:t>
            </a:r>
            <a:r>
              <a:rPr sz="1200" spc="-40" dirty="0">
                <a:solidFill>
                  <a:srgbClr val="3333B2"/>
                </a:solidFill>
                <a:latin typeface="Tahoma"/>
                <a:cs typeface="Tahoma"/>
              </a:rPr>
              <a:t> </a:t>
            </a:r>
            <a:r>
              <a:rPr sz="1200" spc="-55" dirty="0">
                <a:solidFill>
                  <a:srgbClr val="3333B2"/>
                </a:solidFill>
                <a:latin typeface="Tahoma"/>
                <a:cs typeface="Tahoma"/>
              </a:rPr>
              <a:t>Intelligence:</a:t>
            </a:r>
            <a:r>
              <a:rPr sz="1200" spc="75" dirty="0">
                <a:solidFill>
                  <a:srgbClr val="3333B2"/>
                </a:solidFill>
                <a:latin typeface="Tahoma"/>
                <a:cs typeface="Tahoma"/>
              </a:rPr>
              <a:t> </a:t>
            </a:r>
            <a:r>
              <a:rPr sz="1200" spc="-50" dirty="0">
                <a:solidFill>
                  <a:srgbClr val="3333B2"/>
                </a:solidFill>
                <a:latin typeface="Tahoma"/>
                <a:cs typeface="Tahoma"/>
              </a:rPr>
              <a:t>A </a:t>
            </a:r>
            <a:r>
              <a:rPr sz="1200" spc="-35" dirty="0">
                <a:solidFill>
                  <a:srgbClr val="3333B2"/>
                </a:solidFill>
                <a:latin typeface="Tahoma"/>
                <a:cs typeface="Tahoma"/>
              </a:rPr>
              <a:t>Modern </a:t>
            </a:r>
            <a:r>
              <a:rPr sz="1200" spc="-45" dirty="0">
                <a:solidFill>
                  <a:srgbClr val="3333B2"/>
                </a:solidFill>
                <a:latin typeface="Tahoma"/>
                <a:cs typeface="Tahoma"/>
              </a:rPr>
              <a:t>Approach</a:t>
            </a:r>
            <a:r>
              <a:rPr sz="1200" spc="-35" dirty="0">
                <a:solidFill>
                  <a:srgbClr val="3333B2"/>
                </a:solidFill>
                <a:latin typeface="Tahoma"/>
                <a:cs typeface="Tahoma"/>
              </a:rPr>
              <a:t> </a:t>
            </a:r>
            <a:r>
              <a:rPr sz="1200" spc="-25" dirty="0">
                <a:solidFill>
                  <a:srgbClr val="3333B2"/>
                </a:solidFill>
                <a:latin typeface="Tahoma"/>
                <a:cs typeface="Tahoma"/>
              </a:rPr>
              <a:t>(3rd</a:t>
            </a:r>
            <a:r>
              <a:rPr sz="1200" spc="-35" dirty="0">
                <a:solidFill>
                  <a:srgbClr val="3333B2"/>
                </a:solidFill>
                <a:latin typeface="Tahoma"/>
                <a:cs typeface="Tahoma"/>
              </a:rPr>
              <a:t> </a:t>
            </a:r>
            <a:r>
              <a:rPr sz="1200" spc="-50" dirty="0">
                <a:solidFill>
                  <a:srgbClr val="3333B2"/>
                </a:solidFill>
                <a:latin typeface="Tahoma"/>
                <a:cs typeface="Tahoma"/>
              </a:rPr>
              <a:t>ed.).</a:t>
            </a:r>
            <a:r>
              <a:rPr sz="1200" spc="-35" dirty="0">
                <a:solidFill>
                  <a:srgbClr val="3333B2"/>
                </a:solidFill>
                <a:latin typeface="Tahoma"/>
                <a:cs typeface="Tahoma"/>
              </a:rPr>
              <a:t> </a:t>
            </a:r>
            <a:r>
              <a:rPr sz="1200" spc="-30" dirty="0">
                <a:solidFill>
                  <a:srgbClr val="3333B2"/>
                </a:solidFill>
                <a:latin typeface="Tahoma"/>
                <a:cs typeface="Tahoma"/>
              </a:rPr>
              <a:t>Prentice </a:t>
            </a:r>
            <a:r>
              <a:rPr sz="1200" dirty="0">
                <a:solidFill>
                  <a:srgbClr val="3333B2"/>
                </a:solidFill>
                <a:latin typeface="Tahoma"/>
                <a:cs typeface="Tahoma"/>
              </a:rPr>
              <a:t>Hall</a:t>
            </a:r>
            <a:r>
              <a:rPr sz="1200" spc="-35" dirty="0">
                <a:solidFill>
                  <a:srgbClr val="3333B2"/>
                </a:solidFill>
                <a:latin typeface="Tahoma"/>
                <a:cs typeface="Tahoma"/>
              </a:rPr>
              <a:t> </a:t>
            </a:r>
            <a:r>
              <a:rPr sz="1200" spc="-50" dirty="0">
                <a:solidFill>
                  <a:srgbClr val="3333B2"/>
                </a:solidFill>
                <a:latin typeface="Tahoma"/>
                <a:cs typeface="Tahoma"/>
              </a:rPr>
              <a:t>Press,</a:t>
            </a:r>
            <a:r>
              <a:rPr sz="1200" spc="-35" dirty="0">
                <a:solidFill>
                  <a:srgbClr val="3333B2"/>
                </a:solidFill>
                <a:latin typeface="Tahoma"/>
                <a:cs typeface="Tahoma"/>
              </a:rPr>
              <a:t> </a:t>
            </a:r>
            <a:r>
              <a:rPr sz="1200" spc="-45" dirty="0">
                <a:solidFill>
                  <a:srgbClr val="3333B2"/>
                </a:solidFill>
                <a:latin typeface="Tahoma"/>
                <a:cs typeface="Tahoma"/>
              </a:rPr>
              <a:t>Upper</a:t>
            </a:r>
            <a:r>
              <a:rPr sz="1200" spc="-35" dirty="0">
                <a:solidFill>
                  <a:srgbClr val="3333B2"/>
                </a:solidFill>
                <a:latin typeface="Tahoma"/>
                <a:cs typeface="Tahoma"/>
              </a:rPr>
              <a:t> </a:t>
            </a:r>
            <a:r>
              <a:rPr sz="1200" spc="-30" dirty="0">
                <a:solidFill>
                  <a:srgbClr val="3333B2"/>
                </a:solidFill>
                <a:latin typeface="Tahoma"/>
                <a:cs typeface="Tahoma"/>
              </a:rPr>
              <a:t>Saddle </a:t>
            </a:r>
            <a:r>
              <a:rPr sz="1200" spc="-35" dirty="0">
                <a:solidFill>
                  <a:srgbClr val="3333B2"/>
                </a:solidFill>
                <a:latin typeface="Tahoma"/>
                <a:cs typeface="Tahoma"/>
              </a:rPr>
              <a:t>River,</a:t>
            </a:r>
            <a:r>
              <a:rPr sz="1200" spc="-10" dirty="0">
                <a:solidFill>
                  <a:srgbClr val="3333B2"/>
                </a:solidFill>
                <a:latin typeface="Tahoma"/>
                <a:cs typeface="Tahoma"/>
              </a:rPr>
              <a:t> </a:t>
            </a:r>
            <a:r>
              <a:rPr sz="1200" dirty="0">
                <a:solidFill>
                  <a:srgbClr val="3333B2"/>
                </a:solidFill>
                <a:latin typeface="Tahoma"/>
                <a:cs typeface="Tahoma"/>
              </a:rPr>
              <a:t>NJ,</a:t>
            </a:r>
            <a:r>
              <a:rPr sz="1200" spc="-10" dirty="0">
                <a:solidFill>
                  <a:srgbClr val="3333B2"/>
                </a:solidFill>
                <a:latin typeface="Tahoma"/>
                <a:cs typeface="Tahoma"/>
              </a:rPr>
              <a:t> </a:t>
            </a:r>
            <a:r>
              <a:rPr sz="1200" spc="-20" dirty="0">
                <a:solidFill>
                  <a:srgbClr val="3333B2"/>
                </a:solidFill>
                <a:latin typeface="Tahoma"/>
                <a:cs typeface="Tahoma"/>
              </a:rPr>
              <a:t>USA.</a:t>
            </a:r>
            <a:endParaRPr sz="1200">
              <a:latin typeface="Tahoma"/>
              <a:cs typeface="Tahoma"/>
            </a:endParaRPr>
          </a:p>
          <a:p>
            <a:pPr marL="12700" marR="556260">
              <a:lnSpc>
                <a:spcPts val="2200"/>
              </a:lnSpc>
            </a:pPr>
            <a:r>
              <a:rPr sz="1200" spc="-45" dirty="0">
                <a:solidFill>
                  <a:srgbClr val="FF0000"/>
                </a:solidFill>
                <a:latin typeface="Tahoma"/>
                <a:cs typeface="Tahoma"/>
                <a:hlinkClick r:id="rId4"/>
              </a:rPr>
              <a:t>https://www.cs.cmu.edu/</a:t>
            </a:r>
            <a:r>
              <a:rPr sz="1200" spc="100" dirty="0">
                <a:solidFill>
                  <a:srgbClr val="FF0000"/>
                </a:solidFill>
                <a:latin typeface="Tahoma"/>
                <a:cs typeface="Tahoma"/>
                <a:hlinkClick r:id="rId4"/>
              </a:rPr>
              <a:t> </a:t>
            </a:r>
            <a:r>
              <a:rPr sz="1200" spc="-50" dirty="0">
                <a:solidFill>
                  <a:srgbClr val="FF0000"/>
                </a:solidFill>
                <a:latin typeface="Tahoma"/>
                <a:cs typeface="Tahoma"/>
                <a:hlinkClick r:id="rId4"/>
              </a:rPr>
              <a:t>15281/coursenotes/search/</a:t>
            </a:r>
            <a:r>
              <a:rPr sz="1200" spc="-50" dirty="0">
                <a:solidFill>
                  <a:srgbClr val="FF0000"/>
                </a:solidFill>
                <a:latin typeface="Tahoma"/>
                <a:cs typeface="Tahoma"/>
              </a:rPr>
              <a:t> </a:t>
            </a:r>
            <a:r>
              <a:rPr sz="1200" spc="-50" dirty="0">
                <a:solidFill>
                  <a:srgbClr val="FF0000"/>
                </a:solidFill>
                <a:latin typeface="Tahoma"/>
                <a:cs typeface="Tahoma"/>
                <a:hlinkClick r:id="rId5"/>
              </a:rPr>
              <a:t>https://inst.eecs.berkeley.edu/</a:t>
            </a:r>
            <a:r>
              <a:rPr sz="1200" spc="85" dirty="0">
                <a:solidFill>
                  <a:srgbClr val="FF0000"/>
                </a:solidFill>
                <a:latin typeface="Tahoma"/>
                <a:cs typeface="Tahoma"/>
                <a:hlinkClick r:id="rId5"/>
              </a:rPr>
              <a:t> </a:t>
            </a:r>
            <a:r>
              <a:rPr sz="1200" spc="-10" dirty="0">
                <a:solidFill>
                  <a:srgbClr val="FF0000"/>
                </a:solidFill>
                <a:latin typeface="Tahoma"/>
                <a:cs typeface="Tahoma"/>
                <a:hlinkClick r:id="rId5"/>
              </a:rPr>
              <a:t>cs188/sp22/</a:t>
            </a:r>
            <a:endParaRPr sz="1200">
              <a:latin typeface="Tahoma"/>
              <a:cs typeface="Tahoma"/>
            </a:endParaRPr>
          </a:p>
        </p:txBody>
      </p:sp>
      <p:grpSp>
        <p:nvGrpSpPr>
          <p:cNvPr id="13" name="object 13"/>
          <p:cNvGrpSpPr/>
          <p:nvPr/>
        </p:nvGrpSpPr>
        <p:grpSpPr>
          <a:xfrm>
            <a:off x="184086" y="1836260"/>
            <a:ext cx="106680" cy="144780"/>
            <a:chOff x="184086" y="1836260"/>
            <a:chExt cx="106680" cy="144780"/>
          </a:xfrm>
        </p:grpSpPr>
        <p:pic>
          <p:nvPicPr>
            <p:cNvPr id="14" name="object 14"/>
            <p:cNvPicPr/>
            <p:nvPr/>
          </p:nvPicPr>
          <p:blipFill>
            <a:blip r:embed="rId6" cstate="print"/>
            <a:stretch>
              <a:fillRect/>
            </a:stretch>
          </p:blipFill>
          <p:spPr>
            <a:xfrm>
              <a:off x="186626" y="1838800"/>
              <a:ext cx="101219" cy="139174"/>
            </a:xfrm>
            <a:prstGeom prst="rect">
              <a:avLst/>
            </a:prstGeom>
          </p:spPr>
        </p:pic>
        <p:sp>
          <p:nvSpPr>
            <p:cNvPr id="15" name="object 15"/>
            <p:cNvSpPr/>
            <p:nvPr/>
          </p:nvSpPr>
          <p:spPr>
            <a:xfrm>
              <a:off x="186626" y="1838800"/>
              <a:ext cx="101600" cy="139700"/>
            </a:xfrm>
            <a:custGeom>
              <a:avLst/>
              <a:gdLst/>
              <a:ahLst/>
              <a:cxnLst/>
              <a:rect l="l" t="t" r="r" b="b"/>
              <a:pathLst>
                <a:path w="101600" h="139700">
                  <a:moveTo>
                    <a:pt x="0" y="139174"/>
                  </a:moveTo>
                  <a:lnTo>
                    <a:pt x="101219" y="139174"/>
                  </a:lnTo>
                  <a:lnTo>
                    <a:pt x="101219" y="25304"/>
                  </a:lnTo>
                  <a:lnTo>
                    <a:pt x="75914" y="0"/>
                  </a:lnTo>
                  <a:lnTo>
                    <a:pt x="0" y="0"/>
                  </a:lnTo>
                  <a:lnTo>
                    <a:pt x="0" y="139174"/>
                  </a:lnTo>
                  <a:close/>
                </a:path>
              </a:pathLst>
            </a:custGeom>
            <a:ln w="5079">
              <a:solidFill>
                <a:srgbClr val="000000"/>
              </a:solidFill>
            </a:ln>
          </p:spPr>
          <p:txBody>
            <a:bodyPr wrap="square" lIns="0" tIns="0" rIns="0" bIns="0" rtlCol="0"/>
            <a:lstStyle/>
            <a:p>
              <a:endParaRPr/>
            </a:p>
          </p:txBody>
        </p:sp>
        <p:sp>
          <p:nvSpPr>
            <p:cNvPr id="16" name="object 16"/>
            <p:cNvSpPr/>
            <p:nvPr/>
          </p:nvSpPr>
          <p:spPr>
            <a:xfrm>
              <a:off x="199278" y="1857778"/>
              <a:ext cx="63500" cy="0"/>
            </a:xfrm>
            <a:custGeom>
              <a:avLst/>
              <a:gdLst/>
              <a:ahLst/>
              <a:cxnLst/>
              <a:rect l="l" t="t" r="r" b="b"/>
              <a:pathLst>
                <a:path w="63500">
                  <a:moveTo>
                    <a:pt x="0" y="0"/>
                  </a:moveTo>
                  <a:lnTo>
                    <a:pt x="63262" y="0"/>
                  </a:lnTo>
                </a:path>
              </a:pathLst>
            </a:custGeom>
            <a:ln w="5079">
              <a:solidFill>
                <a:srgbClr val="7F7F7F"/>
              </a:solidFill>
            </a:ln>
          </p:spPr>
          <p:txBody>
            <a:bodyPr wrap="square" lIns="0" tIns="0" rIns="0" bIns="0" rtlCol="0"/>
            <a:lstStyle/>
            <a:p>
              <a:endParaRPr/>
            </a:p>
          </p:txBody>
        </p:sp>
        <p:sp>
          <p:nvSpPr>
            <p:cNvPr id="17" name="object 17"/>
            <p:cNvSpPr/>
            <p:nvPr/>
          </p:nvSpPr>
          <p:spPr>
            <a:xfrm>
              <a:off x="211931" y="1876756"/>
              <a:ext cx="50800" cy="12700"/>
            </a:xfrm>
            <a:custGeom>
              <a:avLst/>
              <a:gdLst/>
              <a:ahLst/>
              <a:cxnLst/>
              <a:rect l="l" t="t" r="r" b="b"/>
              <a:pathLst>
                <a:path w="50800" h="12700">
                  <a:moveTo>
                    <a:pt x="0" y="0"/>
                  </a:moveTo>
                  <a:lnTo>
                    <a:pt x="50609" y="0"/>
                  </a:lnTo>
                </a:path>
                <a:path w="50800" h="12700">
                  <a:moveTo>
                    <a:pt x="0" y="12652"/>
                  </a:moveTo>
                  <a:lnTo>
                    <a:pt x="50609" y="12652"/>
                  </a:lnTo>
                </a:path>
              </a:pathLst>
            </a:custGeom>
            <a:ln w="5079">
              <a:solidFill>
                <a:srgbClr val="999999"/>
              </a:solidFill>
            </a:ln>
          </p:spPr>
          <p:txBody>
            <a:bodyPr wrap="square" lIns="0" tIns="0" rIns="0" bIns="0" rtlCol="0"/>
            <a:lstStyle/>
            <a:p>
              <a:endParaRPr/>
            </a:p>
          </p:txBody>
        </p:sp>
        <p:sp>
          <p:nvSpPr>
            <p:cNvPr id="18" name="object 18"/>
            <p:cNvSpPr/>
            <p:nvPr/>
          </p:nvSpPr>
          <p:spPr>
            <a:xfrm>
              <a:off x="199278" y="1908387"/>
              <a:ext cx="31750" cy="50800"/>
            </a:xfrm>
            <a:custGeom>
              <a:avLst/>
              <a:gdLst/>
              <a:ahLst/>
              <a:cxnLst/>
              <a:rect l="l" t="t" r="r" b="b"/>
              <a:pathLst>
                <a:path w="31750" h="50800">
                  <a:moveTo>
                    <a:pt x="0" y="0"/>
                  </a:moveTo>
                  <a:lnTo>
                    <a:pt x="31631" y="0"/>
                  </a:lnTo>
                </a:path>
                <a:path w="31750" h="50800">
                  <a:moveTo>
                    <a:pt x="0" y="12652"/>
                  </a:moveTo>
                  <a:lnTo>
                    <a:pt x="31631" y="12652"/>
                  </a:lnTo>
                </a:path>
                <a:path w="31750" h="50800">
                  <a:moveTo>
                    <a:pt x="0" y="25304"/>
                  </a:moveTo>
                  <a:lnTo>
                    <a:pt x="31631" y="25304"/>
                  </a:lnTo>
                </a:path>
                <a:path w="31750" h="50800">
                  <a:moveTo>
                    <a:pt x="0" y="37956"/>
                  </a:moveTo>
                  <a:lnTo>
                    <a:pt x="31631" y="37956"/>
                  </a:lnTo>
                </a:path>
                <a:path w="31750" h="50800">
                  <a:moveTo>
                    <a:pt x="0" y="50609"/>
                  </a:moveTo>
                  <a:lnTo>
                    <a:pt x="31631" y="50609"/>
                  </a:lnTo>
                </a:path>
              </a:pathLst>
            </a:custGeom>
            <a:ln w="5079">
              <a:solidFill>
                <a:srgbClr val="B2B2B2"/>
              </a:solidFill>
            </a:ln>
          </p:spPr>
          <p:txBody>
            <a:bodyPr wrap="square" lIns="0" tIns="0" rIns="0" bIns="0" rtlCol="0"/>
            <a:lstStyle/>
            <a:p>
              <a:endParaRPr/>
            </a:p>
          </p:txBody>
        </p:sp>
        <p:pic>
          <p:nvPicPr>
            <p:cNvPr id="19" name="object 19"/>
            <p:cNvPicPr/>
            <p:nvPr/>
          </p:nvPicPr>
          <p:blipFill>
            <a:blip r:embed="rId7" cstate="print"/>
            <a:stretch>
              <a:fillRect/>
            </a:stretch>
          </p:blipFill>
          <p:spPr>
            <a:xfrm>
              <a:off x="243562" y="1905223"/>
              <a:ext cx="31635" cy="44283"/>
            </a:xfrm>
            <a:prstGeom prst="rect">
              <a:avLst/>
            </a:prstGeom>
          </p:spPr>
        </p:pic>
        <p:sp>
          <p:nvSpPr>
            <p:cNvPr id="20" name="object 20"/>
            <p:cNvSpPr/>
            <p:nvPr/>
          </p:nvSpPr>
          <p:spPr>
            <a:xfrm>
              <a:off x="243562" y="1958996"/>
              <a:ext cx="31750" cy="0"/>
            </a:xfrm>
            <a:custGeom>
              <a:avLst/>
              <a:gdLst/>
              <a:ahLst/>
              <a:cxnLst/>
              <a:rect l="l" t="t" r="r" b="b"/>
              <a:pathLst>
                <a:path w="31750">
                  <a:moveTo>
                    <a:pt x="0" y="0"/>
                  </a:moveTo>
                  <a:lnTo>
                    <a:pt x="31631" y="0"/>
                  </a:lnTo>
                </a:path>
              </a:pathLst>
            </a:custGeom>
            <a:ln w="5079">
              <a:solidFill>
                <a:srgbClr val="B2B2B2"/>
              </a:solidFill>
            </a:ln>
          </p:spPr>
          <p:txBody>
            <a:bodyPr wrap="square" lIns="0" tIns="0" rIns="0" bIns="0" rtlCol="0"/>
            <a:lstStyle/>
            <a:p>
              <a:endParaRPr/>
            </a:p>
          </p:txBody>
        </p:sp>
        <p:sp>
          <p:nvSpPr>
            <p:cNvPr id="21" name="object 21"/>
            <p:cNvSpPr/>
            <p:nvPr/>
          </p:nvSpPr>
          <p:spPr>
            <a:xfrm>
              <a:off x="262540" y="1838800"/>
              <a:ext cx="25400" cy="25400"/>
            </a:xfrm>
            <a:custGeom>
              <a:avLst/>
              <a:gdLst/>
              <a:ahLst/>
              <a:cxnLst/>
              <a:rect l="l" t="t" r="r" b="b"/>
              <a:pathLst>
                <a:path w="25400" h="25400">
                  <a:moveTo>
                    <a:pt x="25304" y="25304"/>
                  </a:moveTo>
                  <a:lnTo>
                    <a:pt x="0" y="25304"/>
                  </a:lnTo>
                  <a:lnTo>
                    <a:pt x="0" y="0"/>
                  </a:lnTo>
                </a:path>
              </a:pathLst>
            </a:custGeom>
            <a:ln w="5079">
              <a:solidFill>
                <a:srgbClr val="000000"/>
              </a:solidFill>
            </a:ln>
          </p:spPr>
          <p:txBody>
            <a:bodyPr wrap="square" lIns="0" tIns="0" rIns="0" bIns="0" rtlCol="0"/>
            <a:lstStyle/>
            <a:p>
              <a:endParaRPr/>
            </a:p>
          </p:txBody>
        </p:sp>
      </p:grpSp>
      <p:grpSp>
        <p:nvGrpSpPr>
          <p:cNvPr id="22" name="object 22"/>
          <p:cNvGrpSpPr/>
          <p:nvPr/>
        </p:nvGrpSpPr>
        <p:grpSpPr>
          <a:xfrm>
            <a:off x="184086" y="2116193"/>
            <a:ext cx="106680" cy="144780"/>
            <a:chOff x="184086" y="2116193"/>
            <a:chExt cx="106680" cy="144780"/>
          </a:xfrm>
        </p:grpSpPr>
        <p:pic>
          <p:nvPicPr>
            <p:cNvPr id="23" name="object 23"/>
            <p:cNvPicPr/>
            <p:nvPr/>
          </p:nvPicPr>
          <p:blipFill>
            <a:blip r:embed="rId2" cstate="print"/>
            <a:stretch>
              <a:fillRect/>
            </a:stretch>
          </p:blipFill>
          <p:spPr>
            <a:xfrm>
              <a:off x="186626" y="2118733"/>
              <a:ext cx="101219" cy="139174"/>
            </a:xfrm>
            <a:prstGeom prst="rect">
              <a:avLst/>
            </a:prstGeom>
          </p:spPr>
        </p:pic>
        <p:sp>
          <p:nvSpPr>
            <p:cNvPr id="24" name="object 24"/>
            <p:cNvSpPr/>
            <p:nvPr/>
          </p:nvSpPr>
          <p:spPr>
            <a:xfrm>
              <a:off x="186626" y="2118733"/>
              <a:ext cx="101600" cy="139700"/>
            </a:xfrm>
            <a:custGeom>
              <a:avLst/>
              <a:gdLst/>
              <a:ahLst/>
              <a:cxnLst/>
              <a:rect l="l" t="t" r="r" b="b"/>
              <a:pathLst>
                <a:path w="101600" h="139700">
                  <a:moveTo>
                    <a:pt x="0" y="139174"/>
                  </a:moveTo>
                  <a:lnTo>
                    <a:pt x="101219" y="139174"/>
                  </a:lnTo>
                  <a:lnTo>
                    <a:pt x="101219" y="25304"/>
                  </a:lnTo>
                  <a:lnTo>
                    <a:pt x="75914" y="0"/>
                  </a:lnTo>
                  <a:lnTo>
                    <a:pt x="0" y="0"/>
                  </a:lnTo>
                  <a:lnTo>
                    <a:pt x="0" y="139174"/>
                  </a:lnTo>
                  <a:close/>
                </a:path>
              </a:pathLst>
            </a:custGeom>
            <a:ln w="5079">
              <a:solidFill>
                <a:srgbClr val="000000"/>
              </a:solidFill>
            </a:ln>
          </p:spPr>
          <p:txBody>
            <a:bodyPr wrap="square" lIns="0" tIns="0" rIns="0" bIns="0" rtlCol="0"/>
            <a:lstStyle/>
            <a:p>
              <a:endParaRPr/>
            </a:p>
          </p:txBody>
        </p:sp>
        <p:sp>
          <p:nvSpPr>
            <p:cNvPr id="25" name="object 25"/>
            <p:cNvSpPr/>
            <p:nvPr/>
          </p:nvSpPr>
          <p:spPr>
            <a:xfrm>
              <a:off x="199278" y="2137711"/>
              <a:ext cx="63500" cy="0"/>
            </a:xfrm>
            <a:custGeom>
              <a:avLst/>
              <a:gdLst/>
              <a:ahLst/>
              <a:cxnLst/>
              <a:rect l="l" t="t" r="r" b="b"/>
              <a:pathLst>
                <a:path w="63500">
                  <a:moveTo>
                    <a:pt x="0" y="0"/>
                  </a:moveTo>
                  <a:lnTo>
                    <a:pt x="63262" y="0"/>
                  </a:lnTo>
                </a:path>
              </a:pathLst>
            </a:custGeom>
            <a:ln w="5079">
              <a:solidFill>
                <a:srgbClr val="7F7F7F"/>
              </a:solidFill>
            </a:ln>
          </p:spPr>
          <p:txBody>
            <a:bodyPr wrap="square" lIns="0" tIns="0" rIns="0" bIns="0" rtlCol="0"/>
            <a:lstStyle/>
            <a:p>
              <a:endParaRPr/>
            </a:p>
          </p:txBody>
        </p:sp>
        <p:sp>
          <p:nvSpPr>
            <p:cNvPr id="26" name="object 26"/>
            <p:cNvSpPr/>
            <p:nvPr/>
          </p:nvSpPr>
          <p:spPr>
            <a:xfrm>
              <a:off x="211931" y="2156690"/>
              <a:ext cx="50800" cy="12700"/>
            </a:xfrm>
            <a:custGeom>
              <a:avLst/>
              <a:gdLst/>
              <a:ahLst/>
              <a:cxnLst/>
              <a:rect l="l" t="t" r="r" b="b"/>
              <a:pathLst>
                <a:path w="50800" h="12700">
                  <a:moveTo>
                    <a:pt x="0" y="0"/>
                  </a:moveTo>
                  <a:lnTo>
                    <a:pt x="50609" y="0"/>
                  </a:lnTo>
                </a:path>
                <a:path w="50800" h="12700">
                  <a:moveTo>
                    <a:pt x="0" y="12652"/>
                  </a:moveTo>
                  <a:lnTo>
                    <a:pt x="50609" y="12652"/>
                  </a:lnTo>
                </a:path>
              </a:pathLst>
            </a:custGeom>
            <a:ln w="5079">
              <a:solidFill>
                <a:srgbClr val="999999"/>
              </a:solidFill>
            </a:ln>
          </p:spPr>
          <p:txBody>
            <a:bodyPr wrap="square" lIns="0" tIns="0" rIns="0" bIns="0" rtlCol="0"/>
            <a:lstStyle/>
            <a:p>
              <a:endParaRPr/>
            </a:p>
          </p:txBody>
        </p:sp>
        <p:sp>
          <p:nvSpPr>
            <p:cNvPr id="27" name="object 27"/>
            <p:cNvSpPr/>
            <p:nvPr/>
          </p:nvSpPr>
          <p:spPr>
            <a:xfrm>
              <a:off x="199278" y="2188320"/>
              <a:ext cx="31750" cy="50800"/>
            </a:xfrm>
            <a:custGeom>
              <a:avLst/>
              <a:gdLst/>
              <a:ahLst/>
              <a:cxnLst/>
              <a:rect l="l" t="t" r="r" b="b"/>
              <a:pathLst>
                <a:path w="31750" h="50800">
                  <a:moveTo>
                    <a:pt x="0" y="0"/>
                  </a:moveTo>
                  <a:lnTo>
                    <a:pt x="31631" y="0"/>
                  </a:lnTo>
                </a:path>
                <a:path w="31750" h="50800">
                  <a:moveTo>
                    <a:pt x="0" y="12652"/>
                  </a:moveTo>
                  <a:lnTo>
                    <a:pt x="31631" y="12652"/>
                  </a:lnTo>
                </a:path>
                <a:path w="31750" h="50800">
                  <a:moveTo>
                    <a:pt x="0" y="25304"/>
                  </a:moveTo>
                  <a:lnTo>
                    <a:pt x="31631" y="25304"/>
                  </a:lnTo>
                </a:path>
                <a:path w="31750" h="50800">
                  <a:moveTo>
                    <a:pt x="0" y="37956"/>
                  </a:moveTo>
                  <a:lnTo>
                    <a:pt x="31631" y="37956"/>
                  </a:lnTo>
                </a:path>
                <a:path w="31750" h="50800">
                  <a:moveTo>
                    <a:pt x="0" y="50609"/>
                  </a:moveTo>
                  <a:lnTo>
                    <a:pt x="31631" y="50609"/>
                  </a:lnTo>
                </a:path>
              </a:pathLst>
            </a:custGeom>
            <a:ln w="5079">
              <a:solidFill>
                <a:srgbClr val="B2B2B2"/>
              </a:solidFill>
            </a:ln>
          </p:spPr>
          <p:txBody>
            <a:bodyPr wrap="square" lIns="0" tIns="0" rIns="0" bIns="0" rtlCol="0"/>
            <a:lstStyle/>
            <a:p>
              <a:endParaRPr/>
            </a:p>
          </p:txBody>
        </p:sp>
        <p:pic>
          <p:nvPicPr>
            <p:cNvPr id="28" name="object 28"/>
            <p:cNvPicPr/>
            <p:nvPr/>
          </p:nvPicPr>
          <p:blipFill>
            <a:blip r:embed="rId3" cstate="print"/>
            <a:stretch>
              <a:fillRect/>
            </a:stretch>
          </p:blipFill>
          <p:spPr>
            <a:xfrm>
              <a:off x="243562" y="2185156"/>
              <a:ext cx="31635" cy="44283"/>
            </a:xfrm>
            <a:prstGeom prst="rect">
              <a:avLst/>
            </a:prstGeom>
          </p:spPr>
        </p:pic>
        <p:sp>
          <p:nvSpPr>
            <p:cNvPr id="29" name="object 29"/>
            <p:cNvSpPr/>
            <p:nvPr/>
          </p:nvSpPr>
          <p:spPr>
            <a:xfrm>
              <a:off x="243562" y="2238929"/>
              <a:ext cx="31750" cy="0"/>
            </a:xfrm>
            <a:custGeom>
              <a:avLst/>
              <a:gdLst/>
              <a:ahLst/>
              <a:cxnLst/>
              <a:rect l="l" t="t" r="r" b="b"/>
              <a:pathLst>
                <a:path w="31750">
                  <a:moveTo>
                    <a:pt x="0" y="0"/>
                  </a:moveTo>
                  <a:lnTo>
                    <a:pt x="31631" y="0"/>
                  </a:lnTo>
                </a:path>
              </a:pathLst>
            </a:custGeom>
            <a:ln w="5079">
              <a:solidFill>
                <a:srgbClr val="B2B2B2"/>
              </a:solidFill>
            </a:ln>
          </p:spPr>
          <p:txBody>
            <a:bodyPr wrap="square" lIns="0" tIns="0" rIns="0" bIns="0" rtlCol="0"/>
            <a:lstStyle/>
            <a:p>
              <a:endParaRPr/>
            </a:p>
          </p:txBody>
        </p:sp>
        <p:sp>
          <p:nvSpPr>
            <p:cNvPr id="30" name="object 30"/>
            <p:cNvSpPr/>
            <p:nvPr/>
          </p:nvSpPr>
          <p:spPr>
            <a:xfrm>
              <a:off x="262540" y="2118733"/>
              <a:ext cx="25400" cy="25400"/>
            </a:xfrm>
            <a:custGeom>
              <a:avLst/>
              <a:gdLst/>
              <a:ahLst/>
              <a:cxnLst/>
              <a:rect l="l" t="t" r="r" b="b"/>
              <a:pathLst>
                <a:path w="25400" h="25400">
                  <a:moveTo>
                    <a:pt x="25304" y="25304"/>
                  </a:moveTo>
                  <a:lnTo>
                    <a:pt x="0" y="25304"/>
                  </a:lnTo>
                  <a:lnTo>
                    <a:pt x="0" y="0"/>
                  </a:lnTo>
                </a:path>
              </a:pathLst>
            </a:custGeom>
            <a:ln w="5079">
              <a:solidFill>
                <a:srgbClr val="000000"/>
              </a:solidFill>
            </a:ln>
          </p:spPr>
          <p:txBody>
            <a:bodyPr wrap="square" lIns="0" tIns="0" rIns="0" bIns="0" rtlCol="0"/>
            <a:lstStyle/>
            <a:p>
              <a:endParaRPr/>
            </a:p>
          </p:txBody>
        </p:sp>
      </p:grpSp>
      <p:grpSp>
        <p:nvGrpSpPr>
          <p:cNvPr id="31" name="object 31"/>
          <p:cNvGrpSpPr/>
          <p:nvPr/>
        </p:nvGrpSpPr>
        <p:grpSpPr>
          <a:xfrm>
            <a:off x="0" y="3346348"/>
            <a:ext cx="4608195" cy="109855"/>
            <a:chOff x="0" y="3346348"/>
            <a:chExt cx="4608195" cy="109855"/>
          </a:xfrm>
        </p:grpSpPr>
        <p:sp>
          <p:nvSpPr>
            <p:cNvPr id="32" name="object 32"/>
            <p:cNvSpPr/>
            <p:nvPr/>
          </p:nvSpPr>
          <p:spPr>
            <a:xfrm>
              <a:off x="0" y="3346348"/>
              <a:ext cx="1536065" cy="109855"/>
            </a:xfrm>
            <a:custGeom>
              <a:avLst/>
              <a:gdLst/>
              <a:ahLst/>
              <a:cxnLst/>
              <a:rect l="l" t="t" r="r" b="b"/>
              <a:pathLst>
                <a:path w="1536065" h="109854">
                  <a:moveTo>
                    <a:pt x="1535976" y="0"/>
                  </a:moveTo>
                  <a:lnTo>
                    <a:pt x="0" y="0"/>
                  </a:lnTo>
                  <a:lnTo>
                    <a:pt x="0" y="109651"/>
                  </a:lnTo>
                  <a:lnTo>
                    <a:pt x="1535976" y="109651"/>
                  </a:lnTo>
                  <a:lnTo>
                    <a:pt x="1535976" y="0"/>
                  </a:lnTo>
                  <a:close/>
                </a:path>
              </a:pathLst>
            </a:custGeom>
            <a:solidFill>
              <a:srgbClr val="A30000"/>
            </a:solidFill>
          </p:spPr>
          <p:txBody>
            <a:bodyPr wrap="square" lIns="0" tIns="0" rIns="0" bIns="0" rtlCol="0"/>
            <a:lstStyle/>
            <a:p>
              <a:endParaRPr/>
            </a:p>
          </p:txBody>
        </p:sp>
        <p:sp>
          <p:nvSpPr>
            <p:cNvPr id="33" name="object 33"/>
            <p:cNvSpPr/>
            <p:nvPr/>
          </p:nvSpPr>
          <p:spPr>
            <a:xfrm>
              <a:off x="1535976"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EBEBEB"/>
            </a:solidFill>
          </p:spPr>
          <p:txBody>
            <a:bodyPr wrap="square" lIns="0" tIns="0" rIns="0" bIns="0" rtlCol="0"/>
            <a:lstStyle/>
            <a:p>
              <a:endParaRPr/>
            </a:p>
          </p:txBody>
        </p:sp>
        <p:sp>
          <p:nvSpPr>
            <p:cNvPr id="34" name="object 34"/>
            <p:cNvSpPr/>
            <p:nvPr/>
          </p:nvSpPr>
          <p:spPr>
            <a:xfrm>
              <a:off x="3071952" y="3346348"/>
              <a:ext cx="1536065" cy="109855"/>
            </a:xfrm>
            <a:custGeom>
              <a:avLst/>
              <a:gdLst/>
              <a:ahLst/>
              <a:cxnLst/>
              <a:rect l="l" t="t" r="r" b="b"/>
              <a:pathLst>
                <a:path w="1536064" h="109854">
                  <a:moveTo>
                    <a:pt x="1535976" y="0"/>
                  </a:moveTo>
                  <a:lnTo>
                    <a:pt x="0" y="0"/>
                  </a:lnTo>
                  <a:lnTo>
                    <a:pt x="0" y="109651"/>
                  </a:lnTo>
                  <a:lnTo>
                    <a:pt x="1535976" y="109651"/>
                  </a:lnTo>
                  <a:lnTo>
                    <a:pt x="1535976" y="0"/>
                  </a:lnTo>
                  <a:close/>
                </a:path>
              </a:pathLst>
            </a:custGeom>
            <a:solidFill>
              <a:srgbClr val="D8D8D8"/>
            </a:solidFill>
          </p:spPr>
          <p:txBody>
            <a:bodyPr wrap="square" lIns="0" tIns="0" rIns="0" bIns="0" rtlCol="0"/>
            <a:lstStyle/>
            <a:p>
              <a:endParaRPr/>
            </a:p>
          </p:txBody>
        </p:sp>
      </p:grpSp>
      <p:sp>
        <p:nvSpPr>
          <p:cNvPr id="35" name="object 35"/>
          <p:cNvSpPr txBox="1">
            <a:spLocks noGrp="1"/>
          </p:cNvSpPr>
          <p:nvPr>
            <p:ph type="dt" sz="half" idx="6"/>
          </p:nvPr>
        </p:nvSpPr>
        <p:spPr>
          <a:prstGeom prst="rect">
            <a:avLst/>
          </a:prstGeom>
        </p:spPr>
        <p:txBody>
          <a:bodyPr vert="horz" wrap="square" lIns="0" tIns="0" rIns="0" bIns="0" rtlCol="0">
            <a:spAutoFit/>
          </a:bodyPr>
          <a:lstStyle/>
          <a:p>
            <a:pPr marL="12700">
              <a:lnSpc>
                <a:spcPts val="675"/>
              </a:lnSpc>
            </a:pPr>
            <a:r>
              <a:rPr spc="-10" dirty="0"/>
              <a:t>Richard,</a:t>
            </a:r>
            <a:r>
              <a:rPr spc="45" dirty="0"/>
              <a:t> </a:t>
            </a:r>
            <a:r>
              <a:rPr dirty="0"/>
              <a:t>Philip</a:t>
            </a:r>
            <a:r>
              <a:rPr spc="254" dirty="0"/>
              <a:t> </a:t>
            </a:r>
            <a:r>
              <a:rPr spc="-10" dirty="0"/>
              <a:t>(AIUB)</a:t>
            </a:r>
          </a:p>
        </p:txBody>
      </p:sp>
      <p:sp>
        <p:nvSpPr>
          <p:cNvPr id="36" name="object 36"/>
          <p:cNvSpPr txBox="1"/>
          <p:nvPr/>
        </p:nvSpPr>
        <p:spPr>
          <a:xfrm>
            <a:off x="2253170" y="3351784"/>
            <a:ext cx="101600" cy="102235"/>
          </a:xfrm>
          <a:prstGeom prst="rect">
            <a:avLst/>
          </a:prstGeom>
        </p:spPr>
        <p:txBody>
          <a:bodyPr vert="horz" wrap="square" lIns="0" tIns="0" rIns="0" bIns="0" rtlCol="0">
            <a:spAutoFit/>
          </a:bodyPr>
          <a:lstStyle/>
          <a:p>
            <a:pPr marL="12700">
              <a:lnSpc>
                <a:spcPts val="675"/>
              </a:lnSpc>
            </a:pPr>
            <a:r>
              <a:rPr sz="600" spc="-25" dirty="0">
                <a:solidFill>
                  <a:srgbClr val="0000FF"/>
                </a:solidFill>
                <a:latin typeface="Arial MT"/>
                <a:cs typeface="Arial MT"/>
                <a:hlinkClick r:id="rId8" action="ppaction://hlinksldjump"/>
              </a:rPr>
              <a:t>AI</a:t>
            </a:r>
            <a:endParaRPr sz="600">
              <a:latin typeface="Arial MT"/>
              <a:cs typeface="Arial MT"/>
            </a:endParaRPr>
          </a:p>
        </p:txBody>
      </p:sp>
      <p:sp>
        <p:nvSpPr>
          <p:cNvPr id="37" name="object 37"/>
          <p:cNvSpPr txBox="1">
            <a:spLocks noGrp="1"/>
          </p:cNvSpPr>
          <p:nvPr>
            <p:ph type="ftr" sz="quarter" idx="5"/>
          </p:nvPr>
        </p:nvSpPr>
        <p:spPr>
          <a:prstGeom prst="rect">
            <a:avLst/>
          </a:prstGeom>
        </p:spPr>
        <p:txBody>
          <a:bodyPr vert="horz" wrap="square" lIns="0" tIns="0" rIns="0" bIns="0" rtlCol="0">
            <a:spAutoFit/>
          </a:bodyPr>
          <a:lstStyle/>
          <a:p>
            <a:pPr marL="12700">
              <a:lnSpc>
                <a:spcPts val="675"/>
              </a:lnSpc>
            </a:pPr>
            <a:r>
              <a:rPr dirty="0"/>
              <a:t>AIUB</a:t>
            </a:r>
            <a:r>
              <a:rPr spc="100" dirty="0"/>
              <a:t> </a:t>
            </a:r>
            <a:r>
              <a:rPr spc="-20" dirty="0"/>
              <a:t>2024</a:t>
            </a:r>
          </a:p>
        </p:txBody>
      </p:sp>
      <p:sp>
        <p:nvSpPr>
          <p:cNvPr id="38" name="object 38"/>
          <p:cNvSpPr txBox="1">
            <a:spLocks noGrp="1"/>
          </p:cNvSpPr>
          <p:nvPr>
            <p:ph type="sldNum" sz="quarter" idx="7"/>
          </p:nvPr>
        </p:nvSpPr>
        <p:spPr>
          <a:prstGeom prst="rect">
            <a:avLst/>
          </a:prstGeom>
        </p:spPr>
        <p:txBody>
          <a:bodyPr vert="horz" wrap="square" lIns="0" tIns="0" rIns="0" bIns="0" rtlCol="0">
            <a:spAutoFit/>
          </a:bodyPr>
          <a:lstStyle/>
          <a:p>
            <a:pPr marL="12700">
              <a:lnSpc>
                <a:spcPts val="675"/>
              </a:lnSpc>
            </a:pPr>
            <a:fld id="{81D60167-4931-47E6-BA6A-407CBD079E47}" type="slidenum">
              <a:rPr dirty="0"/>
              <a:t>33</a:t>
            </a:fld>
            <a:r>
              <a:rPr spc="25" dirty="0"/>
              <a:t> </a:t>
            </a:r>
            <a:r>
              <a:rPr spc="150" dirty="0"/>
              <a:t>/</a:t>
            </a:r>
            <a:r>
              <a:rPr spc="25" dirty="0"/>
              <a:t> </a:t>
            </a:r>
            <a:r>
              <a:rPr spc="-25" dirty="0"/>
              <a:t>38</a:t>
            </a: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TotalTime>
  <Words>2199</Words>
  <Application>Microsoft Office PowerPoint</Application>
  <PresentationFormat>Custom</PresentationFormat>
  <Paragraphs>423</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Artificial Intelligence Lecture 1, Chapter 1,2</vt:lpstr>
      <vt:lpstr>Table of Contents</vt:lpstr>
      <vt:lpstr>What is AI?</vt:lpstr>
      <vt:lpstr>What is AI?</vt:lpstr>
      <vt:lpstr>AI APPROCHES</vt:lpstr>
      <vt:lpstr>Acting Humanly: Turing Test</vt:lpstr>
      <vt:lpstr>Thinking Humanly: Cognitive Modelling</vt:lpstr>
      <vt:lpstr>Thinking Rationally: Laws of Thought</vt:lpstr>
      <vt:lpstr>Acting Rationally</vt:lpstr>
      <vt:lpstr>Foundation of AI</vt:lpstr>
      <vt:lpstr>history of AI</vt:lpstr>
      <vt:lpstr>Until 2023, AIMA 3rd edition  AI Tools</vt:lpstr>
      <vt:lpstr>Intelligent Agents</vt:lpstr>
      <vt:lpstr>Rational Agent</vt:lpstr>
      <vt:lpstr>Structure of Intelligent Agents</vt:lpstr>
      <vt:lpstr>Agent Programs</vt:lpstr>
      <vt:lpstr>Specifying the task environment</vt:lpstr>
      <vt:lpstr>PowerPoint Presentation</vt:lpstr>
      <vt:lpstr>Properties of task environments: Environment types</vt:lpstr>
      <vt:lpstr>Environment types - cont.</vt:lpstr>
      <vt:lpstr>Examples</vt:lpstr>
      <vt:lpstr>Examples</vt:lpstr>
      <vt:lpstr>PowerPoint Presentation</vt:lpstr>
      <vt:lpstr>kinds of Agent Programs</vt:lpstr>
      <vt:lpstr>PowerPoint Presentation</vt:lpstr>
      <vt:lpstr>PowerPoint Presentation</vt:lpstr>
      <vt:lpstr>PowerPoint Presentation</vt:lpstr>
      <vt:lpstr>PowerPoint Presentation</vt:lpstr>
      <vt:lpstr>Goal-based agents</vt:lpstr>
      <vt:lpstr>Utility-based agents</vt:lpstr>
      <vt:lpstr> UTILITY-BASED AGENTS  </vt:lpstr>
      <vt:lpstr>Exercise Questions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 Lecture 1, Chapter 1,2</dc:title>
  <dc:creator>Supta Richard Philip</dc:creator>
  <cp:lastModifiedBy>SAZIA SHARMIN</cp:lastModifiedBy>
  <cp:revision>143</cp:revision>
  <dcterms:created xsi:type="dcterms:W3CDTF">2025-03-11T04:24:52Z</dcterms:created>
  <dcterms:modified xsi:type="dcterms:W3CDTF">2025-07-20T17:39:38Z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2025-03-07T00:00:00Z</vt:filetime>
  </property>
  <property fmtid="{D5CDD505-2E9C-101B-9397-08002B2CF9AE}" pid="3" name="Creator">
    <vt:lpwstr>LaTeX with Beamer class</vt:lpwstr>
  </property>
  <property fmtid="{D5CDD505-2E9C-101B-9397-08002B2CF9AE}" pid="4" name="LastSaved">
    <vt:filetime>2025-03-11T00:00:00Z</vt:filetime>
  </property>
  <property fmtid="{D5CDD505-2E9C-101B-9397-08002B2CF9AE}" pid="5" name="PTEX.Fullbanner">
    <vt:lpwstr>This is pdfTeX, Version 3.14159265-2.6-1.40.18 (TeX Live 2017) kpathsea version 6.2.3</vt:lpwstr>
  </property>
  <property fmtid="{D5CDD505-2E9C-101B-9397-08002B2CF9AE}" pid="6" name="Producer">
    <vt:lpwstr>pdfTeX-1.40.18</vt:lpwstr>
  </property>
</Properties>
</file>