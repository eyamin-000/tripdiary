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6" r:id="rId3"/>
    <p:sldId id="263" r:id="rId4"/>
    <p:sldId id="2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B12DEF-4F3C-7DF0-DCBE-07279FAF6E1C}" v="14" dt="2025-07-20T03:00:21.5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ZIA SHARMIN" userId="S::sazia.sharmin@aiub.edu::e76e1817-908f-4d6e-a7ec-37593777c360" providerId="AD" clId="Web-{41B12DEF-4F3C-7DF0-DCBE-07279FAF6E1C}"/>
    <pc:docChg chg="modSld">
      <pc:chgData name="SAZIA SHARMIN" userId="S::sazia.sharmin@aiub.edu::e76e1817-908f-4d6e-a7ec-37593777c360" providerId="AD" clId="Web-{41B12DEF-4F3C-7DF0-DCBE-07279FAF6E1C}" dt="2025-07-20T03:00:21.592" v="13" actId="1076"/>
      <pc:docMkLst>
        <pc:docMk/>
      </pc:docMkLst>
      <pc:sldChg chg="modSp">
        <pc:chgData name="SAZIA SHARMIN" userId="S::sazia.sharmin@aiub.edu::e76e1817-908f-4d6e-a7ec-37593777c360" providerId="AD" clId="Web-{41B12DEF-4F3C-7DF0-DCBE-07279FAF6E1C}" dt="2025-07-20T02:58:59.339" v="3" actId="14100"/>
        <pc:sldMkLst>
          <pc:docMk/>
          <pc:sldMk cId="1104929478" sldId="260"/>
        </pc:sldMkLst>
        <pc:spChg chg="mod">
          <ac:chgData name="SAZIA SHARMIN" userId="S::sazia.sharmin@aiub.edu::e76e1817-908f-4d6e-a7ec-37593777c360" providerId="AD" clId="Web-{41B12DEF-4F3C-7DF0-DCBE-07279FAF6E1C}" dt="2025-07-20T02:58:59.339" v="3" actId="14100"/>
          <ac:spMkLst>
            <pc:docMk/>
            <pc:sldMk cId="1104929478" sldId="260"/>
            <ac:spMk id="5" creationId="{DC3AF020-1DE8-6D22-D085-1818A166FBD7}"/>
          </ac:spMkLst>
        </pc:spChg>
      </pc:sldChg>
      <pc:sldChg chg="modSp">
        <pc:chgData name="SAZIA SHARMIN" userId="S::sazia.sharmin@aiub.edu::e76e1817-908f-4d6e-a7ec-37593777c360" providerId="AD" clId="Web-{41B12DEF-4F3C-7DF0-DCBE-07279FAF6E1C}" dt="2025-07-20T03:00:01.513" v="7" actId="1076"/>
        <pc:sldMkLst>
          <pc:docMk/>
          <pc:sldMk cId="2040538601" sldId="263"/>
        </pc:sldMkLst>
        <pc:picChg chg="mod">
          <ac:chgData name="SAZIA SHARMIN" userId="S::sazia.sharmin@aiub.edu::e76e1817-908f-4d6e-a7ec-37593777c360" providerId="AD" clId="Web-{41B12DEF-4F3C-7DF0-DCBE-07279FAF6E1C}" dt="2025-07-20T03:00:01.513" v="7" actId="1076"/>
          <ac:picMkLst>
            <pc:docMk/>
            <pc:sldMk cId="2040538601" sldId="263"/>
            <ac:picMk id="9" creationId="{B1324A55-8F39-0EDB-437F-F01839E36DEB}"/>
          </ac:picMkLst>
        </pc:picChg>
      </pc:sldChg>
      <pc:sldChg chg="modSp">
        <pc:chgData name="SAZIA SHARMIN" userId="S::sazia.sharmin@aiub.edu::e76e1817-908f-4d6e-a7ec-37593777c360" providerId="AD" clId="Web-{41B12DEF-4F3C-7DF0-DCBE-07279FAF6E1C}" dt="2025-07-20T02:59:13.746" v="5" actId="1076"/>
        <pc:sldMkLst>
          <pc:docMk/>
          <pc:sldMk cId="4151513574" sldId="266"/>
        </pc:sldMkLst>
        <pc:picChg chg="mod">
          <ac:chgData name="SAZIA SHARMIN" userId="S::sazia.sharmin@aiub.edu::e76e1817-908f-4d6e-a7ec-37593777c360" providerId="AD" clId="Web-{41B12DEF-4F3C-7DF0-DCBE-07279FAF6E1C}" dt="2025-07-20T02:59:13.746" v="5" actId="1076"/>
          <ac:picMkLst>
            <pc:docMk/>
            <pc:sldMk cId="4151513574" sldId="266"/>
            <ac:picMk id="1028" creationId="{2D2242D0-B19D-6BE6-E984-C319B33E097F}"/>
          </ac:picMkLst>
        </pc:picChg>
      </pc:sldChg>
      <pc:sldChg chg="modSp">
        <pc:chgData name="SAZIA SHARMIN" userId="S::sazia.sharmin@aiub.edu::e76e1817-908f-4d6e-a7ec-37593777c360" providerId="AD" clId="Web-{41B12DEF-4F3C-7DF0-DCBE-07279FAF6E1C}" dt="2025-07-20T03:00:21.592" v="13" actId="1076"/>
        <pc:sldMkLst>
          <pc:docMk/>
          <pc:sldMk cId="3491346926" sldId="267"/>
        </pc:sldMkLst>
        <pc:spChg chg="mod">
          <ac:chgData name="SAZIA SHARMIN" userId="S::sazia.sharmin@aiub.edu::e76e1817-908f-4d6e-a7ec-37593777c360" providerId="AD" clId="Web-{41B12DEF-4F3C-7DF0-DCBE-07279FAF6E1C}" dt="2025-07-20T03:00:21.592" v="13" actId="1076"/>
          <ac:spMkLst>
            <pc:docMk/>
            <pc:sldMk cId="3491346926" sldId="267"/>
            <ac:spMk id="5" creationId="{94FC54CA-5471-19FE-E154-BAC19058606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7301F-083B-4EE7-077C-F4BAC39CB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90275-7327-82EB-6BC0-7A792C0B6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B5900-D1BE-6B20-B11B-62DC850D8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9637-0954-4798-B653-277E1338DDB5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63E33-330C-CB29-7BEA-1EF6F4DF2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5F379-7391-A9F2-F5E6-34398EF51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C5AF6-6A5E-44E5-A4F1-0A7B87F16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41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5895B-DE4F-AD5E-7E18-35CB978F6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5E0C6-92BE-1C7D-3666-8EC5ACCA2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D5549-7070-7BA5-36B0-8F3A3886D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9637-0954-4798-B653-277E1338DDB5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14461-9AB2-DD1A-A831-362E75D5F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4BE2A-C236-52F8-89D6-3E02CAD0B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C5AF6-6A5E-44E5-A4F1-0A7B87F16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6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F2529-45B5-CF9A-0A59-BF68B0CF7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19D80-5C72-E42D-ECF3-214254BAD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E6B4F-99A4-62EC-84BC-BD807800B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9637-0954-4798-B653-277E1338DDB5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454A2-7561-9A51-252B-D850E9A2B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DE4AE-ECB1-28A9-05C3-3E3A9E53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C5AF6-6A5E-44E5-A4F1-0A7B87F16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44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E2498-49C3-0CD2-5F34-FF6595952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E8823-C178-E6E7-9CEB-E58A638ED7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D03ABC-8B2F-8AD1-269B-3ED911BA8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745C7-FC84-03F7-45B8-A034FA4E9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9637-0954-4798-B653-277E1338DDB5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20F8C-172A-DDC0-47C1-485D83E1A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78AE2-9EB2-21A4-BA3F-63103BDEA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C5AF6-6A5E-44E5-A4F1-0A7B87F16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94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7E658-2CB6-FD94-0BFA-092E7A02C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21EB7-759F-818C-8566-B4B72FEB4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47142-A802-F05E-7156-4477D90A6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E09F28-788D-BC3F-72DB-5E022C67B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CDCCB5-A1EB-5781-5349-4CA711A6C8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621549-F74C-F041-7FD7-DC1B71A1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9637-0954-4798-B653-277E1338DDB5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9F5B16-A5B8-D790-BAC6-6F1E2242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0F128B-406A-E983-DC82-43A1D5BD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C5AF6-6A5E-44E5-A4F1-0A7B87F16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66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65E5-184E-C2DB-684F-2BE5BC8FD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FDAE62-DAF1-6549-6969-7CCC7A561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9637-0954-4798-B653-277E1338DDB5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7E433-F6B6-3662-244E-B301B296E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F95127-1ED1-8A0C-FA9F-E50F000AB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C5AF6-6A5E-44E5-A4F1-0A7B87F16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53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3D31C-99E4-6840-A9AE-60EC13D46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9637-0954-4798-B653-277E1338DDB5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EAC7BA-5AFB-57EB-9A40-6A5851F81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5A36B-9426-75DD-AD19-7E497BB99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C5AF6-6A5E-44E5-A4F1-0A7B87F16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6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22C8A-A44A-4933-DB31-3DB9BCA92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85F3F-420F-21A0-7F4B-4EF9BD0E0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0B5FB-6ED3-5E43-17F4-00549A9CE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F9F571-80E0-759D-C9BF-07EDC173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9637-0954-4798-B653-277E1338DDB5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6CE100-7433-CFC5-86E9-56BC12FE7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96D44-3C72-A1D9-1557-782A1C1E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C5AF6-6A5E-44E5-A4F1-0A7B87F16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0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ABBE8-E644-C52E-3F23-6EF910D8D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655C95-507B-7FCD-C7C7-60C27558F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EE689-FE09-0018-816C-798FE2DF7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F10E6-A35C-04F4-4F7F-BF7E54D94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9637-0954-4798-B653-277E1338DDB5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65942-863F-EE6E-0057-847E03D8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ADAD00-F04C-C1DE-6F7B-E397CFA0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C5AF6-6A5E-44E5-A4F1-0A7B87F16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294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6DD41-9869-C433-205A-3FBA7E637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10214D-7C86-A1F8-CD87-4C8937D69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064B4-36FC-BF97-1ACF-71CF8E546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9637-0954-4798-B653-277E1338DDB5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1F15C2-C88F-557F-1884-3BD86602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1C1DA-8E60-0632-BD8E-757BB33E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C5AF6-6A5E-44E5-A4F1-0A7B87F16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22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33EA00-09DC-25F7-358D-D23D7DA44B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6F1AF2-8DFD-79E4-F427-0C2386DD0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5F043-4411-45D2-C908-2CD800C31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9637-0954-4798-B653-277E1338DDB5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2F44B-69A4-6506-3006-B482C531B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DCA6E-822F-01E3-369E-85DE8524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C5AF6-6A5E-44E5-A4F1-0A7B87F16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49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82AA6A-4D2F-EF10-5FFF-B37A36215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F5BC3-661F-B585-B54D-F4BE257AD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23AC7-3DBA-4173-928B-0D6D652352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E19637-0954-4798-B653-277E1338DDB5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7ACF3-9DBF-5DE2-3AD3-A4F62AC71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264EB-099A-5197-0157-F753C6EA4D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9C5AF6-6A5E-44E5-A4F1-0A7B87F162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492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7E8441-1C50-63EB-EB08-D2E3BDC487B3}"/>
              </a:ext>
            </a:extLst>
          </p:cNvPr>
          <p:cNvSpPr txBox="1"/>
          <p:nvPr/>
        </p:nvSpPr>
        <p:spPr>
          <a:xfrm>
            <a:off x="1748900" y="639193"/>
            <a:ext cx="8087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Install Collaboratory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AF020-1DE8-6D22-D085-1818A166FBD7}"/>
              </a:ext>
            </a:extLst>
          </p:cNvPr>
          <p:cNvSpPr txBox="1"/>
          <p:nvPr/>
        </p:nvSpPr>
        <p:spPr>
          <a:xfrm>
            <a:off x="1621971" y="2362200"/>
            <a:ext cx="92654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Create a folder </a:t>
            </a:r>
            <a:r>
              <a:rPr lang="en-US" sz="2800" dirty="0"/>
              <a:t>in your Google Drive for lab tasks.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FF0000"/>
                </a:solidFill>
              </a:rPr>
              <a:t>Upload the python notebook </a:t>
            </a:r>
            <a:r>
              <a:rPr lang="en-US" sz="2800" dirty="0"/>
              <a:t>file (.</a:t>
            </a:r>
            <a:r>
              <a:rPr lang="en-US" sz="2800" dirty="0" err="1"/>
              <a:t>ipynb</a:t>
            </a:r>
            <a:r>
              <a:rPr lang="en-US" sz="2800" dirty="0"/>
              <a:t> file) to the folder.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104929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B4681-D29E-A9D6-F540-C296A6782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102205-09D2-1F2D-CEFA-60310712D84D}"/>
              </a:ext>
            </a:extLst>
          </p:cNvPr>
          <p:cNvSpPr txBox="1"/>
          <p:nvPr/>
        </p:nvSpPr>
        <p:spPr>
          <a:xfrm>
            <a:off x="1748900" y="639193"/>
            <a:ext cx="8087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Install Collaboratory (if not installed before)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D2242D0-B19D-6BE6-E984-C319B33E09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13"/>
          <a:stretch/>
        </p:blipFill>
        <p:spPr bwMode="auto">
          <a:xfrm>
            <a:off x="430709" y="1344001"/>
            <a:ext cx="11324029" cy="43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FB139B-B427-FB1C-C60C-FF5E3F784A39}"/>
              </a:ext>
            </a:extLst>
          </p:cNvPr>
          <p:cNvSpPr txBox="1"/>
          <p:nvPr/>
        </p:nvSpPr>
        <p:spPr>
          <a:xfrm>
            <a:off x="2783071" y="4270149"/>
            <a:ext cx="3564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Open with -&gt; connect more apps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4E189F-276A-04E2-A10A-AD67B97A8E78}"/>
              </a:ext>
            </a:extLst>
          </p:cNvPr>
          <p:cNvSpPr txBox="1"/>
          <p:nvPr/>
        </p:nvSpPr>
        <p:spPr>
          <a:xfrm>
            <a:off x="2783071" y="4782825"/>
            <a:ext cx="3659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Search </a:t>
            </a:r>
            <a:r>
              <a:rPr lang="en-US" b="1" dirty="0" err="1"/>
              <a:t>Colaboratory</a:t>
            </a:r>
            <a:r>
              <a:rPr lang="en-US" b="1" dirty="0"/>
              <a:t> </a:t>
            </a:r>
            <a:r>
              <a:rPr lang="en-US" b="1" dirty="0">
                <a:solidFill>
                  <a:srgbClr val="FF0000"/>
                </a:solidFill>
              </a:rPr>
              <a:t>and install</a:t>
            </a:r>
            <a:endParaRPr lang="en-GB" b="1" dirty="0">
              <a:solidFill>
                <a:srgbClr val="FF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BA83029-0EE2-164D-1D03-80F801C865CB}"/>
              </a:ext>
            </a:extLst>
          </p:cNvPr>
          <p:cNvSpPr/>
          <p:nvPr/>
        </p:nvSpPr>
        <p:spPr>
          <a:xfrm>
            <a:off x="7504984" y="2264240"/>
            <a:ext cx="810882" cy="42307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20C6B77-78D3-3D94-0394-A22CE1A2AE22}"/>
              </a:ext>
            </a:extLst>
          </p:cNvPr>
          <p:cNvSpPr/>
          <p:nvPr/>
        </p:nvSpPr>
        <p:spPr>
          <a:xfrm>
            <a:off x="4741654" y="3542004"/>
            <a:ext cx="1365847" cy="42307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8D98BE55-9E95-FBE7-4A91-F1E5703B1EE8}"/>
              </a:ext>
            </a:extLst>
          </p:cNvPr>
          <p:cNvSpPr/>
          <p:nvPr/>
        </p:nvSpPr>
        <p:spPr>
          <a:xfrm>
            <a:off x="9731343" y="2009953"/>
            <a:ext cx="258793" cy="4658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13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7E8441-1C50-63EB-EB08-D2E3BDC487B3}"/>
              </a:ext>
            </a:extLst>
          </p:cNvPr>
          <p:cNvSpPr txBox="1"/>
          <p:nvPr/>
        </p:nvSpPr>
        <p:spPr>
          <a:xfrm>
            <a:off x="1748900" y="639193"/>
            <a:ext cx="8087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Double Click to open the file and complete code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324A55-8F39-0EDB-437F-F01839E36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05" y="1557785"/>
            <a:ext cx="10895134" cy="3757978"/>
          </a:xfrm>
          <a:prstGeom prst="rect">
            <a:avLst/>
          </a:prstGeom>
        </p:spPr>
      </p:pic>
      <p:sp>
        <p:nvSpPr>
          <p:cNvPr id="6" name="Down Arrow 5"/>
          <p:cNvSpPr/>
          <p:nvPr/>
        </p:nvSpPr>
        <p:spPr>
          <a:xfrm>
            <a:off x="4309268" y="3243531"/>
            <a:ext cx="258793" cy="46582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38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174F2-F42A-AF63-34CA-5BCE07D95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407929-2F15-F9F7-48A3-BD81A7C8895A}"/>
              </a:ext>
            </a:extLst>
          </p:cNvPr>
          <p:cNvSpPr txBox="1"/>
          <p:nvPr/>
        </p:nvSpPr>
        <p:spPr>
          <a:xfrm>
            <a:off x="1748900" y="639193"/>
            <a:ext cx="8087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Submission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C54CA-5471-19FE-E154-BAC19058606A}"/>
              </a:ext>
            </a:extLst>
          </p:cNvPr>
          <p:cNvSpPr txBox="1"/>
          <p:nvPr/>
        </p:nvSpPr>
        <p:spPr>
          <a:xfrm>
            <a:off x="1153048" y="2385646"/>
            <a:ext cx="1019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From the </a:t>
            </a:r>
            <a:r>
              <a:rPr lang="en-US" sz="2800" dirty="0">
                <a:solidFill>
                  <a:srgbClr val="FF0000"/>
                </a:solidFill>
              </a:rPr>
              <a:t>file option </a:t>
            </a:r>
            <a:r>
              <a:rPr lang="en-US" sz="2800" dirty="0"/>
              <a:t>you can download the .</a:t>
            </a:r>
            <a:r>
              <a:rPr lang="en-US" sz="2800" dirty="0" err="1"/>
              <a:t>ipynb</a:t>
            </a:r>
            <a:r>
              <a:rPr lang="en-US" sz="2800" dirty="0"/>
              <a:t> file and submit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491346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67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Ashraf Uddin</dc:creator>
  <cp:lastModifiedBy>Dr. Ashraf Uddin</cp:lastModifiedBy>
  <cp:revision>78</cp:revision>
  <dcterms:created xsi:type="dcterms:W3CDTF">2024-01-22T15:36:02Z</dcterms:created>
  <dcterms:modified xsi:type="dcterms:W3CDTF">2025-07-20T03:00:28Z</dcterms:modified>
</cp:coreProperties>
</file>